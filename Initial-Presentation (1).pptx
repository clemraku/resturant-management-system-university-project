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g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  <p:sldMasterId id="2147483695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Londrina Solid" panose="020B0604020202020204" charset="0"/>
      <p:regular r:id="rId19"/>
    </p:embeddedFont>
    <p:embeddedFont>
      <p:font typeface="Mulish" panose="020B0604020202020204" charset="0"/>
      <p:regular r:id="rId20"/>
      <p:bold r:id="rId21"/>
      <p:italic r:id="rId22"/>
      <p:boldItalic r:id="rId23"/>
    </p:embeddedFont>
    <p:embeddedFont>
      <p:font typeface="Roboto Condensed Light" panose="02000000000000000000" pitchFamily="2" charset="0"/>
      <p:regular r:id="rId24"/>
    </p:embeddedFont>
    <p:embeddedFont>
      <p:font typeface="Trebuchet MS" panose="020B0603020202020204" pitchFamily="34" charset="0"/>
      <p:regular r:id="rId25"/>
      <p:bold r:id="rId26"/>
      <p:italic r:id="rId27"/>
      <p:boldItalic r:id="rId28"/>
    </p:embeddedFont>
    <p:embeddedFont>
      <p:font typeface="Verdana" panose="020B060403050404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442f27597_2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442f27597_2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442f27597_2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442f27597_2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442f27597_2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442f27597_2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44a8aaca4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a44a8aaca4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45a2b73fe_4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g3a45a2b73fe_4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45a2b73fe_4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g3a45a2b73fe_4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a45a2b73fe_4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9" name="Google Shape;799;g3a45a2b73fe_4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a45a2b73fe_4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6" name="Google Shape;926;g3a45a2b73fe_4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a45a2b73fe_4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0" name="Google Shape;1020;g3a45a2b73fe_4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a45a2b73fe_4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7" name="Google Shape;1097;g3a45a2b73fe_4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a45a2b73fe_4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3" name="Google Shape;1153;g3a45a2b73fe_4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a45a2b73fe_4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7" name="Google Shape;1217;g3a45a2b73fe_4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2194250" y="1090925"/>
            <a:ext cx="4755600" cy="25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2392500" y="370265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58850" y="2407014"/>
            <a:ext cx="3150900" cy="75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 hasCustomPrompt="1"/>
          </p:nvPr>
        </p:nvSpPr>
        <p:spPr>
          <a:xfrm>
            <a:off x="1793573" y="1378162"/>
            <a:ext cx="1408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1558850" y="3354364"/>
            <a:ext cx="30336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98075" y="1060125"/>
            <a:ext cx="7347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ubTitle" idx="1"/>
          </p:nvPr>
        </p:nvSpPr>
        <p:spPr>
          <a:xfrm>
            <a:off x="1689500" y="3177550"/>
            <a:ext cx="2110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2"/>
          </p:nvPr>
        </p:nvSpPr>
        <p:spPr>
          <a:xfrm>
            <a:off x="5344300" y="3177550"/>
            <a:ext cx="2110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3"/>
          </p:nvPr>
        </p:nvSpPr>
        <p:spPr>
          <a:xfrm>
            <a:off x="1689523" y="3639100"/>
            <a:ext cx="2110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4"/>
          </p:nvPr>
        </p:nvSpPr>
        <p:spPr>
          <a:xfrm>
            <a:off x="5344300" y="3639100"/>
            <a:ext cx="21102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9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4097975" y="1216300"/>
            <a:ext cx="371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4097975" y="1789000"/>
            <a:ext cx="3903000" cy="21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1469575" y="1359175"/>
            <a:ext cx="3837300" cy="21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0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1942350" y="1502750"/>
            <a:ext cx="5259300" cy="6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ubTitle" idx="1"/>
          </p:nvPr>
        </p:nvSpPr>
        <p:spPr>
          <a:xfrm>
            <a:off x="1884400" y="2274950"/>
            <a:ext cx="5259300" cy="15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1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91919">
                  <a:alpha val="32549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title"/>
          </p:nvPr>
        </p:nvSpPr>
        <p:spPr>
          <a:xfrm>
            <a:off x="980425" y="3261700"/>
            <a:ext cx="45720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2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lt1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3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title" hasCustomPrompt="1"/>
          </p:nvPr>
        </p:nvSpPr>
        <p:spPr>
          <a:xfrm>
            <a:off x="4474125" y="1616450"/>
            <a:ext cx="3364200" cy="13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8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>
            <a:spLocks noGrp="1"/>
          </p:cNvSpPr>
          <p:nvPr>
            <p:ph type="subTitle" idx="1"/>
          </p:nvPr>
        </p:nvSpPr>
        <p:spPr>
          <a:xfrm>
            <a:off x="4474113" y="3044840"/>
            <a:ext cx="33642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1081100" y="112125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title" idx="2" hasCustomPrompt="1"/>
          </p:nvPr>
        </p:nvSpPr>
        <p:spPr>
          <a:xfrm>
            <a:off x="3424725" y="1281055"/>
            <a:ext cx="903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25"/>
          <p:cNvSpPr txBox="1">
            <a:spLocks noGrp="1"/>
          </p:cNvSpPr>
          <p:nvPr>
            <p:ph type="subTitle" idx="1"/>
          </p:nvPr>
        </p:nvSpPr>
        <p:spPr>
          <a:xfrm>
            <a:off x="1081100" y="155538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title" idx="3"/>
          </p:nvPr>
        </p:nvSpPr>
        <p:spPr>
          <a:xfrm>
            <a:off x="1081100" y="227045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title" idx="4" hasCustomPrompt="1"/>
          </p:nvPr>
        </p:nvSpPr>
        <p:spPr>
          <a:xfrm>
            <a:off x="3424725" y="2434830"/>
            <a:ext cx="903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25"/>
          <p:cNvSpPr txBox="1">
            <a:spLocks noGrp="1"/>
          </p:cNvSpPr>
          <p:nvPr>
            <p:ph type="subTitle" idx="5"/>
          </p:nvPr>
        </p:nvSpPr>
        <p:spPr>
          <a:xfrm>
            <a:off x="1081100" y="270458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title" idx="6"/>
          </p:nvPr>
        </p:nvSpPr>
        <p:spPr>
          <a:xfrm>
            <a:off x="1081100" y="342288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title" idx="7" hasCustomPrompt="1"/>
          </p:nvPr>
        </p:nvSpPr>
        <p:spPr>
          <a:xfrm>
            <a:off x="3424725" y="3588605"/>
            <a:ext cx="903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25"/>
          <p:cNvSpPr txBox="1">
            <a:spLocks noGrp="1"/>
          </p:cNvSpPr>
          <p:nvPr>
            <p:ph type="subTitle" idx="8"/>
          </p:nvPr>
        </p:nvSpPr>
        <p:spPr>
          <a:xfrm>
            <a:off x="1081100" y="385700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title" idx="9"/>
          </p:nvPr>
        </p:nvSpPr>
        <p:spPr>
          <a:xfrm>
            <a:off x="4826988" y="111829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 idx="13" hasCustomPrompt="1"/>
          </p:nvPr>
        </p:nvSpPr>
        <p:spPr>
          <a:xfrm>
            <a:off x="7159300" y="1285805"/>
            <a:ext cx="903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25"/>
          <p:cNvSpPr txBox="1">
            <a:spLocks noGrp="1"/>
          </p:cNvSpPr>
          <p:nvPr>
            <p:ph type="subTitle" idx="14"/>
          </p:nvPr>
        </p:nvSpPr>
        <p:spPr>
          <a:xfrm>
            <a:off x="4826988" y="155241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title" idx="15"/>
          </p:nvPr>
        </p:nvSpPr>
        <p:spPr>
          <a:xfrm>
            <a:off x="4826988" y="227994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title" idx="16" hasCustomPrompt="1"/>
          </p:nvPr>
        </p:nvSpPr>
        <p:spPr>
          <a:xfrm>
            <a:off x="7159300" y="2433343"/>
            <a:ext cx="903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25"/>
          <p:cNvSpPr txBox="1">
            <a:spLocks noGrp="1"/>
          </p:cNvSpPr>
          <p:nvPr>
            <p:ph type="subTitle" idx="17"/>
          </p:nvPr>
        </p:nvSpPr>
        <p:spPr>
          <a:xfrm>
            <a:off x="4826988" y="271406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title" idx="18"/>
          </p:nvPr>
        </p:nvSpPr>
        <p:spPr>
          <a:xfrm>
            <a:off x="4826988" y="342286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title" idx="19" hasCustomPrompt="1"/>
          </p:nvPr>
        </p:nvSpPr>
        <p:spPr>
          <a:xfrm>
            <a:off x="7159300" y="3588605"/>
            <a:ext cx="903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20"/>
          </p:nvPr>
        </p:nvSpPr>
        <p:spPr>
          <a:xfrm>
            <a:off x="4826988" y="3856993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5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title"/>
          </p:nvPr>
        </p:nvSpPr>
        <p:spPr>
          <a:xfrm>
            <a:off x="928138" y="2929275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1"/>
          </p:nvPr>
        </p:nvSpPr>
        <p:spPr>
          <a:xfrm>
            <a:off x="928138" y="1534875"/>
            <a:ext cx="5553000" cy="139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7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898636" y="2417175"/>
            <a:ext cx="2907600" cy="10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title"/>
          </p:nvPr>
        </p:nvSpPr>
        <p:spPr>
          <a:xfrm>
            <a:off x="898636" y="1844488"/>
            <a:ext cx="305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title"/>
          </p:nvPr>
        </p:nvSpPr>
        <p:spPr>
          <a:xfrm>
            <a:off x="720000" y="23115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subTitle" idx="1"/>
          </p:nvPr>
        </p:nvSpPr>
        <p:spPr>
          <a:xfrm>
            <a:off x="720000" y="2839288"/>
            <a:ext cx="23364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title" idx="2"/>
          </p:nvPr>
        </p:nvSpPr>
        <p:spPr>
          <a:xfrm>
            <a:off x="3403800" y="23115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3"/>
          </p:nvPr>
        </p:nvSpPr>
        <p:spPr>
          <a:xfrm>
            <a:off x="3403800" y="2839288"/>
            <a:ext cx="23364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title" idx="4"/>
          </p:nvPr>
        </p:nvSpPr>
        <p:spPr>
          <a:xfrm>
            <a:off x="6087600" y="23115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5"/>
          </p:nvPr>
        </p:nvSpPr>
        <p:spPr>
          <a:xfrm>
            <a:off x="6087600" y="2839288"/>
            <a:ext cx="23364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8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1070491" y="1448800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ubTitle" idx="1"/>
          </p:nvPr>
        </p:nvSpPr>
        <p:spPr>
          <a:xfrm>
            <a:off x="1070591" y="1959125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title" idx="2"/>
          </p:nvPr>
        </p:nvSpPr>
        <p:spPr>
          <a:xfrm>
            <a:off x="5922560" y="1448800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ubTitle" idx="3"/>
          </p:nvPr>
        </p:nvSpPr>
        <p:spPr>
          <a:xfrm>
            <a:off x="5922560" y="1959125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title" idx="4"/>
          </p:nvPr>
        </p:nvSpPr>
        <p:spPr>
          <a:xfrm>
            <a:off x="1070491" y="2993075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ubTitle" idx="5"/>
          </p:nvPr>
        </p:nvSpPr>
        <p:spPr>
          <a:xfrm>
            <a:off x="1070591" y="3503400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title" idx="6"/>
          </p:nvPr>
        </p:nvSpPr>
        <p:spPr>
          <a:xfrm>
            <a:off x="5922560" y="2993075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subTitle" idx="7"/>
          </p:nvPr>
        </p:nvSpPr>
        <p:spPr>
          <a:xfrm>
            <a:off x="5922560" y="3503400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0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1557907" y="1700650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subTitle" idx="1"/>
          </p:nvPr>
        </p:nvSpPr>
        <p:spPr>
          <a:xfrm>
            <a:off x="1558007" y="2210975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title" idx="2"/>
          </p:nvPr>
        </p:nvSpPr>
        <p:spPr>
          <a:xfrm>
            <a:off x="5461264" y="1706738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ubTitle" idx="3"/>
          </p:nvPr>
        </p:nvSpPr>
        <p:spPr>
          <a:xfrm>
            <a:off x="5461264" y="2217063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title" idx="4"/>
          </p:nvPr>
        </p:nvSpPr>
        <p:spPr>
          <a:xfrm>
            <a:off x="1557907" y="3244925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subTitle" idx="5"/>
          </p:nvPr>
        </p:nvSpPr>
        <p:spPr>
          <a:xfrm>
            <a:off x="1558007" y="3755250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title" idx="6"/>
          </p:nvPr>
        </p:nvSpPr>
        <p:spPr>
          <a:xfrm>
            <a:off x="5461276" y="3247752"/>
            <a:ext cx="2150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subTitle" idx="7"/>
          </p:nvPr>
        </p:nvSpPr>
        <p:spPr>
          <a:xfrm>
            <a:off x="5461276" y="3758077"/>
            <a:ext cx="2150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887950" y="1730102"/>
            <a:ext cx="196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subTitle" idx="1"/>
          </p:nvPr>
        </p:nvSpPr>
        <p:spPr>
          <a:xfrm>
            <a:off x="887950" y="2240427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title" idx="2"/>
          </p:nvPr>
        </p:nvSpPr>
        <p:spPr>
          <a:xfrm>
            <a:off x="3587274" y="1730102"/>
            <a:ext cx="196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subTitle" idx="3"/>
          </p:nvPr>
        </p:nvSpPr>
        <p:spPr>
          <a:xfrm>
            <a:off x="3587274" y="2240427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title" idx="4"/>
          </p:nvPr>
        </p:nvSpPr>
        <p:spPr>
          <a:xfrm>
            <a:off x="887950" y="3239702"/>
            <a:ext cx="196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subTitle" idx="5"/>
          </p:nvPr>
        </p:nvSpPr>
        <p:spPr>
          <a:xfrm>
            <a:off x="887950" y="3750027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title" idx="6"/>
          </p:nvPr>
        </p:nvSpPr>
        <p:spPr>
          <a:xfrm>
            <a:off x="3587274" y="3239702"/>
            <a:ext cx="196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2" name="Google Shape;182;p31"/>
          <p:cNvSpPr txBox="1">
            <a:spLocks noGrp="1"/>
          </p:cNvSpPr>
          <p:nvPr>
            <p:ph type="subTitle" idx="7"/>
          </p:nvPr>
        </p:nvSpPr>
        <p:spPr>
          <a:xfrm>
            <a:off x="3587274" y="3750027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title" idx="8"/>
          </p:nvPr>
        </p:nvSpPr>
        <p:spPr>
          <a:xfrm>
            <a:off x="6286549" y="1730102"/>
            <a:ext cx="196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subTitle" idx="9"/>
          </p:nvPr>
        </p:nvSpPr>
        <p:spPr>
          <a:xfrm>
            <a:off x="6286549" y="2240427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1"/>
          <p:cNvSpPr txBox="1">
            <a:spLocks noGrp="1"/>
          </p:cNvSpPr>
          <p:nvPr>
            <p:ph type="title" idx="13"/>
          </p:nvPr>
        </p:nvSpPr>
        <p:spPr>
          <a:xfrm>
            <a:off x="6286549" y="3239702"/>
            <a:ext cx="196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subTitle" idx="14"/>
          </p:nvPr>
        </p:nvSpPr>
        <p:spPr>
          <a:xfrm>
            <a:off x="6286549" y="3750027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1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BLANK_1_1_1_1_1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2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1233554" y="1126725"/>
            <a:ext cx="1364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subTitle" idx="1"/>
          </p:nvPr>
        </p:nvSpPr>
        <p:spPr>
          <a:xfrm>
            <a:off x="1233563" y="1560841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2"/>
          <p:cNvSpPr txBox="1">
            <a:spLocks noGrp="1"/>
          </p:cNvSpPr>
          <p:nvPr>
            <p:ph type="title" idx="2"/>
          </p:nvPr>
        </p:nvSpPr>
        <p:spPr>
          <a:xfrm>
            <a:off x="4989704" y="1126725"/>
            <a:ext cx="1364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32"/>
          <p:cNvSpPr txBox="1">
            <a:spLocks noGrp="1"/>
          </p:cNvSpPr>
          <p:nvPr>
            <p:ph type="subTitle" idx="3"/>
          </p:nvPr>
        </p:nvSpPr>
        <p:spPr>
          <a:xfrm>
            <a:off x="4989712" y="1560854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2"/>
          <p:cNvSpPr txBox="1">
            <a:spLocks noGrp="1"/>
          </p:cNvSpPr>
          <p:nvPr>
            <p:ph type="title" idx="4"/>
          </p:nvPr>
        </p:nvSpPr>
        <p:spPr>
          <a:xfrm>
            <a:off x="1233589" y="2275225"/>
            <a:ext cx="1364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6" name="Google Shape;196;p32"/>
          <p:cNvSpPr txBox="1">
            <a:spLocks noGrp="1"/>
          </p:cNvSpPr>
          <p:nvPr>
            <p:ph type="subTitle" idx="5"/>
          </p:nvPr>
        </p:nvSpPr>
        <p:spPr>
          <a:xfrm>
            <a:off x="1233613" y="2709341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title" idx="6"/>
          </p:nvPr>
        </p:nvSpPr>
        <p:spPr>
          <a:xfrm>
            <a:off x="1233554" y="3423725"/>
            <a:ext cx="1364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subTitle" idx="7"/>
          </p:nvPr>
        </p:nvSpPr>
        <p:spPr>
          <a:xfrm>
            <a:off x="1233562" y="3857841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2"/>
          <p:cNvSpPr txBox="1">
            <a:spLocks noGrp="1"/>
          </p:cNvSpPr>
          <p:nvPr>
            <p:ph type="title" idx="8"/>
          </p:nvPr>
        </p:nvSpPr>
        <p:spPr>
          <a:xfrm>
            <a:off x="4989721" y="2275225"/>
            <a:ext cx="1364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subTitle" idx="9"/>
          </p:nvPr>
        </p:nvSpPr>
        <p:spPr>
          <a:xfrm>
            <a:off x="4989737" y="2709354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2"/>
          <p:cNvSpPr txBox="1">
            <a:spLocks noGrp="1"/>
          </p:cNvSpPr>
          <p:nvPr>
            <p:ph type="title" idx="13"/>
          </p:nvPr>
        </p:nvSpPr>
        <p:spPr>
          <a:xfrm>
            <a:off x="4989721" y="3423725"/>
            <a:ext cx="1364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4"/>
          </p:nvPr>
        </p:nvSpPr>
        <p:spPr>
          <a:xfrm>
            <a:off x="4989737" y="3857854"/>
            <a:ext cx="1969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2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3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3"/>
          <p:cNvSpPr txBox="1">
            <a:spLocks noGrp="1"/>
          </p:cNvSpPr>
          <p:nvPr>
            <p:ph type="title" hasCustomPrompt="1"/>
          </p:nvPr>
        </p:nvSpPr>
        <p:spPr>
          <a:xfrm>
            <a:off x="826219" y="1402775"/>
            <a:ext cx="2066700" cy="6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8" name="Google Shape;208;p33"/>
          <p:cNvSpPr txBox="1">
            <a:spLocks noGrp="1"/>
          </p:cNvSpPr>
          <p:nvPr>
            <p:ph type="subTitle" idx="1"/>
          </p:nvPr>
        </p:nvSpPr>
        <p:spPr>
          <a:xfrm>
            <a:off x="826206" y="2235975"/>
            <a:ext cx="206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3"/>
          <p:cNvSpPr txBox="1">
            <a:spLocks noGrp="1"/>
          </p:cNvSpPr>
          <p:nvPr>
            <p:ph type="title" idx="2" hasCustomPrompt="1"/>
          </p:nvPr>
        </p:nvSpPr>
        <p:spPr>
          <a:xfrm>
            <a:off x="3538656" y="1402775"/>
            <a:ext cx="2066700" cy="6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0" name="Google Shape;210;p33"/>
          <p:cNvSpPr txBox="1">
            <a:spLocks noGrp="1"/>
          </p:cNvSpPr>
          <p:nvPr>
            <p:ph type="subTitle" idx="3"/>
          </p:nvPr>
        </p:nvSpPr>
        <p:spPr>
          <a:xfrm>
            <a:off x="3538644" y="2235975"/>
            <a:ext cx="206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3"/>
          <p:cNvSpPr txBox="1">
            <a:spLocks noGrp="1"/>
          </p:cNvSpPr>
          <p:nvPr>
            <p:ph type="title" idx="4" hasCustomPrompt="1"/>
          </p:nvPr>
        </p:nvSpPr>
        <p:spPr>
          <a:xfrm>
            <a:off x="2158890" y="3089250"/>
            <a:ext cx="2066700" cy="6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2" name="Google Shape;212;p33"/>
          <p:cNvSpPr txBox="1">
            <a:spLocks noGrp="1"/>
          </p:cNvSpPr>
          <p:nvPr>
            <p:ph type="subTitle" idx="5"/>
          </p:nvPr>
        </p:nvSpPr>
        <p:spPr>
          <a:xfrm>
            <a:off x="2158890" y="3922475"/>
            <a:ext cx="206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title" idx="6" hasCustomPrompt="1"/>
          </p:nvPr>
        </p:nvSpPr>
        <p:spPr>
          <a:xfrm>
            <a:off x="6251094" y="1402775"/>
            <a:ext cx="2066700" cy="6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4" name="Google Shape;214;p33"/>
          <p:cNvSpPr txBox="1">
            <a:spLocks noGrp="1"/>
          </p:cNvSpPr>
          <p:nvPr>
            <p:ph type="subTitle" idx="7"/>
          </p:nvPr>
        </p:nvSpPr>
        <p:spPr>
          <a:xfrm>
            <a:off x="6251081" y="2235975"/>
            <a:ext cx="206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3"/>
          <p:cNvSpPr txBox="1">
            <a:spLocks noGrp="1"/>
          </p:cNvSpPr>
          <p:nvPr>
            <p:ph type="title" idx="8" hasCustomPrompt="1"/>
          </p:nvPr>
        </p:nvSpPr>
        <p:spPr>
          <a:xfrm>
            <a:off x="4889565" y="3089250"/>
            <a:ext cx="2066700" cy="6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6" name="Google Shape;216;p33"/>
          <p:cNvSpPr txBox="1">
            <a:spLocks noGrp="1"/>
          </p:cNvSpPr>
          <p:nvPr>
            <p:ph type="subTitle" idx="9"/>
          </p:nvPr>
        </p:nvSpPr>
        <p:spPr>
          <a:xfrm>
            <a:off x="4889515" y="3922475"/>
            <a:ext cx="206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title" idx="1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subTitle" idx="1"/>
          </p:nvPr>
        </p:nvSpPr>
        <p:spPr>
          <a:xfrm>
            <a:off x="1018025" y="1243650"/>
            <a:ext cx="3524100" cy="32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4"/>
          <p:cNvSpPr txBox="1">
            <a:spLocks noGrp="1"/>
          </p:cNvSpPr>
          <p:nvPr>
            <p:ph type="subTitle" idx="2"/>
          </p:nvPr>
        </p:nvSpPr>
        <p:spPr>
          <a:xfrm>
            <a:off x="4601875" y="1243525"/>
            <a:ext cx="3524100" cy="32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5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5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6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6"/>
          <p:cNvSpPr txBox="1">
            <a:spLocks noGrp="1"/>
          </p:cNvSpPr>
          <p:nvPr>
            <p:ph type="ctrTitle"/>
          </p:nvPr>
        </p:nvSpPr>
        <p:spPr>
          <a:xfrm>
            <a:off x="1538360" y="760575"/>
            <a:ext cx="34602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7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subTitle" idx="1"/>
          </p:nvPr>
        </p:nvSpPr>
        <p:spPr>
          <a:xfrm>
            <a:off x="1534425" y="1739400"/>
            <a:ext cx="3468300" cy="11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3" name="Google Shape;233;p36"/>
          <p:cNvSpPr txBox="1"/>
          <p:nvPr/>
        </p:nvSpPr>
        <p:spPr>
          <a:xfrm>
            <a:off x="1534422" y="3613609"/>
            <a:ext cx="42450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-GB" sz="1000" b="1">
                <a:solidFill>
                  <a:schemeClr val="dk2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, and it includes icons by</a:t>
            </a:r>
            <a:r>
              <a:rPr lang="en-GB" sz="1000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GB" sz="1000" b="1">
                <a:solidFill>
                  <a:schemeClr val="accent1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0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, infographics &amp; images by</a:t>
            </a:r>
            <a:r>
              <a:rPr lang="en-GB" sz="1000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GB" sz="1000" b="1">
                <a:solidFill>
                  <a:schemeClr val="accent2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715100" y="910225"/>
            <a:ext cx="3439867" cy="3323052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4989025" y="910225"/>
            <a:ext cx="3439867" cy="3323052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1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>
            <a:spLocks noGrp="1"/>
          </p:cNvSpPr>
          <p:nvPr>
            <p:ph type="title"/>
          </p:nvPr>
        </p:nvSpPr>
        <p:spPr>
          <a:xfrm>
            <a:off x="1469575" y="1359175"/>
            <a:ext cx="3837300" cy="2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50" name="Google Shape;250;p42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3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3"/>
          <p:cNvSpPr txBox="1">
            <a:spLocks noGrp="1"/>
          </p:cNvSpPr>
          <p:nvPr>
            <p:ph type="title"/>
          </p:nvPr>
        </p:nvSpPr>
        <p:spPr>
          <a:xfrm>
            <a:off x="887950" y="1730102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6" name="Google Shape;256;p43"/>
          <p:cNvSpPr txBox="1">
            <a:spLocks noGrp="1"/>
          </p:cNvSpPr>
          <p:nvPr>
            <p:ph type="subTitle" idx="1"/>
          </p:nvPr>
        </p:nvSpPr>
        <p:spPr>
          <a:xfrm>
            <a:off x="887950" y="22404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43"/>
          <p:cNvSpPr txBox="1">
            <a:spLocks noGrp="1"/>
          </p:cNvSpPr>
          <p:nvPr>
            <p:ph type="title" idx="2"/>
          </p:nvPr>
        </p:nvSpPr>
        <p:spPr>
          <a:xfrm>
            <a:off x="3587274" y="1730102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8" name="Google Shape;258;p43"/>
          <p:cNvSpPr txBox="1">
            <a:spLocks noGrp="1"/>
          </p:cNvSpPr>
          <p:nvPr>
            <p:ph type="subTitle" idx="3"/>
          </p:nvPr>
        </p:nvSpPr>
        <p:spPr>
          <a:xfrm>
            <a:off x="3587274" y="22404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43"/>
          <p:cNvSpPr txBox="1">
            <a:spLocks noGrp="1"/>
          </p:cNvSpPr>
          <p:nvPr>
            <p:ph type="title" idx="4"/>
          </p:nvPr>
        </p:nvSpPr>
        <p:spPr>
          <a:xfrm>
            <a:off x="887950" y="3239702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0" name="Google Shape;260;p43"/>
          <p:cNvSpPr txBox="1">
            <a:spLocks noGrp="1"/>
          </p:cNvSpPr>
          <p:nvPr>
            <p:ph type="subTitle" idx="5"/>
          </p:nvPr>
        </p:nvSpPr>
        <p:spPr>
          <a:xfrm>
            <a:off x="887950" y="37500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3"/>
          <p:cNvSpPr txBox="1">
            <a:spLocks noGrp="1"/>
          </p:cNvSpPr>
          <p:nvPr>
            <p:ph type="title" idx="6"/>
          </p:nvPr>
        </p:nvSpPr>
        <p:spPr>
          <a:xfrm>
            <a:off x="3587274" y="3239702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2" name="Google Shape;262;p43"/>
          <p:cNvSpPr txBox="1">
            <a:spLocks noGrp="1"/>
          </p:cNvSpPr>
          <p:nvPr>
            <p:ph type="subTitle" idx="7"/>
          </p:nvPr>
        </p:nvSpPr>
        <p:spPr>
          <a:xfrm>
            <a:off x="3587274" y="37500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3"/>
          <p:cNvSpPr txBox="1">
            <a:spLocks noGrp="1"/>
          </p:cNvSpPr>
          <p:nvPr>
            <p:ph type="title" idx="8"/>
          </p:nvPr>
        </p:nvSpPr>
        <p:spPr>
          <a:xfrm>
            <a:off x="6286549" y="1730102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4" name="Google Shape;264;p43"/>
          <p:cNvSpPr txBox="1">
            <a:spLocks noGrp="1"/>
          </p:cNvSpPr>
          <p:nvPr>
            <p:ph type="subTitle" idx="9"/>
          </p:nvPr>
        </p:nvSpPr>
        <p:spPr>
          <a:xfrm>
            <a:off x="6286549" y="22404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43"/>
          <p:cNvSpPr txBox="1">
            <a:spLocks noGrp="1"/>
          </p:cNvSpPr>
          <p:nvPr>
            <p:ph type="title" idx="13"/>
          </p:nvPr>
        </p:nvSpPr>
        <p:spPr>
          <a:xfrm>
            <a:off x="6286549" y="3239702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6" name="Google Shape;266;p43"/>
          <p:cNvSpPr txBox="1">
            <a:spLocks noGrp="1"/>
          </p:cNvSpPr>
          <p:nvPr>
            <p:ph type="subTitle" idx="14"/>
          </p:nvPr>
        </p:nvSpPr>
        <p:spPr>
          <a:xfrm>
            <a:off x="6286549" y="37500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4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4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4"/>
          <p:cNvSpPr txBox="1">
            <a:spLocks noGrp="1"/>
          </p:cNvSpPr>
          <p:nvPr>
            <p:ph type="subTitle" idx="1"/>
          </p:nvPr>
        </p:nvSpPr>
        <p:spPr>
          <a:xfrm>
            <a:off x="898636" y="2417175"/>
            <a:ext cx="29076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4"/>
          <p:cNvSpPr txBox="1">
            <a:spLocks noGrp="1"/>
          </p:cNvSpPr>
          <p:nvPr>
            <p:ph type="title"/>
          </p:nvPr>
        </p:nvSpPr>
        <p:spPr>
          <a:xfrm>
            <a:off x="898636" y="1844488"/>
            <a:ext cx="305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5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5"/>
          <p:cNvSpPr txBox="1">
            <a:spLocks noGrp="1"/>
          </p:cNvSpPr>
          <p:nvPr>
            <p:ph type="ctrTitle"/>
          </p:nvPr>
        </p:nvSpPr>
        <p:spPr>
          <a:xfrm>
            <a:off x="1538360" y="760575"/>
            <a:ext cx="34602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7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7" name="Google Shape;277;p45"/>
          <p:cNvSpPr txBox="1">
            <a:spLocks noGrp="1"/>
          </p:cNvSpPr>
          <p:nvPr>
            <p:ph type="subTitle" idx="1"/>
          </p:nvPr>
        </p:nvSpPr>
        <p:spPr>
          <a:xfrm>
            <a:off x="1534425" y="1739400"/>
            <a:ext cx="34683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45"/>
          <p:cNvSpPr txBox="1"/>
          <p:nvPr/>
        </p:nvSpPr>
        <p:spPr>
          <a:xfrm>
            <a:off x="1534422" y="3613609"/>
            <a:ext cx="42450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-GB" sz="1000" b="1" i="0" u="none" strike="noStrike" cap="none">
                <a:solidFill>
                  <a:schemeClr val="hlink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lang="en-GB" sz="10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, and it includes icons by</a:t>
            </a:r>
            <a:r>
              <a:rPr lang="en-GB" sz="1000" b="0" i="0" u="none" strike="noStrike" cap="none">
                <a:solidFill>
                  <a:schemeClr val="accent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GB" sz="1000" b="1" i="0" u="none" strike="noStrike" cap="none">
                <a:solidFill>
                  <a:schemeClr val="hlink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3"/>
              </a:rPr>
              <a:t>Flaticon</a:t>
            </a:r>
            <a:r>
              <a:rPr lang="en-GB" sz="10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, infographics &amp; images by</a:t>
            </a:r>
            <a:r>
              <a:rPr lang="en-GB" sz="1000" b="0" i="0" u="none" strike="noStrike" cap="non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GB" sz="1000" b="1" i="0" u="none" strike="noStrike" cap="none">
                <a:solidFill>
                  <a:schemeClr val="hlink"/>
                </a:solidFill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4"/>
              </a:rPr>
              <a:t>Freepik</a:t>
            </a:r>
            <a:endParaRPr sz="1000" b="0" i="0" u="none" strike="noStrike" cap="none">
              <a:solidFill>
                <a:schemeClr val="accent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/>
          <p:nvPr/>
        </p:nvSpPr>
        <p:spPr>
          <a:xfrm>
            <a:off x="265350" y="102050"/>
            <a:ext cx="8634900" cy="4980101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/>
          <p:nvPr/>
        </p:nvSpPr>
        <p:spPr>
          <a:xfrm>
            <a:off x="420840" y="261444"/>
            <a:ext cx="8305847" cy="4631767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1755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 txBox="1">
            <a:spLocks noGrp="1"/>
          </p:cNvSpPr>
          <p:nvPr>
            <p:ph type="title" hasCustomPrompt="1"/>
          </p:nvPr>
        </p:nvSpPr>
        <p:spPr>
          <a:xfrm>
            <a:off x="4474125" y="1616450"/>
            <a:ext cx="3364200" cy="13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87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3" name="Google Shape;283;p46"/>
          <p:cNvSpPr txBox="1">
            <a:spLocks noGrp="1"/>
          </p:cNvSpPr>
          <p:nvPr>
            <p:ph type="subTitle" idx="1"/>
          </p:nvPr>
        </p:nvSpPr>
        <p:spPr>
          <a:xfrm>
            <a:off x="4474113" y="3044840"/>
            <a:ext cx="33642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/>
          <p:nvPr/>
        </p:nvSpPr>
        <p:spPr>
          <a:xfrm>
            <a:off x="715100" y="910225"/>
            <a:ext cx="3439867" cy="3323052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8"/>
          <p:cNvSpPr/>
          <p:nvPr/>
        </p:nvSpPr>
        <p:spPr>
          <a:xfrm>
            <a:off x="4989025" y="910225"/>
            <a:ext cx="3439867" cy="3323052"/>
          </a:xfrm>
          <a:custGeom>
            <a:avLst/>
            <a:gdLst/>
            <a:ahLst/>
            <a:cxnLst/>
            <a:rect l="l" t="t" r="r" b="b"/>
            <a:pathLst>
              <a:path w="258588" h="179092" fill="none" extrusionOk="0">
                <a:moveTo>
                  <a:pt x="215698" y="0"/>
                </a:moveTo>
                <a:lnTo>
                  <a:pt x="236148" y="0"/>
                </a:lnTo>
                <a:cubicBezTo>
                  <a:pt x="236148" y="12371"/>
                  <a:pt x="246217" y="22440"/>
                  <a:pt x="258588" y="22440"/>
                </a:cubicBezTo>
                <a:lnTo>
                  <a:pt x="258588" y="156651"/>
                </a:lnTo>
                <a:cubicBezTo>
                  <a:pt x="246217" y="156651"/>
                  <a:pt x="236148" y="166720"/>
                  <a:pt x="236148" y="179091"/>
                </a:cubicBezTo>
                <a:lnTo>
                  <a:pt x="22440" y="179091"/>
                </a:lnTo>
                <a:cubicBezTo>
                  <a:pt x="22440" y="166720"/>
                  <a:pt x="12372" y="156651"/>
                  <a:pt x="0" y="156651"/>
                </a:cubicBezTo>
                <a:lnTo>
                  <a:pt x="0" y="22440"/>
                </a:lnTo>
                <a:cubicBezTo>
                  <a:pt x="12372" y="22440"/>
                  <a:pt x="22440" y="12410"/>
                  <a:pt x="22440" y="0"/>
                </a:cubicBezTo>
                <a:lnTo>
                  <a:pt x="215698" y="0"/>
                </a:ln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miter lim="3902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66700" y="104775"/>
            <a:ext cx="8629650" cy="4981575"/>
          </a:xfrm>
          <a:custGeom>
            <a:avLst/>
            <a:gdLst/>
            <a:ahLst/>
            <a:cxnLst/>
            <a:rect l="l" t="t" r="r" b="b"/>
            <a:pathLst>
              <a:path w="8629650" h="4981575">
                <a:moveTo>
                  <a:pt x="7198359" y="0"/>
                </a:moveTo>
                <a:lnTo>
                  <a:pt x="7880731" y="0"/>
                </a:lnTo>
                <a:lnTo>
                  <a:pt x="7882462" y="42671"/>
                </a:lnTo>
                <a:lnTo>
                  <a:pt x="7887581" y="84581"/>
                </a:lnTo>
                <a:lnTo>
                  <a:pt x="7895976" y="125635"/>
                </a:lnTo>
                <a:lnTo>
                  <a:pt x="7907534" y="165740"/>
                </a:lnTo>
                <a:lnTo>
                  <a:pt x="7922142" y="204803"/>
                </a:lnTo>
                <a:lnTo>
                  <a:pt x="7939688" y="242728"/>
                </a:lnTo>
                <a:lnTo>
                  <a:pt x="7960060" y="279424"/>
                </a:lnTo>
                <a:lnTo>
                  <a:pt x="7983144" y="314795"/>
                </a:lnTo>
                <a:lnTo>
                  <a:pt x="8008829" y="348748"/>
                </a:lnTo>
                <a:lnTo>
                  <a:pt x="8037002" y="381191"/>
                </a:lnTo>
                <a:lnTo>
                  <a:pt x="8067550" y="412028"/>
                </a:lnTo>
                <a:lnTo>
                  <a:pt x="8100361" y="441166"/>
                </a:lnTo>
                <a:lnTo>
                  <a:pt x="8135323" y="468511"/>
                </a:lnTo>
                <a:lnTo>
                  <a:pt x="8172322" y="493971"/>
                </a:lnTo>
                <a:lnTo>
                  <a:pt x="8211247" y="517450"/>
                </a:lnTo>
                <a:lnTo>
                  <a:pt x="8251984" y="538856"/>
                </a:lnTo>
                <a:lnTo>
                  <a:pt x="8294422" y="558094"/>
                </a:lnTo>
                <a:lnTo>
                  <a:pt x="8338448" y="575071"/>
                </a:lnTo>
                <a:lnTo>
                  <a:pt x="8383950" y="589694"/>
                </a:lnTo>
                <a:lnTo>
                  <a:pt x="8430814" y="601868"/>
                </a:lnTo>
                <a:lnTo>
                  <a:pt x="8478929" y="611500"/>
                </a:lnTo>
                <a:lnTo>
                  <a:pt x="8528181" y="618495"/>
                </a:lnTo>
                <a:lnTo>
                  <a:pt x="8578459" y="622762"/>
                </a:lnTo>
                <a:lnTo>
                  <a:pt x="8629650" y="624204"/>
                </a:lnTo>
                <a:lnTo>
                  <a:pt x="8629650" y="4357357"/>
                </a:lnTo>
                <a:lnTo>
                  <a:pt x="8578459" y="4358800"/>
                </a:lnTo>
                <a:lnTo>
                  <a:pt x="8528181" y="4363067"/>
                </a:lnTo>
                <a:lnTo>
                  <a:pt x="8478929" y="4370064"/>
                </a:lnTo>
                <a:lnTo>
                  <a:pt x="8430814" y="4379697"/>
                </a:lnTo>
                <a:lnTo>
                  <a:pt x="8383950" y="4391873"/>
                </a:lnTo>
                <a:lnTo>
                  <a:pt x="8338448" y="4406497"/>
                </a:lnTo>
                <a:lnTo>
                  <a:pt x="8294422" y="4423476"/>
                </a:lnTo>
                <a:lnTo>
                  <a:pt x="8251984" y="4442716"/>
                </a:lnTo>
                <a:lnTo>
                  <a:pt x="8211247" y="4464124"/>
                </a:lnTo>
                <a:lnTo>
                  <a:pt x="8172322" y="4487605"/>
                </a:lnTo>
                <a:lnTo>
                  <a:pt x="8135323" y="4513066"/>
                </a:lnTo>
                <a:lnTo>
                  <a:pt x="8100361" y="4540413"/>
                </a:lnTo>
                <a:lnTo>
                  <a:pt x="8067550" y="4569552"/>
                </a:lnTo>
                <a:lnTo>
                  <a:pt x="8037002" y="4600389"/>
                </a:lnTo>
                <a:lnTo>
                  <a:pt x="8008829" y="4632831"/>
                </a:lnTo>
                <a:lnTo>
                  <a:pt x="7983144" y="4666784"/>
                </a:lnTo>
                <a:lnTo>
                  <a:pt x="7960060" y="4702155"/>
                </a:lnTo>
                <a:lnTo>
                  <a:pt x="7939688" y="4738848"/>
                </a:lnTo>
                <a:lnTo>
                  <a:pt x="7922142" y="4776771"/>
                </a:lnTo>
                <a:lnTo>
                  <a:pt x="7907534" y="4815830"/>
                </a:lnTo>
                <a:lnTo>
                  <a:pt x="7895976" y="4855930"/>
                </a:lnTo>
                <a:lnTo>
                  <a:pt x="7887581" y="4896979"/>
                </a:lnTo>
                <a:lnTo>
                  <a:pt x="7882462" y="4938883"/>
                </a:lnTo>
                <a:lnTo>
                  <a:pt x="7880731" y="4981547"/>
                </a:lnTo>
                <a:lnTo>
                  <a:pt x="748868" y="4981547"/>
                </a:lnTo>
                <a:lnTo>
                  <a:pt x="747136" y="4938883"/>
                </a:lnTo>
                <a:lnTo>
                  <a:pt x="742018" y="4896979"/>
                </a:lnTo>
                <a:lnTo>
                  <a:pt x="733624" y="4855930"/>
                </a:lnTo>
                <a:lnTo>
                  <a:pt x="722068" y="4815830"/>
                </a:lnTo>
                <a:lnTo>
                  <a:pt x="707462" y="4776771"/>
                </a:lnTo>
                <a:lnTo>
                  <a:pt x="689918" y="4738848"/>
                </a:lnTo>
                <a:lnTo>
                  <a:pt x="669549" y="4702155"/>
                </a:lnTo>
                <a:lnTo>
                  <a:pt x="646467" y="4666784"/>
                </a:lnTo>
                <a:lnTo>
                  <a:pt x="620785" y="4632831"/>
                </a:lnTo>
                <a:lnTo>
                  <a:pt x="592615" y="4600389"/>
                </a:lnTo>
                <a:lnTo>
                  <a:pt x="562070" y="4569552"/>
                </a:lnTo>
                <a:lnTo>
                  <a:pt x="529262" y="4540413"/>
                </a:lnTo>
                <a:lnTo>
                  <a:pt x="494304" y="4513066"/>
                </a:lnTo>
                <a:lnTo>
                  <a:pt x="457308" y="4487605"/>
                </a:lnTo>
                <a:lnTo>
                  <a:pt x="418386" y="4464124"/>
                </a:lnTo>
                <a:lnTo>
                  <a:pt x="377651" y="4442716"/>
                </a:lnTo>
                <a:lnTo>
                  <a:pt x="335216" y="4423476"/>
                </a:lnTo>
                <a:lnTo>
                  <a:pt x="291193" y="4406497"/>
                </a:lnTo>
                <a:lnTo>
                  <a:pt x="245694" y="4391873"/>
                </a:lnTo>
                <a:lnTo>
                  <a:pt x="198831" y="4379697"/>
                </a:lnTo>
                <a:lnTo>
                  <a:pt x="150718" y="4370064"/>
                </a:lnTo>
                <a:lnTo>
                  <a:pt x="101467" y="4363067"/>
                </a:lnTo>
                <a:lnTo>
                  <a:pt x="51190" y="4358800"/>
                </a:lnTo>
                <a:lnTo>
                  <a:pt x="0" y="4357357"/>
                </a:lnTo>
                <a:lnTo>
                  <a:pt x="0" y="624204"/>
                </a:lnTo>
                <a:lnTo>
                  <a:pt x="51190" y="622767"/>
                </a:lnTo>
                <a:lnTo>
                  <a:pt x="101467" y="618515"/>
                </a:lnTo>
                <a:lnTo>
                  <a:pt x="150718" y="611541"/>
                </a:lnTo>
                <a:lnTo>
                  <a:pt x="198831" y="601938"/>
                </a:lnTo>
                <a:lnTo>
                  <a:pt x="245694" y="589799"/>
                </a:lnTo>
                <a:lnTo>
                  <a:pt x="291193" y="575214"/>
                </a:lnTo>
                <a:lnTo>
                  <a:pt x="335216" y="558278"/>
                </a:lnTo>
                <a:lnTo>
                  <a:pt x="377651" y="539082"/>
                </a:lnTo>
                <a:lnTo>
                  <a:pt x="418386" y="517718"/>
                </a:lnTo>
                <a:lnTo>
                  <a:pt x="457308" y="494279"/>
                </a:lnTo>
                <a:lnTo>
                  <a:pt x="494304" y="468858"/>
                </a:lnTo>
                <a:lnTo>
                  <a:pt x="529262" y="441547"/>
                </a:lnTo>
                <a:lnTo>
                  <a:pt x="562070" y="412437"/>
                </a:lnTo>
                <a:lnTo>
                  <a:pt x="592615" y="381623"/>
                </a:lnTo>
                <a:lnTo>
                  <a:pt x="620785" y="349195"/>
                </a:lnTo>
                <a:lnTo>
                  <a:pt x="646467" y="315246"/>
                </a:lnTo>
                <a:lnTo>
                  <a:pt x="669549" y="279870"/>
                </a:lnTo>
                <a:lnTo>
                  <a:pt x="689918" y="243157"/>
                </a:lnTo>
                <a:lnTo>
                  <a:pt x="707462" y="205201"/>
                </a:lnTo>
                <a:lnTo>
                  <a:pt x="722068" y="166093"/>
                </a:lnTo>
                <a:lnTo>
                  <a:pt x="733624" y="125927"/>
                </a:lnTo>
                <a:lnTo>
                  <a:pt x="742018" y="84794"/>
                </a:lnTo>
                <a:lnTo>
                  <a:pt x="747136" y="42788"/>
                </a:lnTo>
                <a:lnTo>
                  <a:pt x="748868" y="0"/>
                </a:lnTo>
                <a:lnTo>
                  <a:pt x="7198359" y="0"/>
                </a:lnTo>
                <a:close/>
              </a:path>
            </a:pathLst>
          </a:custGeom>
          <a:ln w="38099">
            <a:solidFill>
              <a:srgbClr val="FFBA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19099" y="257174"/>
            <a:ext cx="8305800" cy="4638675"/>
          </a:xfrm>
          <a:custGeom>
            <a:avLst/>
            <a:gdLst/>
            <a:ahLst/>
            <a:cxnLst/>
            <a:rect l="l" t="t" r="r" b="b"/>
            <a:pathLst>
              <a:path w="8305800" h="4638675">
                <a:moveTo>
                  <a:pt x="6928231" y="0"/>
                </a:moveTo>
                <a:lnTo>
                  <a:pt x="7585075" y="0"/>
                </a:lnTo>
                <a:lnTo>
                  <a:pt x="7587055" y="43305"/>
                </a:lnTo>
                <a:lnTo>
                  <a:pt x="7592904" y="85759"/>
                </a:lnTo>
                <a:lnTo>
                  <a:pt x="7602480" y="127248"/>
                </a:lnTo>
                <a:lnTo>
                  <a:pt x="7615643" y="167658"/>
                </a:lnTo>
                <a:lnTo>
                  <a:pt x="7632253" y="206875"/>
                </a:lnTo>
                <a:lnTo>
                  <a:pt x="7652168" y="244788"/>
                </a:lnTo>
                <a:lnTo>
                  <a:pt x="7675249" y="281281"/>
                </a:lnTo>
                <a:lnTo>
                  <a:pt x="7701355" y="316242"/>
                </a:lnTo>
                <a:lnTo>
                  <a:pt x="7730346" y="349558"/>
                </a:lnTo>
                <a:lnTo>
                  <a:pt x="7762080" y="381114"/>
                </a:lnTo>
                <a:lnTo>
                  <a:pt x="7796418" y="410797"/>
                </a:lnTo>
                <a:lnTo>
                  <a:pt x="7833220" y="438494"/>
                </a:lnTo>
                <a:lnTo>
                  <a:pt x="7872344" y="464092"/>
                </a:lnTo>
                <a:lnTo>
                  <a:pt x="7913650" y="487477"/>
                </a:lnTo>
                <a:lnTo>
                  <a:pt x="7956998" y="508535"/>
                </a:lnTo>
                <a:lnTo>
                  <a:pt x="8002247" y="527154"/>
                </a:lnTo>
                <a:lnTo>
                  <a:pt x="8049256" y="543219"/>
                </a:lnTo>
                <a:lnTo>
                  <a:pt x="8097886" y="556618"/>
                </a:lnTo>
                <a:lnTo>
                  <a:pt x="8147996" y="567237"/>
                </a:lnTo>
                <a:lnTo>
                  <a:pt x="8199445" y="574962"/>
                </a:lnTo>
                <a:lnTo>
                  <a:pt x="8252093" y="579681"/>
                </a:lnTo>
                <a:lnTo>
                  <a:pt x="8305800" y="581278"/>
                </a:lnTo>
                <a:lnTo>
                  <a:pt x="8305800" y="4057434"/>
                </a:lnTo>
                <a:lnTo>
                  <a:pt x="8252093" y="4059031"/>
                </a:lnTo>
                <a:lnTo>
                  <a:pt x="8199445" y="4063748"/>
                </a:lnTo>
                <a:lnTo>
                  <a:pt x="8147996" y="4071472"/>
                </a:lnTo>
                <a:lnTo>
                  <a:pt x="8097886" y="4082088"/>
                </a:lnTo>
                <a:lnTo>
                  <a:pt x="8049256" y="4095484"/>
                </a:lnTo>
                <a:lnTo>
                  <a:pt x="8002247" y="4111547"/>
                </a:lnTo>
                <a:lnTo>
                  <a:pt x="7956998" y="4130162"/>
                </a:lnTo>
                <a:lnTo>
                  <a:pt x="7913650" y="4151216"/>
                </a:lnTo>
                <a:lnTo>
                  <a:pt x="7872344" y="4174597"/>
                </a:lnTo>
                <a:lnTo>
                  <a:pt x="7833220" y="4200191"/>
                </a:lnTo>
                <a:lnTo>
                  <a:pt x="7796418" y="4227883"/>
                </a:lnTo>
                <a:lnTo>
                  <a:pt x="7762080" y="4257563"/>
                </a:lnTo>
                <a:lnTo>
                  <a:pt x="7730346" y="4289114"/>
                </a:lnTo>
                <a:lnTo>
                  <a:pt x="7701355" y="4322425"/>
                </a:lnTo>
                <a:lnTo>
                  <a:pt x="7675249" y="4357383"/>
                </a:lnTo>
                <a:lnTo>
                  <a:pt x="7652168" y="4393872"/>
                </a:lnTo>
                <a:lnTo>
                  <a:pt x="7632253" y="4431781"/>
                </a:lnTo>
                <a:lnTo>
                  <a:pt x="7615643" y="4470997"/>
                </a:lnTo>
                <a:lnTo>
                  <a:pt x="7602480" y="4511404"/>
                </a:lnTo>
                <a:lnTo>
                  <a:pt x="7592904" y="4552891"/>
                </a:lnTo>
                <a:lnTo>
                  <a:pt x="7587055" y="4595344"/>
                </a:lnTo>
                <a:lnTo>
                  <a:pt x="7585075" y="4638649"/>
                </a:lnTo>
                <a:lnTo>
                  <a:pt x="720763" y="4638649"/>
                </a:lnTo>
                <a:lnTo>
                  <a:pt x="718782" y="4595344"/>
                </a:lnTo>
                <a:lnTo>
                  <a:pt x="712932" y="4552891"/>
                </a:lnTo>
                <a:lnTo>
                  <a:pt x="703355" y="4511404"/>
                </a:lnTo>
                <a:lnTo>
                  <a:pt x="690191" y="4470997"/>
                </a:lnTo>
                <a:lnTo>
                  <a:pt x="673580" y="4431781"/>
                </a:lnTo>
                <a:lnTo>
                  <a:pt x="653662" y="4393872"/>
                </a:lnTo>
                <a:lnTo>
                  <a:pt x="630579" y="4357383"/>
                </a:lnTo>
                <a:lnTo>
                  <a:pt x="604471" y="4322425"/>
                </a:lnTo>
                <a:lnTo>
                  <a:pt x="575478" y="4289114"/>
                </a:lnTo>
                <a:lnTo>
                  <a:pt x="543740" y="4257563"/>
                </a:lnTo>
                <a:lnTo>
                  <a:pt x="509400" y="4227883"/>
                </a:lnTo>
                <a:lnTo>
                  <a:pt x="472596" y="4200191"/>
                </a:lnTo>
                <a:lnTo>
                  <a:pt x="433469" y="4174597"/>
                </a:lnTo>
                <a:lnTo>
                  <a:pt x="392161" y="4151216"/>
                </a:lnTo>
                <a:lnTo>
                  <a:pt x="348810" y="4130162"/>
                </a:lnTo>
                <a:lnTo>
                  <a:pt x="303559" y="4111547"/>
                </a:lnTo>
                <a:lnTo>
                  <a:pt x="256548" y="4095484"/>
                </a:lnTo>
                <a:lnTo>
                  <a:pt x="207916" y="4082088"/>
                </a:lnTo>
                <a:lnTo>
                  <a:pt x="157805" y="4071472"/>
                </a:lnTo>
                <a:lnTo>
                  <a:pt x="106355" y="4063748"/>
                </a:lnTo>
                <a:lnTo>
                  <a:pt x="53706" y="4059031"/>
                </a:lnTo>
                <a:lnTo>
                  <a:pt x="0" y="4057434"/>
                </a:lnTo>
                <a:lnTo>
                  <a:pt x="0" y="581278"/>
                </a:lnTo>
                <a:lnTo>
                  <a:pt x="53706" y="579687"/>
                </a:lnTo>
                <a:lnTo>
                  <a:pt x="106355" y="574985"/>
                </a:lnTo>
                <a:lnTo>
                  <a:pt x="157805" y="567286"/>
                </a:lnTo>
                <a:lnTo>
                  <a:pt x="207916" y="556701"/>
                </a:lnTo>
                <a:lnTo>
                  <a:pt x="256548" y="543341"/>
                </a:lnTo>
                <a:lnTo>
                  <a:pt x="303559" y="527319"/>
                </a:lnTo>
                <a:lnTo>
                  <a:pt x="348810" y="508746"/>
                </a:lnTo>
                <a:lnTo>
                  <a:pt x="392161" y="487733"/>
                </a:lnTo>
                <a:lnTo>
                  <a:pt x="433469" y="464393"/>
                </a:lnTo>
                <a:lnTo>
                  <a:pt x="472596" y="438838"/>
                </a:lnTo>
                <a:lnTo>
                  <a:pt x="509400" y="411178"/>
                </a:lnTo>
                <a:lnTo>
                  <a:pt x="543740" y="381526"/>
                </a:lnTo>
                <a:lnTo>
                  <a:pt x="575478" y="349993"/>
                </a:lnTo>
                <a:lnTo>
                  <a:pt x="604471" y="316691"/>
                </a:lnTo>
                <a:lnTo>
                  <a:pt x="630579" y="281732"/>
                </a:lnTo>
                <a:lnTo>
                  <a:pt x="653662" y="245228"/>
                </a:lnTo>
                <a:lnTo>
                  <a:pt x="673580" y="207289"/>
                </a:lnTo>
                <a:lnTo>
                  <a:pt x="690191" y="168029"/>
                </a:lnTo>
                <a:lnTo>
                  <a:pt x="703355" y="127558"/>
                </a:lnTo>
                <a:lnTo>
                  <a:pt x="712932" y="85988"/>
                </a:lnTo>
                <a:lnTo>
                  <a:pt x="718782" y="43431"/>
                </a:lnTo>
                <a:lnTo>
                  <a:pt x="720763" y="0"/>
                </a:lnTo>
                <a:lnTo>
                  <a:pt x="6928231" y="0"/>
                </a:lnTo>
                <a:close/>
              </a:path>
            </a:pathLst>
          </a:custGeom>
          <a:ln w="17550">
            <a:solidFill>
              <a:srgbClr val="FFBA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FFBA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813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Londrina Solid"/>
              <a:buNone/>
              <a:defRPr sz="3700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Londrina Solid"/>
              <a:buNone/>
              <a:defRPr sz="3700" b="0" i="0" u="none" strike="noStrike" cap="non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lfa Slab One"/>
              <a:buNone/>
              <a:defRPr sz="3700" b="0" i="0" u="none" strike="noStrike" cap="none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241" name="Google Shape;241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ulish"/>
              <a:buChar char="■"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m.s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X1EgsE5dQ1Dm3nbxjRBHdJkGTPZGF42lE7DqCGT0oYs/co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mailto:restopilot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>
            <a:spLocks noGrp="1"/>
          </p:cNvSpPr>
          <p:nvPr>
            <p:ph type="ctrTitle"/>
          </p:nvPr>
        </p:nvSpPr>
        <p:spPr>
          <a:xfrm>
            <a:off x="2150025" y="931163"/>
            <a:ext cx="4755600" cy="25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dk2"/>
                </a:solidFill>
              </a:rPr>
              <a:t>Navigate Your Restaurant </a:t>
            </a:r>
            <a:r>
              <a:rPr lang="en-GB" sz="6000">
                <a:solidFill>
                  <a:srgbClr val="6FA8DC"/>
                </a:solidFill>
              </a:rPr>
              <a:t>With Precision</a:t>
            </a:r>
            <a:endParaRPr sz="6000">
              <a:solidFill>
                <a:srgbClr val="6FA8DC"/>
              </a:solidFill>
            </a:endParaRPr>
          </a:p>
        </p:txBody>
      </p:sp>
      <p:sp>
        <p:nvSpPr>
          <p:cNvPr id="293" name="Google Shape;293;p49"/>
          <p:cNvSpPr txBox="1">
            <a:spLocks noGrp="1"/>
          </p:cNvSpPr>
          <p:nvPr>
            <p:ph type="subTitle" idx="1"/>
          </p:nvPr>
        </p:nvSpPr>
        <p:spPr>
          <a:xfrm>
            <a:off x="1988525" y="3522900"/>
            <a:ext cx="5190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Management System Lab(CSE0612302)</a:t>
            </a:r>
            <a:endParaRPr/>
          </a:p>
        </p:txBody>
      </p:sp>
      <p:sp>
        <p:nvSpPr>
          <p:cNvPr id="294" name="Google Shape;294;p49"/>
          <p:cNvSpPr/>
          <p:nvPr/>
        </p:nvSpPr>
        <p:spPr>
          <a:xfrm rot="-5400000">
            <a:off x="920500" y="6905150"/>
            <a:ext cx="58800" cy="5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49"/>
          <p:cNvSpPr/>
          <p:nvPr/>
        </p:nvSpPr>
        <p:spPr>
          <a:xfrm>
            <a:off x="2539950" y="2708700"/>
            <a:ext cx="20250" cy="18900"/>
          </a:xfrm>
          <a:custGeom>
            <a:avLst/>
            <a:gdLst/>
            <a:ahLst/>
            <a:cxnLst/>
            <a:rect l="l" t="t" r="r" b="b"/>
            <a:pathLst>
              <a:path w="810" h="756" extrusionOk="0">
                <a:moveTo>
                  <a:pt x="458" y="1"/>
                </a:moveTo>
                <a:cubicBezTo>
                  <a:pt x="170" y="1"/>
                  <a:pt x="0" y="703"/>
                  <a:pt x="380" y="703"/>
                </a:cubicBezTo>
                <a:cubicBezTo>
                  <a:pt x="380" y="703"/>
                  <a:pt x="380" y="703"/>
                  <a:pt x="419" y="742"/>
                </a:cubicBezTo>
                <a:cubicBezTo>
                  <a:pt x="447" y="751"/>
                  <a:pt x="474" y="756"/>
                  <a:pt x="500" y="756"/>
                </a:cubicBezTo>
                <a:cubicBezTo>
                  <a:pt x="688" y="756"/>
                  <a:pt x="809" y="523"/>
                  <a:pt x="809" y="352"/>
                </a:cubicBezTo>
                <a:cubicBezTo>
                  <a:pt x="770" y="235"/>
                  <a:pt x="692" y="118"/>
                  <a:pt x="575" y="40"/>
                </a:cubicBezTo>
                <a:cubicBezTo>
                  <a:pt x="535" y="13"/>
                  <a:pt x="495" y="1"/>
                  <a:pt x="4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49"/>
          <p:cNvGrpSpPr/>
          <p:nvPr/>
        </p:nvGrpSpPr>
        <p:grpSpPr>
          <a:xfrm rot="-4794901">
            <a:off x="915049" y="1910485"/>
            <a:ext cx="1341483" cy="1587921"/>
            <a:chOff x="1287925" y="3296400"/>
            <a:chExt cx="1341550" cy="1588000"/>
          </a:xfrm>
        </p:grpSpPr>
        <p:sp>
          <p:nvSpPr>
            <p:cNvPr id="297" name="Google Shape;297;p49"/>
            <p:cNvSpPr/>
            <p:nvPr/>
          </p:nvSpPr>
          <p:spPr>
            <a:xfrm>
              <a:off x="1801125" y="3628225"/>
              <a:ext cx="130075" cy="366600"/>
            </a:xfrm>
            <a:custGeom>
              <a:avLst/>
              <a:gdLst/>
              <a:ahLst/>
              <a:cxnLst/>
              <a:rect l="l" t="t" r="r" b="b"/>
              <a:pathLst>
                <a:path w="5203" h="14664" extrusionOk="0">
                  <a:moveTo>
                    <a:pt x="4970" y="1"/>
                  </a:moveTo>
                  <a:cubicBezTo>
                    <a:pt x="4906" y="1"/>
                    <a:pt x="4841" y="31"/>
                    <a:pt x="4800" y="99"/>
                  </a:cubicBezTo>
                  <a:cubicBezTo>
                    <a:pt x="2537" y="4392"/>
                    <a:pt x="312" y="9583"/>
                    <a:pt x="0" y="14500"/>
                  </a:cubicBezTo>
                  <a:cubicBezTo>
                    <a:pt x="0" y="14596"/>
                    <a:pt x="75" y="14663"/>
                    <a:pt x="150" y="14663"/>
                  </a:cubicBezTo>
                  <a:cubicBezTo>
                    <a:pt x="196" y="14663"/>
                    <a:pt x="243" y="14638"/>
                    <a:pt x="273" y="14578"/>
                  </a:cubicBezTo>
                  <a:cubicBezTo>
                    <a:pt x="1054" y="12158"/>
                    <a:pt x="1483" y="9700"/>
                    <a:pt x="2264" y="7241"/>
                  </a:cubicBezTo>
                  <a:cubicBezTo>
                    <a:pt x="3083" y="4860"/>
                    <a:pt x="4059" y="2519"/>
                    <a:pt x="5151" y="255"/>
                  </a:cubicBezTo>
                  <a:cubicBezTo>
                    <a:pt x="5202" y="103"/>
                    <a:pt x="5088" y="1"/>
                    <a:pt x="4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9"/>
            <p:cNvSpPr/>
            <p:nvPr/>
          </p:nvSpPr>
          <p:spPr>
            <a:xfrm>
              <a:off x="1765425" y="4156000"/>
              <a:ext cx="30425" cy="22625"/>
            </a:xfrm>
            <a:custGeom>
              <a:avLst/>
              <a:gdLst/>
              <a:ahLst/>
              <a:cxnLst/>
              <a:rect l="l" t="t" r="r" b="b"/>
              <a:pathLst>
                <a:path w="1217" h="905" extrusionOk="0">
                  <a:moveTo>
                    <a:pt x="591" y="1"/>
                  </a:moveTo>
                  <a:cubicBezTo>
                    <a:pt x="473" y="1"/>
                    <a:pt x="352" y="53"/>
                    <a:pt x="257" y="179"/>
                  </a:cubicBezTo>
                  <a:cubicBezTo>
                    <a:pt x="1" y="521"/>
                    <a:pt x="306" y="905"/>
                    <a:pt x="626" y="905"/>
                  </a:cubicBezTo>
                  <a:cubicBezTo>
                    <a:pt x="744" y="905"/>
                    <a:pt x="865" y="852"/>
                    <a:pt x="960" y="726"/>
                  </a:cubicBezTo>
                  <a:cubicBezTo>
                    <a:pt x="1216" y="384"/>
                    <a:pt x="911" y="1"/>
                    <a:pt x="5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9"/>
            <p:cNvSpPr/>
            <p:nvPr/>
          </p:nvSpPr>
          <p:spPr>
            <a:xfrm>
              <a:off x="1909550" y="4210575"/>
              <a:ext cx="34200" cy="26075"/>
            </a:xfrm>
            <a:custGeom>
              <a:avLst/>
              <a:gdLst/>
              <a:ahLst/>
              <a:cxnLst/>
              <a:rect l="l" t="t" r="r" b="b"/>
              <a:pathLst>
                <a:path w="1368" h="1043" extrusionOk="0">
                  <a:moveTo>
                    <a:pt x="678" y="0"/>
                  </a:moveTo>
                  <a:cubicBezTo>
                    <a:pt x="521" y="0"/>
                    <a:pt x="366" y="76"/>
                    <a:pt x="268" y="260"/>
                  </a:cubicBezTo>
                  <a:cubicBezTo>
                    <a:pt x="1" y="594"/>
                    <a:pt x="248" y="1042"/>
                    <a:pt x="619" y="1042"/>
                  </a:cubicBezTo>
                  <a:cubicBezTo>
                    <a:pt x="681" y="1042"/>
                    <a:pt x="747" y="1030"/>
                    <a:pt x="814" y="1001"/>
                  </a:cubicBezTo>
                  <a:cubicBezTo>
                    <a:pt x="971" y="962"/>
                    <a:pt x="1088" y="884"/>
                    <a:pt x="1127" y="767"/>
                  </a:cubicBezTo>
                  <a:cubicBezTo>
                    <a:pt x="1368" y="365"/>
                    <a:pt x="1020" y="0"/>
                    <a:pt x="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9"/>
            <p:cNvSpPr/>
            <p:nvPr/>
          </p:nvSpPr>
          <p:spPr>
            <a:xfrm>
              <a:off x="1909400" y="4120375"/>
              <a:ext cx="24425" cy="24000"/>
            </a:xfrm>
            <a:custGeom>
              <a:avLst/>
              <a:gdLst/>
              <a:ahLst/>
              <a:cxnLst/>
              <a:rect l="l" t="t" r="r" b="b"/>
              <a:pathLst>
                <a:path w="977" h="960" extrusionOk="0">
                  <a:moveTo>
                    <a:pt x="529" y="0"/>
                  </a:moveTo>
                  <a:cubicBezTo>
                    <a:pt x="509" y="0"/>
                    <a:pt x="489" y="2"/>
                    <a:pt x="469" y="4"/>
                  </a:cubicBezTo>
                  <a:cubicBezTo>
                    <a:pt x="196" y="43"/>
                    <a:pt x="1" y="317"/>
                    <a:pt x="118" y="629"/>
                  </a:cubicBezTo>
                  <a:cubicBezTo>
                    <a:pt x="118" y="629"/>
                    <a:pt x="118" y="668"/>
                    <a:pt x="157" y="707"/>
                  </a:cubicBezTo>
                  <a:cubicBezTo>
                    <a:pt x="226" y="879"/>
                    <a:pt x="378" y="960"/>
                    <a:pt x="534" y="960"/>
                  </a:cubicBezTo>
                  <a:cubicBezTo>
                    <a:pt x="731" y="960"/>
                    <a:pt x="933" y="830"/>
                    <a:pt x="977" y="590"/>
                  </a:cubicBezTo>
                  <a:cubicBezTo>
                    <a:pt x="977" y="551"/>
                    <a:pt x="977" y="551"/>
                    <a:pt x="977" y="512"/>
                  </a:cubicBezTo>
                  <a:cubicBezTo>
                    <a:pt x="977" y="222"/>
                    <a:pt x="776" y="0"/>
                    <a:pt x="5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9"/>
            <p:cNvSpPr/>
            <p:nvPr/>
          </p:nvSpPr>
          <p:spPr>
            <a:xfrm>
              <a:off x="2541625" y="3643625"/>
              <a:ext cx="22100" cy="18350"/>
            </a:xfrm>
            <a:custGeom>
              <a:avLst/>
              <a:gdLst/>
              <a:ahLst/>
              <a:cxnLst/>
              <a:rect l="l" t="t" r="r" b="b"/>
              <a:pathLst>
                <a:path w="884" h="734" extrusionOk="0">
                  <a:moveTo>
                    <a:pt x="288" y="1"/>
                  </a:moveTo>
                  <a:cubicBezTo>
                    <a:pt x="150" y="1"/>
                    <a:pt x="28" y="65"/>
                    <a:pt x="1" y="225"/>
                  </a:cubicBezTo>
                  <a:cubicBezTo>
                    <a:pt x="1" y="420"/>
                    <a:pt x="1" y="615"/>
                    <a:pt x="196" y="693"/>
                  </a:cubicBezTo>
                  <a:cubicBezTo>
                    <a:pt x="244" y="722"/>
                    <a:pt x="289" y="734"/>
                    <a:pt x="333" y="734"/>
                  </a:cubicBezTo>
                  <a:cubicBezTo>
                    <a:pt x="467" y="734"/>
                    <a:pt x="585" y="616"/>
                    <a:pt x="703" y="498"/>
                  </a:cubicBezTo>
                  <a:cubicBezTo>
                    <a:pt x="883" y="241"/>
                    <a:pt x="555" y="1"/>
                    <a:pt x="2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9"/>
            <p:cNvSpPr/>
            <p:nvPr/>
          </p:nvSpPr>
          <p:spPr>
            <a:xfrm>
              <a:off x="2504825" y="3732275"/>
              <a:ext cx="23900" cy="18350"/>
            </a:xfrm>
            <a:custGeom>
              <a:avLst/>
              <a:gdLst/>
              <a:ahLst/>
              <a:cxnLst/>
              <a:rect l="l" t="t" r="r" b="b"/>
              <a:pathLst>
                <a:path w="956" h="734" extrusionOk="0">
                  <a:moveTo>
                    <a:pt x="428" y="0"/>
                  </a:moveTo>
                  <a:cubicBezTo>
                    <a:pt x="333" y="0"/>
                    <a:pt x="235" y="34"/>
                    <a:pt x="146" y="113"/>
                  </a:cubicBezTo>
                  <a:cubicBezTo>
                    <a:pt x="0" y="434"/>
                    <a:pt x="247" y="733"/>
                    <a:pt x="528" y="733"/>
                  </a:cubicBezTo>
                  <a:cubicBezTo>
                    <a:pt x="622" y="733"/>
                    <a:pt x="721" y="699"/>
                    <a:pt x="809" y="620"/>
                  </a:cubicBezTo>
                  <a:cubicBezTo>
                    <a:pt x="955" y="299"/>
                    <a:pt x="709" y="0"/>
                    <a:pt x="4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9"/>
            <p:cNvSpPr/>
            <p:nvPr/>
          </p:nvSpPr>
          <p:spPr>
            <a:xfrm>
              <a:off x="2104000" y="4067675"/>
              <a:ext cx="35700" cy="30500"/>
            </a:xfrm>
            <a:custGeom>
              <a:avLst/>
              <a:gdLst/>
              <a:ahLst/>
              <a:cxnLst/>
              <a:rect l="l" t="t" r="r" b="b"/>
              <a:pathLst>
                <a:path w="1428" h="1220" extrusionOk="0">
                  <a:moveTo>
                    <a:pt x="745" y="0"/>
                  </a:moveTo>
                  <a:cubicBezTo>
                    <a:pt x="510" y="0"/>
                    <a:pt x="279" y="129"/>
                    <a:pt x="178" y="356"/>
                  </a:cubicBezTo>
                  <a:lnTo>
                    <a:pt x="178" y="434"/>
                  </a:lnTo>
                  <a:cubicBezTo>
                    <a:pt x="0" y="849"/>
                    <a:pt x="318" y="1219"/>
                    <a:pt x="703" y="1219"/>
                  </a:cubicBezTo>
                  <a:cubicBezTo>
                    <a:pt x="825" y="1219"/>
                    <a:pt x="954" y="1182"/>
                    <a:pt x="1076" y="1098"/>
                  </a:cubicBezTo>
                  <a:lnTo>
                    <a:pt x="1115" y="1098"/>
                  </a:lnTo>
                  <a:cubicBezTo>
                    <a:pt x="1427" y="825"/>
                    <a:pt x="1427" y="356"/>
                    <a:pt x="1115" y="122"/>
                  </a:cubicBezTo>
                  <a:cubicBezTo>
                    <a:pt x="1004" y="39"/>
                    <a:pt x="874" y="0"/>
                    <a:pt x="7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9"/>
            <p:cNvSpPr/>
            <p:nvPr/>
          </p:nvSpPr>
          <p:spPr>
            <a:xfrm>
              <a:off x="2142600" y="4144000"/>
              <a:ext cx="29225" cy="24400"/>
            </a:xfrm>
            <a:custGeom>
              <a:avLst/>
              <a:gdLst/>
              <a:ahLst/>
              <a:cxnLst/>
              <a:rect l="l" t="t" r="r" b="b"/>
              <a:pathLst>
                <a:path w="1169" h="976" extrusionOk="0">
                  <a:moveTo>
                    <a:pt x="635" y="1"/>
                  </a:moveTo>
                  <a:cubicBezTo>
                    <a:pt x="579" y="1"/>
                    <a:pt x="523" y="12"/>
                    <a:pt x="469" y="35"/>
                  </a:cubicBezTo>
                  <a:lnTo>
                    <a:pt x="429" y="74"/>
                  </a:lnTo>
                  <a:cubicBezTo>
                    <a:pt x="0" y="269"/>
                    <a:pt x="78" y="855"/>
                    <a:pt x="547" y="972"/>
                  </a:cubicBezTo>
                  <a:lnTo>
                    <a:pt x="586" y="972"/>
                  </a:lnTo>
                  <a:cubicBezTo>
                    <a:pt x="606" y="974"/>
                    <a:pt x="626" y="975"/>
                    <a:pt x="645" y="975"/>
                  </a:cubicBezTo>
                  <a:cubicBezTo>
                    <a:pt x="932" y="975"/>
                    <a:pt x="1168" y="717"/>
                    <a:pt x="1132" y="425"/>
                  </a:cubicBezTo>
                  <a:cubicBezTo>
                    <a:pt x="1070" y="176"/>
                    <a:pt x="857" y="1"/>
                    <a:pt x="6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9"/>
            <p:cNvSpPr/>
            <p:nvPr/>
          </p:nvSpPr>
          <p:spPr>
            <a:xfrm>
              <a:off x="2056975" y="4166425"/>
              <a:ext cx="31975" cy="24375"/>
            </a:xfrm>
            <a:custGeom>
              <a:avLst/>
              <a:gdLst/>
              <a:ahLst/>
              <a:cxnLst/>
              <a:rect l="l" t="t" r="r" b="b"/>
              <a:pathLst>
                <a:path w="1279" h="975" extrusionOk="0">
                  <a:moveTo>
                    <a:pt x="649" y="1"/>
                  </a:moveTo>
                  <a:cubicBezTo>
                    <a:pt x="499" y="1"/>
                    <a:pt x="341" y="75"/>
                    <a:pt x="225" y="192"/>
                  </a:cubicBezTo>
                  <a:cubicBezTo>
                    <a:pt x="0" y="529"/>
                    <a:pt x="243" y="975"/>
                    <a:pt x="643" y="975"/>
                  </a:cubicBezTo>
                  <a:cubicBezTo>
                    <a:pt x="660" y="975"/>
                    <a:pt x="676" y="974"/>
                    <a:pt x="693" y="972"/>
                  </a:cubicBezTo>
                  <a:cubicBezTo>
                    <a:pt x="1123" y="894"/>
                    <a:pt x="1279" y="387"/>
                    <a:pt x="928" y="114"/>
                  </a:cubicBezTo>
                  <a:cubicBezTo>
                    <a:pt x="849" y="35"/>
                    <a:pt x="751" y="1"/>
                    <a:pt x="6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9"/>
            <p:cNvSpPr/>
            <p:nvPr/>
          </p:nvSpPr>
          <p:spPr>
            <a:xfrm>
              <a:off x="2013225" y="4100700"/>
              <a:ext cx="29875" cy="24500"/>
            </a:xfrm>
            <a:custGeom>
              <a:avLst/>
              <a:gdLst/>
              <a:ahLst/>
              <a:cxnLst/>
              <a:rect l="l" t="t" r="r" b="b"/>
              <a:pathLst>
                <a:path w="1195" h="980" extrusionOk="0">
                  <a:moveTo>
                    <a:pt x="653" y="1"/>
                  </a:moveTo>
                  <a:cubicBezTo>
                    <a:pt x="625" y="1"/>
                    <a:pt x="597" y="4"/>
                    <a:pt x="570" y="11"/>
                  </a:cubicBezTo>
                  <a:lnTo>
                    <a:pt x="531" y="11"/>
                  </a:lnTo>
                  <a:cubicBezTo>
                    <a:pt x="0" y="46"/>
                    <a:pt x="207" y="979"/>
                    <a:pt x="628" y="979"/>
                  </a:cubicBezTo>
                  <a:cubicBezTo>
                    <a:pt x="672" y="979"/>
                    <a:pt x="718" y="969"/>
                    <a:pt x="765" y="947"/>
                  </a:cubicBezTo>
                  <a:cubicBezTo>
                    <a:pt x="1077" y="830"/>
                    <a:pt x="1195" y="479"/>
                    <a:pt x="999" y="206"/>
                  </a:cubicBezTo>
                  <a:cubicBezTo>
                    <a:pt x="935" y="77"/>
                    <a:pt x="790" y="1"/>
                    <a:pt x="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9"/>
            <p:cNvSpPr/>
            <p:nvPr/>
          </p:nvSpPr>
          <p:spPr>
            <a:xfrm>
              <a:off x="2265525" y="4055125"/>
              <a:ext cx="26250" cy="21550"/>
            </a:xfrm>
            <a:custGeom>
              <a:avLst/>
              <a:gdLst/>
              <a:ahLst/>
              <a:cxnLst/>
              <a:rect l="l" t="t" r="r" b="b"/>
              <a:pathLst>
                <a:path w="1050" h="862" extrusionOk="0">
                  <a:moveTo>
                    <a:pt x="430" y="1"/>
                  </a:moveTo>
                  <a:cubicBezTo>
                    <a:pt x="365" y="1"/>
                    <a:pt x="298" y="35"/>
                    <a:pt x="235" y="117"/>
                  </a:cubicBezTo>
                  <a:lnTo>
                    <a:pt x="196" y="156"/>
                  </a:lnTo>
                  <a:cubicBezTo>
                    <a:pt x="0" y="429"/>
                    <a:pt x="157" y="780"/>
                    <a:pt x="469" y="858"/>
                  </a:cubicBezTo>
                  <a:lnTo>
                    <a:pt x="547" y="858"/>
                  </a:lnTo>
                  <a:cubicBezTo>
                    <a:pt x="565" y="860"/>
                    <a:pt x="582" y="862"/>
                    <a:pt x="598" y="862"/>
                  </a:cubicBezTo>
                  <a:cubicBezTo>
                    <a:pt x="1050" y="862"/>
                    <a:pt x="759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9"/>
            <p:cNvSpPr/>
            <p:nvPr/>
          </p:nvSpPr>
          <p:spPr>
            <a:xfrm>
              <a:off x="2283825" y="3976925"/>
              <a:ext cx="22150" cy="16575"/>
            </a:xfrm>
            <a:custGeom>
              <a:avLst/>
              <a:gdLst/>
              <a:ahLst/>
              <a:cxnLst/>
              <a:rect l="l" t="t" r="r" b="b"/>
              <a:pathLst>
                <a:path w="886" h="663" extrusionOk="0">
                  <a:moveTo>
                    <a:pt x="515" y="0"/>
                  </a:moveTo>
                  <a:cubicBezTo>
                    <a:pt x="269" y="0"/>
                    <a:pt x="0" y="155"/>
                    <a:pt x="88" y="396"/>
                  </a:cubicBezTo>
                  <a:lnTo>
                    <a:pt x="127" y="396"/>
                  </a:lnTo>
                  <a:lnTo>
                    <a:pt x="127" y="435"/>
                  </a:lnTo>
                  <a:cubicBezTo>
                    <a:pt x="197" y="591"/>
                    <a:pt x="336" y="662"/>
                    <a:pt x="475" y="662"/>
                  </a:cubicBezTo>
                  <a:cubicBezTo>
                    <a:pt x="650" y="662"/>
                    <a:pt x="825" y="552"/>
                    <a:pt x="869" y="357"/>
                  </a:cubicBezTo>
                  <a:lnTo>
                    <a:pt x="869" y="318"/>
                  </a:lnTo>
                  <a:cubicBezTo>
                    <a:pt x="886" y="95"/>
                    <a:pt x="707" y="0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9"/>
            <p:cNvSpPr/>
            <p:nvPr/>
          </p:nvSpPr>
          <p:spPr>
            <a:xfrm>
              <a:off x="2396275" y="3988950"/>
              <a:ext cx="27075" cy="20600"/>
            </a:xfrm>
            <a:custGeom>
              <a:avLst/>
              <a:gdLst/>
              <a:ahLst/>
              <a:cxnLst/>
              <a:rect l="l" t="t" r="r" b="b"/>
              <a:pathLst>
                <a:path w="1083" h="824" extrusionOk="0">
                  <a:moveTo>
                    <a:pt x="370" y="1"/>
                  </a:moveTo>
                  <a:cubicBezTo>
                    <a:pt x="245" y="1"/>
                    <a:pt x="133" y="55"/>
                    <a:pt x="78" y="188"/>
                  </a:cubicBezTo>
                  <a:cubicBezTo>
                    <a:pt x="0" y="344"/>
                    <a:pt x="39" y="539"/>
                    <a:pt x="156" y="695"/>
                  </a:cubicBezTo>
                  <a:cubicBezTo>
                    <a:pt x="244" y="783"/>
                    <a:pt x="356" y="824"/>
                    <a:pt x="470" y="824"/>
                  </a:cubicBezTo>
                  <a:cubicBezTo>
                    <a:pt x="609" y="824"/>
                    <a:pt x="751" y="764"/>
                    <a:pt x="859" y="656"/>
                  </a:cubicBezTo>
                  <a:cubicBezTo>
                    <a:pt x="1082" y="349"/>
                    <a:pt x="685" y="1"/>
                    <a:pt x="3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9"/>
            <p:cNvSpPr/>
            <p:nvPr/>
          </p:nvSpPr>
          <p:spPr>
            <a:xfrm>
              <a:off x="2414525" y="3889175"/>
              <a:ext cx="23150" cy="18800"/>
            </a:xfrm>
            <a:custGeom>
              <a:avLst/>
              <a:gdLst/>
              <a:ahLst/>
              <a:cxnLst/>
              <a:rect l="l" t="t" r="r" b="b"/>
              <a:pathLst>
                <a:path w="926" h="752" extrusionOk="0">
                  <a:moveTo>
                    <a:pt x="550" y="1"/>
                  </a:moveTo>
                  <a:cubicBezTo>
                    <a:pt x="290" y="1"/>
                    <a:pt x="1" y="166"/>
                    <a:pt x="90" y="432"/>
                  </a:cubicBezTo>
                  <a:lnTo>
                    <a:pt x="168" y="511"/>
                  </a:lnTo>
                  <a:cubicBezTo>
                    <a:pt x="222" y="672"/>
                    <a:pt x="367" y="751"/>
                    <a:pt x="511" y="751"/>
                  </a:cubicBezTo>
                  <a:cubicBezTo>
                    <a:pt x="680" y="751"/>
                    <a:pt x="849" y="643"/>
                    <a:pt x="870" y="432"/>
                  </a:cubicBezTo>
                  <a:cubicBezTo>
                    <a:pt x="870" y="393"/>
                    <a:pt x="870" y="354"/>
                    <a:pt x="909" y="315"/>
                  </a:cubicBezTo>
                  <a:cubicBezTo>
                    <a:pt x="926" y="96"/>
                    <a:pt x="746" y="1"/>
                    <a:pt x="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9"/>
            <p:cNvSpPr/>
            <p:nvPr/>
          </p:nvSpPr>
          <p:spPr>
            <a:xfrm>
              <a:off x="2467125" y="3897125"/>
              <a:ext cx="25825" cy="18950"/>
            </a:xfrm>
            <a:custGeom>
              <a:avLst/>
              <a:gdLst/>
              <a:ahLst/>
              <a:cxnLst/>
              <a:rect l="l" t="t" r="r" b="b"/>
              <a:pathLst>
                <a:path w="1033" h="758" extrusionOk="0">
                  <a:moveTo>
                    <a:pt x="493" y="0"/>
                  </a:moveTo>
                  <a:cubicBezTo>
                    <a:pt x="383" y="0"/>
                    <a:pt x="268" y="46"/>
                    <a:pt x="171" y="153"/>
                  </a:cubicBezTo>
                  <a:cubicBezTo>
                    <a:pt x="1" y="466"/>
                    <a:pt x="265" y="758"/>
                    <a:pt x="541" y="758"/>
                  </a:cubicBezTo>
                  <a:cubicBezTo>
                    <a:pt x="645" y="758"/>
                    <a:pt x="750" y="717"/>
                    <a:pt x="834" y="622"/>
                  </a:cubicBezTo>
                  <a:cubicBezTo>
                    <a:pt x="1032" y="311"/>
                    <a:pt x="780" y="0"/>
                    <a:pt x="4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9"/>
            <p:cNvSpPr/>
            <p:nvPr/>
          </p:nvSpPr>
          <p:spPr>
            <a:xfrm>
              <a:off x="2473675" y="3827650"/>
              <a:ext cx="23100" cy="23325"/>
            </a:xfrm>
            <a:custGeom>
              <a:avLst/>
              <a:gdLst/>
              <a:ahLst/>
              <a:cxnLst/>
              <a:rect l="l" t="t" r="r" b="b"/>
              <a:pathLst>
                <a:path w="924" h="933" extrusionOk="0">
                  <a:moveTo>
                    <a:pt x="508" y="1"/>
                  </a:moveTo>
                  <a:cubicBezTo>
                    <a:pt x="258" y="1"/>
                    <a:pt x="0" y="172"/>
                    <a:pt x="65" y="474"/>
                  </a:cubicBezTo>
                  <a:cubicBezTo>
                    <a:pt x="65" y="552"/>
                    <a:pt x="104" y="630"/>
                    <a:pt x="143" y="708"/>
                  </a:cubicBezTo>
                  <a:cubicBezTo>
                    <a:pt x="211" y="861"/>
                    <a:pt x="353" y="932"/>
                    <a:pt x="498" y="932"/>
                  </a:cubicBezTo>
                  <a:cubicBezTo>
                    <a:pt x="686" y="932"/>
                    <a:pt x="880" y="811"/>
                    <a:pt x="924" y="591"/>
                  </a:cubicBezTo>
                  <a:cubicBezTo>
                    <a:pt x="924" y="513"/>
                    <a:pt x="924" y="435"/>
                    <a:pt x="924" y="357"/>
                  </a:cubicBezTo>
                  <a:cubicBezTo>
                    <a:pt x="906" y="113"/>
                    <a:pt x="709" y="1"/>
                    <a:pt x="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9"/>
            <p:cNvSpPr/>
            <p:nvPr/>
          </p:nvSpPr>
          <p:spPr>
            <a:xfrm>
              <a:off x="1889900" y="4326325"/>
              <a:ext cx="28650" cy="21075"/>
            </a:xfrm>
            <a:custGeom>
              <a:avLst/>
              <a:gdLst/>
              <a:ahLst/>
              <a:cxnLst/>
              <a:rect l="l" t="t" r="r" b="b"/>
              <a:pathLst>
                <a:path w="1146" h="843" extrusionOk="0">
                  <a:moveTo>
                    <a:pt x="547" y="1"/>
                  </a:moveTo>
                  <a:cubicBezTo>
                    <a:pt x="235" y="1"/>
                    <a:pt x="0" y="313"/>
                    <a:pt x="78" y="625"/>
                  </a:cubicBezTo>
                  <a:lnTo>
                    <a:pt x="78" y="664"/>
                  </a:lnTo>
                  <a:cubicBezTo>
                    <a:pt x="134" y="792"/>
                    <a:pt x="217" y="843"/>
                    <a:pt x="309" y="843"/>
                  </a:cubicBezTo>
                  <a:cubicBezTo>
                    <a:pt x="665" y="843"/>
                    <a:pt x="1145" y="63"/>
                    <a:pt x="5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9"/>
            <p:cNvSpPr/>
            <p:nvPr/>
          </p:nvSpPr>
          <p:spPr>
            <a:xfrm>
              <a:off x="1897000" y="4292000"/>
              <a:ext cx="34875" cy="26600"/>
            </a:xfrm>
            <a:custGeom>
              <a:avLst/>
              <a:gdLst/>
              <a:ahLst/>
              <a:cxnLst/>
              <a:rect l="l" t="t" r="r" b="b"/>
              <a:pathLst>
                <a:path w="1395" h="1064" extrusionOk="0">
                  <a:moveTo>
                    <a:pt x="676" y="0"/>
                  </a:moveTo>
                  <a:cubicBezTo>
                    <a:pt x="529" y="0"/>
                    <a:pt x="390" y="70"/>
                    <a:pt x="302" y="203"/>
                  </a:cubicBezTo>
                  <a:cubicBezTo>
                    <a:pt x="1" y="579"/>
                    <a:pt x="280" y="1064"/>
                    <a:pt x="719" y="1064"/>
                  </a:cubicBezTo>
                  <a:cubicBezTo>
                    <a:pt x="736" y="1064"/>
                    <a:pt x="753" y="1063"/>
                    <a:pt x="770" y="1062"/>
                  </a:cubicBezTo>
                  <a:cubicBezTo>
                    <a:pt x="1238" y="984"/>
                    <a:pt x="1395" y="398"/>
                    <a:pt x="1004" y="125"/>
                  </a:cubicBezTo>
                  <a:cubicBezTo>
                    <a:pt x="903" y="41"/>
                    <a:pt x="787" y="0"/>
                    <a:pt x="6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9"/>
            <p:cNvSpPr/>
            <p:nvPr/>
          </p:nvSpPr>
          <p:spPr>
            <a:xfrm>
              <a:off x="2108225" y="3421800"/>
              <a:ext cx="165125" cy="83500"/>
            </a:xfrm>
            <a:custGeom>
              <a:avLst/>
              <a:gdLst/>
              <a:ahLst/>
              <a:cxnLst/>
              <a:rect l="l" t="t" r="r" b="b"/>
              <a:pathLst>
                <a:path w="6605" h="3340" extrusionOk="0">
                  <a:moveTo>
                    <a:pt x="6144" y="0"/>
                  </a:moveTo>
                  <a:cubicBezTo>
                    <a:pt x="3829" y="0"/>
                    <a:pt x="1252" y="982"/>
                    <a:pt x="87" y="3049"/>
                  </a:cubicBezTo>
                  <a:cubicBezTo>
                    <a:pt x="0" y="3194"/>
                    <a:pt x="108" y="3340"/>
                    <a:pt x="233" y="3340"/>
                  </a:cubicBezTo>
                  <a:cubicBezTo>
                    <a:pt x="276" y="3340"/>
                    <a:pt x="321" y="3323"/>
                    <a:pt x="361" y="3283"/>
                  </a:cubicBezTo>
                  <a:cubicBezTo>
                    <a:pt x="2078" y="1527"/>
                    <a:pt x="3834" y="356"/>
                    <a:pt x="6371" y="356"/>
                  </a:cubicBezTo>
                  <a:cubicBezTo>
                    <a:pt x="6566" y="356"/>
                    <a:pt x="6605" y="44"/>
                    <a:pt x="6410" y="5"/>
                  </a:cubicBezTo>
                  <a:cubicBezTo>
                    <a:pt x="6322" y="2"/>
                    <a:pt x="6233" y="0"/>
                    <a:pt x="6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9"/>
            <p:cNvSpPr/>
            <p:nvPr/>
          </p:nvSpPr>
          <p:spPr>
            <a:xfrm>
              <a:off x="1973250" y="3357975"/>
              <a:ext cx="450475" cy="172175"/>
            </a:xfrm>
            <a:custGeom>
              <a:avLst/>
              <a:gdLst/>
              <a:ahLst/>
              <a:cxnLst/>
              <a:rect l="l" t="t" r="r" b="b"/>
              <a:pathLst>
                <a:path w="18019" h="6887" extrusionOk="0">
                  <a:moveTo>
                    <a:pt x="12025" y="0"/>
                  </a:moveTo>
                  <a:cubicBezTo>
                    <a:pt x="7433" y="0"/>
                    <a:pt x="2682" y="2982"/>
                    <a:pt x="62" y="6655"/>
                  </a:cubicBezTo>
                  <a:cubicBezTo>
                    <a:pt x="1" y="6747"/>
                    <a:pt x="107" y="6887"/>
                    <a:pt x="212" y="6887"/>
                  </a:cubicBezTo>
                  <a:cubicBezTo>
                    <a:pt x="241" y="6887"/>
                    <a:pt x="270" y="6876"/>
                    <a:pt x="296" y="6851"/>
                  </a:cubicBezTo>
                  <a:cubicBezTo>
                    <a:pt x="2637" y="4626"/>
                    <a:pt x="4823" y="2245"/>
                    <a:pt x="7984" y="1192"/>
                  </a:cubicBezTo>
                  <a:cubicBezTo>
                    <a:pt x="9180" y="769"/>
                    <a:pt x="10424" y="559"/>
                    <a:pt x="11663" y="559"/>
                  </a:cubicBezTo>
                  <a:cubicBezTo>
                    <a:pt x="13740" y="559"/>
                    <a:pt x="15800" y="1150"/>
                    <a:pt x="17584" y="2323"/>
                  </a:cubicBezTo>
                  <a:cubicBezTo>
                    <a:pt x="17625" y="2351"/>
                    <a:pt x="17666" y="2363"/>
                    <a:pt x="17705" y="2363"/>
                  </a:cubicBezTo>
                  <a:cubicBezTo>
                    <a:pt x="17887" y="2363"/>
                    <a:pt x="18019" y="2101"/>
                    <a:pt x="17858" y="1972"/>
                  </a:cubicBezTo>
                  <a:cubicBezTo>
                    <a:pt x="16079" y="590"/>
                    <a:pt x="14068" y="0"/>
                    <a:pt x="12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9"/>
            <p:cNvSpPr/>
            <p:nvPr/>
          </p:nvSpPr>
          <p:spPr>
            <a:xfrm>
              <a:off x="1287925" y="3296400"/>
              <a:ext cx="1341550" cy="1588000"/>
            </a:xfrm>
            <a:custGeom>
              <a:avLst/>
              <a:gdLst/>
              <a:ahLst/>
              <a:cxnLst/>
              <a:rect l="l" t="t" r="r" b="b"/>
              <a:pathLst>
                <a:path w="53662" h="63520" extrusionOk="0">
                  <a:moveTo>
                    <a:pt x="39400" y="880"/>
                  </a:moveTo>
                  <a:cubicBezTo>
                    <a:pt x="42177" y="880"/>
                    <a:pt x="44958" y="1800"/>
                    <a:pt x="47417" y="3928"/>
                  </a:cubicBezTo>
                  <a:cubicBezTo>
                    <a:pt x="50812" y="6894"/>
                    <a:pt x="52608" y="12748"/>
                    <a:pt x="52061" y="17158"/>
                  </a:cubicBezTo>
                  <a:cubicBezTo>
                    <a:pt x="51398" y="22426"/>
                    <a:pt x="47651" y="27188"/>
                    <a:pt x="43788" y="30544"/>
                  </a:cubicBezTo>
                  <a:cubicBezTo>
                    <a:pt x="39690" y="34134"/>
                    <a:pt x="34890" y="36476"/>
                    <a:pt x="30128" y="38934"/>
                  </a:cubicBezTo>
                  <a:cubicBezTo>
                    <a:pt x="28060" y="40066"/>
                    <a:pt x="26070" y="41315"/>
                    <a:pt x="24196" y="42720"/>
                  </a:cubicBezTo>
                  <a:cubicBezTo>
                    <a:pt x="23299" y="42603"/>
                    <a:pt x="22557" y="41549"/>
                    <a:pt x="22245" y="40886"/>
                  </a:cubicBezTo>
                  <a:cubicBezTo>
                    <a:pt x="22089" y="40652"/>
                    <a:pt x="22011" y="40417"/>
                    <a:pt x="21855" y="40183"/>
                  </a:cubicBezTo>
                  <a:cubicBezTo>
                    <a:pt x="21582" y="39637"/>
                    <a:pt x="21191" y="39208"/>
                    <a:pt x="20684" y="38856"/>
                  </a:cubicBezTo>
                  <a:cubicBezTo>
                    <a:pt x="20177" y="38583"/>
                    <a:pt x="19630" y="38388"/>
                    <a:pt x="19084" y="38310"/>
                  </a:cubicBezTo>
                  <a:cubicBezTo>
                    <a:pt x="18499" y="38232"/>
                    <a:pt x="17991" y="38037"/>
                    <a:pt x="17484" y="37764"/>
                  </a:cubicBezTo>
                  <a:cubicBezTo>
                    <a:pt x="16938" y="37295"/>
                    <a:pt x="16899" y="36710"/>
                    <a:pt x="16625" y="36124"/>
                  </a:cubicBezTo>
                  <a:cubicBezTo>
                    <a:pt x="17406" y="32729"/>
                    <a:pt x="18264" y="29334"/>
                    <a:pt x="19240" y="26017"/>
                  </a:cubicBezTo>
                  <a:cubicBezTo>
                    <a:pt x="20840" y="20358"/>
                    <a:pt x="22518" y="14309"/>
                    <a:pt x="25601" y="9235"/>
                  </a:cubicBezTo>
                  <a:cubicBezTo>
                    <a:pt x="28569" y="4384"/>
                    <a:pt x="33977" y="880"/>
                    <a:pt x="39400" y="880"/>
                  </a:cubicBezTo>
                  <a:close/>
                  <a:moveTo>
                    <a:pt x="16196" y="37881"/>
                  </a:moveTo>
                  <a:cubicBezTo>
                    <a:pt x="16274" y="37959"/>
                    <a:pt x="16352" y="38076"/>
                    <a:pt x="16430" y="38193"/>
                  </a:cubicBezTo>
                  <a:cubicBezTo>
                    <a:pt x="17211" y="39169"/>
                    <a:pt x="18264" y="39090"/>
                    <a:pt x="19357" y="39481"/>
                  </a:cubicBezTo>
                  <a:cubicBezTo>
                    <a:pt x="19630" y="39598"/>
                    <a:pt x="19904" y="39754"/>
                    <a:pt x="20177" y="39949"/>
                  </a:cubicBezTo>
                  <a:cubicBezTo>
                    <a:pt x="19201" y="41549"/>
                    <a:pt x="18030" y="42954"/>
                    <a:pt x="17094" y="44593"/>
                  </a:cubicBezTo>
                  <a:cubicBezTo>
                    <a:pt x="17039" y="44676"/>
                    <a:pt x="17120" y="44759"/>
                    <a:pt x="17214" y="44759"/>
                  </a:cubicBezTo>
                  <a:cubicBezTo>
                    <a:pt x="17253" y="44759"/>
                    <a:pt x="17294" y="44745"/>
                    <a:pt x="17328" y="44710"/>
                  </a:cubicBezTo>
                  <a:cubicBezTo>
                    <a:pt x="18538" y="43383"/>
                    <a:pt x="19513" y="41861"/>
                    <a:pt x="20645" y="40456"/>
                  </a:cubicBezTo>
                  <a:cubicBezTo>
                    <a:pt x="20957" y="40925"/>
                    <a:pt x="21230" y="41393"/>
                    <a:pt x="21504" y="41861"/>
                  </a:cubicBezTo>
                  <a:cubicBezTo>
                    <a:pt x="19279" y="44203"/>
                    <a:pt x="17406" y="46857"/>
                    <a:pt x="16001" y="49745"/>
                  </a:cubicBezTo>
                  <a:cubicBezTo>
                    <a:pt x="15945" y="49856"/>
                    <a:pt x="16049" y="49948"/>
                    <a:pt x="16156" y="49948"/>
                  </a:cubicBezTo>
                  <a:cubicBezTo>
                    <a:pt x="16198" y="49948"/>
                    <a:pt x="16241" y="49934"/>
                    <a:pt x="16274" y="49901"/>
                  </a:cubicBezTo>
                  <a:cubicBezTo>
                    <a:pt x="17874" y="47325"/>
                    <a:pt x="19747" y="44671"/>
                    <a:pt x="22050" y="42642"/>
                  </a:cubicBezTo>
                  <a:cubicBezTo>
                    <a:pt x="22128" y="42720"/>
                    <a:pt x="22206" y="42837"/>
                    <a:pt x="22323" y="42915"/>
                  </a:cubicBezTo>
                  <a:cubicBezTo>
                    <a:pt x="22596" y="43188"/>
                    <a:pt x="22987" y="43383"/>
                    <a:pt x="23377" y="43461"/>
                  </a:cubicBezTo>
                  <a:cubicBezTo>
                    <a:pt x="19982" y="46505"/>
                    <a:pt x="17172" y="50564"/>
                    <a:pt x="15142" y="54584"/>
                  </a:cubicBezTo>
                  <a:cubicBezTo>
                    <a:pt x="14635" y="55520"/>
                    <a:pt x="14284" y="56535"/>
                    <a:pt x="14050" y="57589"/>
                  </a:cubicBezTo>
                  <a:cubicBezTo>
                    <a:pt x="13776" y="58877"/>
                    <a:pt x="13776" y="60243"/>
                    <a:pt x="12918" y="61335"/>
                  </a:cubicBezTo>
                  <a:cubicBezTo>
                    <a:pt x="12308" y="62141"/>
                    <a:pt x="11430" y="62619"/>
                    <a:pt x="10543" y="62619"/>
                  </a:cubicBezTo>
                  <a:cubicBezTo>
                    <a:pt x="9841" y="62619"/>
                    <a:pt x="9133" y="62320"/>
                    <a:pt x="8547" y="61648"/>
                  </a:cubicBezTo>
                  <a:cubicBezTo>
                    <a:pt x="7064" y="60009"/>
                    <a:pt x="8859" y="57316"/>
                    <a:pt x="8040" y="56730"/>
                  </a:cubicBezTo>
                  <a:cubicBezTo>
                    <a:pt x="7702" y="56482"/>
                    <a:pt x="7352" y="56408"/>
                    <a:pt x="6985" y="56408"/>
                  </a:cubicBezTo>
                  <a:cubicBezTo>
                    <a:pt x="6441" y="56408"/>
                    <a:pt x="5858" y="56570"/>
                    <a:pt x="5219" y="56570"/>
                  </a:cubicBezTo>
                  <a:cubicBezTo>
                    <a:pt x="4592" y="56570"/>
                    <a:pt x="3911" y="56414"/>
                    <a:pt x="3161" y="55794"/>
                  </a:cubicBezTo>
                  <a:cubicBezTo>
                    <a:pt x="2186" y="55013"/>
                    <a:pt x="1717" y="54350"/>
                    <a:pt x="1873" y="53140"/>
                  </a:cubicBezTo>
                  <a:cubicBezTo>
                    <a:pt x="2030" y="51852"/>
                    <a:pt x="2654" y="51423"/>
                    <a:pt x="3825" y="50954"/>
                  </a:cubicBezTo>
                  <a:cubicBezTo>
                    <a:pt x="6088" y="49979"/>
                    <a:pt x="8040" y="49745"/>
                    <a:pt x="9874" y="47910"/>
                  </a:cubicBezTo>
                  <a:cubicBezTo>
                    <a:pt x="12528" y="45257"/>
                    <a:pt x="15455" y="41744"/>
                    <a:pt x="16196" y="37881"/>
                  </a:cubicBezTo>
                  <a:close/>
                  <a:moveTo>
                    <a:pt x="38898" y="0"/>
                  </a:moveTo>
                  <a:cubicBezTo>
                    <a:pt x="35058" y="0"/>
                    <a:pt x="31492" y="1682"/>
                    <a:pt x="28684" y="4279"/>
                  </a:cubicBezTo>
                  <a:cubicBezTo>
                    <a:pt x="23689" y="8767"/>
                    <a:pt x="21582" y="15402"/>
                    <a:pt x="19630" y="21646"/>
                  </a:cubicBezTo>
                  <a:cubicBezTo>
                    <a:pt x="18069" y="26641"/>
                    <a:pt x="16079" y="34563"/>
                    <a:pt x="15611" y="37178"/>
                  </a:cubicBezTo>
                  <a:cubicBezTo>
                    <a:pt x="15064" y="40300"/>
                    <a:pt x="13035" y="42798"/>
                    <a:pt x="10967" y="45218"/>
                  </a:cubicBezTo>
                  <a:cubicBezTo>
                    <a:pt x="9679" y="46779"/>
                    <a:pt x="8391" y="48301"/>
                    <a:pt x="6440" y="49042"/>
                  </a:cubicBezTo>
                  <a:cubicBezTo>
                    <a:pt x="5113" y="49549"/>
                    <a:pt x="3630" y="49706"/>
                    <a:pt x="2381" y="50486"/>
                  </a:cubicBezTo>
                  <a:cubicBezTo>
                    <a:pt x="273" y="51774"/>
                    <a:pt x="0" y="54077"/>
                    <a:pt x="1678" y="55872"/>
                  </a:cubicBezTo>
                  <a:cubicBezTo>
                    <a:pt x="2767" y="57051"/>
                    <a:pt x="4278" y="57668"/>
                    <a:pt x="5829" y="57668"/>
                  </a:cubicBezTo>
                  <a:cubicBezTo>
                    <a:pt x="6279" y="57668"/>
                    <a:pt x="6733" y="57616"/>
                    <a:pt x="7181" y="57511"/>
                  </a:cubicBezTo>
                  <a:lnTo>
                    <a:pt x="7181" y="57511"/>
                  </a:lnTo>
                  <a:cubicBezTo>
                    <a:pt x="6596" y="59345"/>
                    <a:pt x="6830" y="61492"/>
                    <a:pt x="8469" y="62779"/>
                  </a:cubicBezTo>
                  <a:cubicBezTo>
                    <a:pt x="9106" y="63292"/>
                    <a:pt x="9797" y="63519"/>
                    <a:pt x="10477" y="63519"/>
                  </a:cubicBezTo>
                  <a:cubicBezTo>
                    <a:pt x="11715" y="63519"/>
                    <a:pt x="12918" y="62767"/>
                    <a:pt x="13698" y="61609"/>
                  </a:cubicBezTo>
                  <a:cubicBezTo>
                    <a:pt x="14401" y="60594"/>
                    <a:pt x="14557" y="59462"/>
                    <a:pt x="14791" y="58252"/>
                  </a:cubicBezTo>
                  <a:cubicBezTo>
                    <a:pt x="15181" y="55989"/>
                    <a:pt x="16313" y="54038"/>
                    <a:pt x="17484" y="52086"/>
                  </a:cubicBezTo>
                  <a:cubicBezTo>
                    <a:pt x="22479" y="44008"/>
                    <a:pt x="28763" y="40495"/>
                    <a:pt x="31104" y="39403"/>
                  </a:cubicBezTo>
                  <a:cubicBezTo>
                    <a:pt x="35865" y="37100"/>
                    <a:pt x="40587" y="34563"/>
                    <a:pt x="44568" y="31012"/>
                  </a:cubicBezTo>
                  <a:cubicBezTo>
                    <a:pt x="48159" y="27812"/>
                    <a:pt x="51320" y="23714"/>
                    <a:pt x="52569" y="18992"/>
                  </a:cubicBezTo>
                  <a:cubicBezTo>
                    <a:pt x="53661" y="14855"/>
                    <a:pt x="52530" y="10016"/>
                    <a:pt x="50422" y="6309"/>
                  </a:cubicBezTo>
                  <a:cubicBezTo>
                    <a:pt x="48315" y="2640"/>
                    <a:pt x="44373" y="455"/>
                    <a:pt x="40197" y="64"/>
                  </a:cubicBezTo>
                  <a:cubicBezTo>
                    <a:pt x="39761" y="21"/>
                    <a:pt x="39328" y="0"/>
                    <a:pt x="388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49"/>
          <p:cNvGrpSpPr/>
          <p:nvPr/>
        </p:nvGrpSpPr>
        <p:grpSpPr>
          <a:xfrm rot="-366137">
            <a:off x="6783473" y="2447731"/>
            <a:ext cx="1536623" cy="1451226"/>
            <a:chOff x="7098125" y="876650"/>
            <a:chExt cx="1536675" cy="1451275"/>
          </a:xfrm>
        </p:grpSpPr>
        <p:sp>
          <p:nvSpPr>
            <p:cNvPr id="319" name="Google Shape;319;p49"/>
            <p:cNvSpPr/>
            <p:nvPr/>
          </p:nvSpPr>
          <p:spPr>
            <a:xfrm>
              <a:off x="7203600" y="1787575"/>
              <a:ext cx="22125" cy="15550"/>
            </a:xfrm>
            <a:custGeom>
              <a:avLst/>
              <a:gdLst/>
              <a:ahLst/>
              <a:cxnLst/>
              <a:rect l="l" t="t" r="r" b="b"/>
              <a:pathLst>
                <a:path w="885" h="622" extrusionOk="0">
                  <a:moveTo>
                    <a:pt x="467" y="0"/>
                  </a:moveTo>
                  <a:cubicBezTo>
                    <a:pt x="166" y="0"/>
                    <a:pt x="0" y="376"/>
                    <a:pt x="269" y="578"/>
                  </a:cubicBezTo>
                  <a:cubicBezTo>
                    <a:pt x="324" y="608"/>
                    <a:pt x="378" y="622"/>
                    <a:pt x="429" y="622"/>
                  </a:cubicBezTo>
                  <a:cubicBezTo>
                    <a:pt x="703" y="622"/>
                    <a:pt x="884" y="229"/>
                    <a:pt x="621" y="31"/>
                  </a:cubicBezTo>
                  <a:cubicBezTo>
                    <a:pt x="567" y="10"/>
                    <a:pt x="515" y="0"/>
                    <a:pt x="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9"/>
            <p:cNvSpPr/>
            <p:nvPr/>
          </p:nvSpPr>
          <p:spPr>
            <a:xfrm>
              <a:off x="7188150" y="1718100"/>
              <a:ext cx="20250" cy="18900"/>
            </a:xfrm>
            <a:custGeom>
              <a:avLst/>
              <a:gdLst/>
              <a:ahLst/>
              <a:cxnLst/>
              <a:rect l="l" t="t" r="r" b="b"/>
              <a:pathLst>
                <a:path w="810" h="756" extrusionOk="0">
                  <a:moveTo>
                    <a:pt x="458" y="1"/>
                  </a:moveTo>
                  <a:cubicBezTo>
                    <a:pt x="170" y="1"/>
                    <a:pt x="0" y="703"/>
                    <a:pt x="380" y="703"/>
                  </a:cubicBezTo>
                  <a:cubicBezTo>
                    <a:pt x="380" y="703"/>
                    <a:pt x="380" y="703"/>
                    <a:pt x="419" y="742"/>
                  </a:cubicBezTo>
                  <a:cubicBezTo>
                    <a:pt x="447" y="751"/>
                    <a:pt x="474" y="756"/>
                    <a:pt x="500" y="756"/>
                  </a:cubicBezTo>
                  <a:cubicBezTo>
                    <a:pt x="688" y="756"/>
                    <a:pt x="809" y="523"/>
                    <a:pt x="809" y="352"/>
                  </a:cubicBezTo>
                  <a:cubicBezTo>
                    <a:pt x="770" y="235"/>
                    <a:pt x="692" y="118"/>
                    <a:pt x="575" y="40"/>
                  </a:cubicBezTo>
                  <a:cubicBezTo>
                    <a:pt x="535" y="13"/>
                    <a:pt x="495" y="1"/>
                    <a:pt x="4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9"/>
            <p:cNvSpPr/>
            <p:nvPr/>
          </p:nvSpPr>
          <p:spPr>
            <a:xfrm>
              <a:off x="7945975" y="2244300"/>
              <a:ext cx="23675" cy="15850"/>
            </a:xfrm>
            <a:custGeom>
              <a:avLst/>
              <a:gdLst/>
              <a:ahLst/>
              <a:cxnLst/>
              <a:rect l="l" t="t" r="r" b="b"/>
              <a:pathLst>
                <a:path w="947" h="634" extrusionOk="0">
                  <a:moveTo>
                    <a:pt x="524" y="0"/>
                  </a:moveTo>
                  <a:cubicBezTo>
                    <a:pt x="233" y="0"/>
                    <a:pt x="1" y="482"/>
                    <a:pt x="391" y="612"/>
                  </a:cubicBezTo>
                  <a:lnTo>
                    <a:pt x="430" y="612"/>
                  </a:lnTo>
                  <a:cubicBezTo>
                    <a:pt x="469" y="627"/>
                    <a:pt x="507" y="633"/>
                    <a:pt x="543" y="633"/>
                  </a:cubicBezTo>
                  <a:cubicBezTo>
                    <a:pt x="793" y="633"/>
                    <a:pt x="946" y="309"/>
                    <a:pt x="742" y="105"/>
                  </a:cubicBezTo>
                  <a:lnTo>
                    <a:pt x="703" y="66"/>
                  </a:lnTo>
                  <a:cubicBezTo>
                    <a:pt x="644" y="20"/>
                    <a:pt x="583" y="0"/>
                    <a:pt x="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9"/>
            <p:cNvSpPr/>
            <p:nvPr/>
          </p:nvSpPr>
          <p:spPr>
            <a:xfrm>
              <a:off x="7821525" y="2246375"/>
              <a:ext cx="24900" cy="17000"/>
            </a:xfrm>
            <a:custGeom>
              <a:avLst/>
              <a:gdLst/>
              <a:ahLst/>
              <a:cxnLst/>
              <a:rect l="l" t="t" r="r" b="b"/>
              <a:pathLst>
                <a:path w="996" h="680" extrusionOk="0">
                  <a:moveTo>
                    <a:pt x="402" y="0"/>
                  </a:moveTo>
                  <a:cubicBezTo>
                    <a:pt x="163" y="0"/>
                    <a:pt x="0" y="369"/>
                    <a:pt x="256" y="529"/>
                  </a:cubicBezTo>
                  <a:lnTo>
                    <a:pt x="490" y="646"/>
                  </a:lnTo>
                  <a:cubicBezTo>
                    <a:pt x="531" y="669"/>
                    <a:pt x="572" y="680"/>
                    <a:pt x="610" y="680"/>
                  </a:cubicBezTo>
                  <a:cubicBezTo>
                    <a:pt x="833" y="680"/>
                    <a:pt x="996" y="344"/>
                    <a:pt x="763" y="178"/>
                  </a:cubicBezTo>
                  <a:lnTo>
                    <a:pt x="568" y="61"/>
                  </a:lnTo>
                  <a:cubicBezTo>
                    <a:pt x="512" y="18"/>
                    <a:pt x="455" y="0"/>
                    <a:pt x="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9"/>
            <p:cNvSpPr/>
            <p:nvPr/>
          </p:nvSpPr>
          <p:spPr>
            <a:xfrm>
              <a:off x="7828900" y="2211225"/>
              <a:ext cx="14750" cy="16925"/>
            </a:xfrm>
            <a:custGeom>
              <a:avLst/>
              <a:gdLst/>
              <a:ahLst/>
              <a:cxnLst/>
              <a:rect l="l" t="t" r="r" b="b"/>
              <a:pathLst>
                <a:path w="590" h="677" extrusionOk="0">
                  <a:moveTo>
                    <a:pt x="281" y="0"/>
                  </a:moveTo>
                  <a:cubicBezTo>
                    <a:pt x="158" y="0"/>
                    <a:pt x="39" y="81"/>
                    <a:pt x="39" y="257"/>
                  </a:cubicBezTo>
                  <a:cubicBezTo>
                    <a:pt x="0" y="413"/>
                    <a:pt x="78" y="569"/>
                    <a:pt x="195" y="647"/>
                  </a:cubicBezTo>
                  <a:cubicBezTo>
                    <a:pt x="215" y="667"/>
                    <a:pt x="244" y="676"/>
                    <a:pt x="273" y="676"/>
                  </a:cubicBezTo>
                  <a:cubicBezTo>
                    <a:pt x="303" y="676"/>
                    <a:pt x="332" y="667"/>
                    <a:pt x="351" y="647"/>
                  </a:cubicBezTo>
                  <a:cubicBezTo>
                    <a:pt x="468" y="569"/>
                    <a:pt x="546" y="491"/>
                    <a:pt x="546" y="335"/>
                  </a:cubicBezTo>
                  <a:cubicBezTo>
                    <a:pt x="589" y="121"/>
                    <a:pt x="432" y="0"/>
                    <a:pt x="2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9"/>
            <p:cNvSpPr/>
            <p:nvPr/>
          </p:nvSpPr>
          <p:spPr>
            <a:xfrm>
              <a:off x="7742675" y="2182625"/>
              <a:ext cx="23800" cy="18450"/>
            </a:xfrm>
            <a:custGeom>
              <a:avLst/>
              <a:gdLst/>
              <a:ahLst/>
              <a:cxnLst/>
              <a:rect l="l" t="t" r="r" b="b"/>
              <a:pathLst>
                <a:path w="952" h="738" extrusionOk="0">
                  <a:moveTo>
                    <a:pt x="555" y="1"/>
                  </a:moveTo>
                  <a:cubicBezTo>
                    <a:pt x="274" y="1"/>
                    <a:pt x="1" y="562"/>
                    <a:pt x="327" y="659"/>
                  </a:cubicBezTo>
                  <a:cubicBezTo>
                    <a:pt x="405" y="698"/>
                    <a:pt x="483" y="698"/>
                    <a:pt x="561" y="737"/>
                  </a:cubicBezTo>
                  <a:cubicBezTo>
                    <a:pt x="795" y="737"/>
                    <a:pt x="951" y="464"/>
                    <a:pt x="834" y="269"/>
                  </a:cubicBezTo>
                  <a:cubicBezTo>
                    <a:pt x="795" y="191"/>
                    <a:pt x="756" y="113"/>
                    <a:pt x="717" y="74"/>
                  </a:cubicBezTo>
                  <a:cubicBezTo>
                    <a:pt x="666" y="23"/>
                    <a:pt x="610" y="1"/>
                    <a:pt x="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9"/>
            <p:cNvSpPr/>
            <p:nvPr/>
          </p:nvSpPr>
          <p:spPr>
            <a:xfrm>
              <a:off x="7305725" y="1905100"/>
              <a:ext cx="23650" cy="14050"/>
            </a:xfrm>
            <a:custGeom>
              <a:avLst/>
              <a:gdLst/>
              <a:ahLst/>
              <a:cxnLst/>
              <a:rect l="l" t="t" r="r" b="b"/>
              <a:pathLst>
                <a:path w="946" h="562" extrusionOk="0">
                  <a:moveTo>
                    <a:pt x="346" y="0"/>
                  </a:moveTo>
                  <a:cubicBezTo>
                    <a:pt x="16" y="0"/>
                    <a:pt x="1" y="561"/>
                    <a:pt x="330" y="561"/>
                  </a:cubicBezTo>
                  <a:cubicBezTo>
                    <a:pt x="339" y="561"/>
                    <a:pt x="350" y="561"/>
                    <a:pt x="360" y="560"/>
                  </a:cubicBezTo>
                  <a:lnTo>
                    <a:pt x="594" y="560"/>
                  </a:lnTo>
                  <a:cubicBezTo>
                    <a:pt x="829" y="521"/>
                    <a:pt x="946" y="170"/>
                    <a:pt x="633" y="53"/>
                  </a:cubicBezTo>
                  <a:lnTo>
                    <a:pt x="438" y="14"/>
                  </a:lnTo>
                  <a:cubicBezTo>
                    <a:pt x="405" y="5"/>
                    <a:pt x="374" y="0"/>
                    <a:pt x="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9"/>
            <p:cNvSpPr/>
            <p:nvPr/>
          </p:nvSpPr>
          <p:spPr>
            <a:xfrm>
              <a:off x="7280275" y="1855925"/>
              <a:ext cx="11200" cy="7325"/>
            </a:xfrm>
            <a:custGeom>
              <a:avLst/>
              <a:gdLst/>
              <a:ahLst/>
              <a:cxnLst/>
              <a:rect l="l" t="t" r="r" b="b"/>
              <a:pathLst>
                <a:path w="448" h="293" extrusionOk="0">
                  <a:moveTo>
                    <a:pt x="206" y="0"/>
                  </a:moveTo>
                  <a:cubicBezTo>
                    <a:pt x="85" y="0"/>
                    <a:pt x="0" y="199"/>
                    <a:pt x="129" y="263"/>
                  </a:cubicBezTo>
                  <a:cubicBezTo>
                    <a:pt x="163" y="284"/>
                    <a:pt x="195" y="292"/>
                    <a:pt x="225" y="292"/>
                  </a:cubicBezTo>
                  <a:cubicBezTo>
                    <a:pt x="368" y="292"/>
                    <a:pt x="447" y="94"/>
                    <a:pt x="286" y="29"/>
                  </a:cubicBezTo>
                  <a:cubicBezTo>
                    <a:pt x="259" y="9"/>
                    <a:pt x="232" y="0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9"/>
            <p:cNvSpPr/>
            <p:nvPr/>
          </p:nvSpPr>
          <p:spPr>
            <a:xfrm>
              <a:off x="7225425" y="1643300"/>
              <a:ext cx="828575" cy="527625"/>
            </a:xfrm>
            <a:custGeom>
              <a:avLst/>
              <a:gdLst/>
              <a:ahLst/>
              <a:cxnLst/>
              <a:rect l="l" t="t" r="r" b="b"/>
              <a:pathLst>
                <a:path w="33143" h="21105" extrusionOk="0">
                  <a:moveTo>
                    <a:pt x="117" y="0"/>
                  </a:moveTo>
                  <a:cubicBezTo>
                    <a:pt x="54" y="0"/>
                    <a:pt x="1" y="75"/>
                    <a:pt x="60" y="105"/>
                  </a:cubicBezTo>
                  <a:cubicBezTo>
                    <a:pt x="4821" y="4632"/>
                    <a:pt x="9934" y="8729"/>
                    <a:pt x="15436" y="12320"/>
                  </a:cubicBezTo>
                  <a:cubicBezTo>
                    <a:pt x="20744" y="15832"/>
                    <a:pt x="26676" y="19384"/>
                    <a:pt x="32881" y="21101"/>
                  </a:cubicBezTo>
                  <a:cubicBezTo>
                    <a:pt x="32893" y="21104"/>
                    <a:pt x="32904" y="21105"/>
                    <a:pt x="32916" y="21105"/>
                  </a:cubicBezTo>
                  <a:cubicBezTo>
                    <a:pt x="33053" y="21105"/>
                    <a:pt x="33142" y="20900"/>
                    <a:pt x="32998" y="20827"/>
                  </a:cubicBezTo>
                  <a:cubicBezTo>
                    <a:pt x="27144" y="18174"/>
                    <a:pt x="21329" y="15676"/>
                    <a:pt x="15866" y="12164"/>
                  </a:cubicBezTo>
                  <a:cubicBezTo>
                    <a:pt x="10285" y="8612"/>
                    <a:pt x="5172" y="4358"/>
                    <a:pt x="177" y="27"/>
                  </a:cubicBezTo>
                  <a:cubicBezTo>
                    <a:pt x="158" y="8"/>
                    <a:pt x="137" y="0"/>
                    <a:pt x="1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9"/>
            <p:cNvSpPr/>
            <p:nvPr/>
          </p:nvSpPr>
          <p:spPr>
            <a:xfrm>
              <a:off x="8412300" y="1382800"/>
              <a:ext cx="21525" cy="17050"/>
            </a:xfrm>
            <a:custGeom>
              <a:avLst/>
              <a:gdLst/>
              <a:ahLst/>
              <a:cxnLst/>
              <a:rect l="l" t="t" r="r" b="b"/>
              <a:pathLst>
                <a:path w="861" h="682" extrusionOk="0">
                  <a:moveTo>
                    <a:pt x="542" y="1"/>
                  </a:moveTo>
                  <a:cubicBezTo>
                    <a:pt x="298" y="1"/>
                    <a:pt x="1" y="180"/>
                    <a:pt x="119" y="417"/>
                  </a:cubicBezTo>
                  <a:cubicBezTo>
                    <a:pt x="158" y="456"/>
                    <a:pt x="197" y="534"/>
                    <a:pt x="236" y="573"/>
                  </a:cubicBezTo>
                  <a:cubicBezTo>
                    <a:pt x="310" y="647"/>
                    <a:pt x="406" y="681"/>
                    <a:pt x="498" y="681"/>
                  </a:cubicBezTo>
                  <a:cubicBezTo>
                    <a:pt x="652" y="681"/>
                    <a:pt x="797" y="587"/>
                    <a:pt x="821" y="417"/>
                  </a:cubicBezTo>
                  <a:cubicBezTo>
                    <a:pt x="860" y="378"/>
                    <a:pt x="860" y="300"/>
                    <a:pt x="821" y="261"/>
                  </a:cubicBezTo>
                  <a:cubicBezTo>
                    <a:pt x="837" y="76"/>
                    <a:pt x="701" y="1"/>
                    <a:pt x="5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9"/>
            <p:cNvSpPr/>
            <p:nvPr/>
          </p:nvSpPr>
          <p:spPr>
            <a:xfrm>
              <a:off x="8347950" y="1239525"/>
              <a:ext cx="28300" cy="25100"/>
            </a:xfrm>
            <a:custGeom>
              <a:avLst/>
              <a:gdLst/>
              <a:ahLst/>
              <a:cxnLst/>
              <a:rect l="l" t="t" r="r" b="b"/>
              <a:pathLst>
                <a:path w="1132" h="1004" extrusionOk="0">
                  <a:moveTo>
                    <a:pt x="498" y="0"/>
                  </a:moveTo>
                  <a:cubicBezTo>
                    <a:pt x="300" y="0"/>
                    <a:pt x="103" y="140"/>
                    <a:pt x="39" y="333"/>
                  </a:cubicBezTo>
                  <a:cubicBezTo>
                    <a:pt x="0" y="567"/>
                    <a:pt x="117" y="801"/>
                    <a:pt x="351" y="879"/>
                  </a:cubicBezTo>
                  <a:lnTo>
                    <a:pt x="390" y="879"/>
                  </a:lnTo>
                  <a:lnTo>
                    <a:pt x="507" y="957"/>
                  </a:lnTo>
                  <a:cubicBezTo>
                    <a:pt x="560" y="989"/>
                    <a:pt x="618" y="1003"/>
                    <a:pt x="676" y="1003"/>
                  </a:cubicBezTo>
                  <a:cubicBezTo>
                    <a:pt x="835" y="1003"/>
                    <a:pt x="997" y="895"/>
                    <a:pt x="1054" y="723"/>
                  </a:cubicBezTo>
                  <a:cubicBezTo>
                    <a:pt x="1132" y="411"/>
                    <a:pt x="937" y="99"/>
                    <a:pt x="624" y="21"/>
                  </a:cubicBezTo>
                  <a:cubicBezTo>
                    <a:pt x="583" y="7"/>
                    <a:pt x="540" y="0"/>
                    <a:pt x="4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9"/>
            <p:cNvSpPr/>
            <p:nvPr/>
          </p:nvSpPr>
          <p:spPr>
            <a:xfrm>
              <a:off x="8251925" y="1321725"/>
              <a:ext cx="29100" cy="21025"/>
            </a:xfrm>
            <a:custGeom>
              <a:avLst/>
              <a:gdLst/>
              <a:ahLst/>
              <a:cxnLst/>
              <a:rect l="l" t="t" r="r" b="b"/>
              <a:pathLst>
                <a:path w="1164" h="841" extrusionOk="0">
                  <a:moveTo>
                    <a:pt x="600" y="1"/>
                  </a:moveTo>
                  <a:cubicBezTo>
                    <a:pt x="233" y="1"/>
                    <a:pt x="1" y="524"/>
                    <a:pt x="368" y="791"/>
                  </a:cubicBezTo>
                  <a:cubicBezTo>
                    <a:pt x="436" y="825"/>
                    <a:pt x="502" y="840"/>
                    <a:pt x="564" y="840"/>
                  </a:cubicBezTo>
                  <a:cubicBezTo>
                    <a:pt x="932" y="840"/>
                    <a:pt x="1164" y="317"/>
                    <a:pt x="797" y="50"/>
                  </a:cubicBezTo>
                  <a:cubicBezTo>
                    <a:pt x="729" y="16"/>
                    <a:pt x="663" y="1"/>
                    <a:pt x="6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9"/>
            <p:cNvSpPr/>
            <p:nvPr/>
          </p:nvSpPr>
          <p:spPr>
            <a:xfrm>
              <a:off x="7920950" y="1133050"/>
              <a:ext cx="21525" cy="17600"/>
            </a:xfrm>
            <a:custGeom>
              <a:avLst/>
              <a:gdLst/>
              <a:ahLst/>
              <a:cxnLst/>
              <a:rect l="l" t="t" r="r" b="b"/>
              <a:pathLst>
                <a:path w="861" h="704" extrusionOk="0">
                  <a:moveTo>
                    <a:pt x="555" y="0"/>
                  </a:moveTo>
                  <a:cubicBezTo>
                    <a:pt x="304" y="0"/>
                    <a:pt x="1" y="179"/>
                    <a:pt x="143" y="416"/>
                  </a:cubicBezTo>
                  <a:lnTo>
                    <a:pt x="182" y="494"/>
                  </a:lnTo>
                  <a:cubicBezTo>
                    <a:pt x="246" y="638"/>
                    <a:pt x="369" y="703"/>
                    <a:pt x="492" y="703"/>
                  </a:cubicBezTo>
                  <a:cubicBezTo>
                    <a:pt x="669" y="703"/>
                    <a:pt x="845" y="568"/>
                    <a:pt x="845" y="338"/>
                  </a:cubicBezTo>
                  <a:lnTo>
                    <a:pt x="845" y="260"/>
                  </a:lnTo>
                  <a:cubicBezTo>
                    <a:pt x="860" y="76"/>
                    <a:pt x="719" y="0"/>
                    <a:pt x="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9"/>
            <p:cNvSpPr/>
            <p:nvPr/>
          </p:nvSpPr>
          <p:spPr>
            <a:xfrm>
              <a:off x="7780050" y="991600"/>
              <a:ext cx="27900" cy="20375"/>
            </a:xfrm>
            <a:custGeom>
              <a:avLst/>
              <a:gdLst/>
              <a:ahLst/>
              <a:cxnLst/>
              <a:rect l="l" t="t" r="r" b="b"/>
              <a:pathLst>
                <a:path w="1116" h="815" extrusionOk="0">
                  <a:moveTo>
                    <a:pt x="713" y="0"/>
                  </a:moveTo>
                  <a:cubicBezTo>
                    <a:pt x="400" y="0"/>
                    <a:pt x="1" y="806"/>
                    <a:pt x="510" y="806"/>
                  </a:cubicBezTo>
                  <a:cubicBezTo>
                    <a:pt x="542" y="812"/>
                    <a:pt x="572" y="815"/>
                    <a:pt x="602" y="815"/>
                  </a:cubicBezTo>
                  <a:cubicBezTo>
                    <a:pt x="935" y="815"/>
                    <a:pt x="1116" y="429"/>
                    <a:pt x="900" y="142"/>
                  </a:cubicBezTo>
                  <a:cubicBezTo>
                    <a:pt x="850" y="41"/>
                    <a:pt x="784" y="0"/>
                    <a:pt x="7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9"/>
            <p:cNvSpPr/>
            <p:nvPr/>
          </p:nvSpPr>
          <p:spPr>
            <a:xfrm>
              <a:off x="8078275" y="1183450"/>
              <a:ext cx="27175" cy="23375"/>
            </a:xfrm>
            <a:custGeom>
              <a:avLst/>
              <a:gdLst/>
              <a:ahLst/>
              <a:cxnLst/>
              <a:rect l="l" t="t" r="r" b="b"/>
              <a:pathLst>
                <a:path w="1087" h="935" extrusionOk="0">
                  <a:moveTo>
                    <a:pt x="601" y="0"/>
                  </a:moveTo>
                  <a:cubicBezTo>
                    <a:pt x="504" y="0"/>
                    <a:pt x="406" y="39"/>
                    <a:pt x="328" y="117"/>
                  </a:cubicBezTo>
                  <a:cubicBezTo>
                    <a:pt x="211" y="195"/>
                    <a:pt x="133" y="312"/>
                    <a:pt x="133" y="429"/>
                  </a:cubicBezTo>
                  <a:cubicBezTo>
                    <a:pt x="1" y="738"/>
                    <a:pt x="329" y="935"/>
                    <a:pt x="633" y="935"/>
                  </a:cubicBezTo>
                  <a:cubicBezTo>
                    <a:pt x="867" y="935"/>
                    <a:pt x="1086" y="818"/>
                    <a:pt x="1070" y="547"/>
                  </a:cubicBezTo>
                  <a:cubicBezTo>
                    <a:pt x="1030" y="390"/>
                    <a:pt x="991" y="234"/>
                    <a:pt x="874" y="117"/>
                  </a:cubicBezTo>
                  <a:cubicBezTo>
                    <a:pt x="796" y="39"/>
                    <a:pt x="699" y="0"/>
                    <a:pt x="6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9"/>
            <p:cNvSpPr/>
            <p:nvPr/>
          </p:nvSpPr>
          <p:spPr>
            <a:xfrm>
              <a:off x="8234775" y="1194625"/>
              <a:ext cx="33175" cy="26900"/>
            </a:xfrm>
            <a:custGeom>
              <a:avLst/>
              <a:gdLst/>
              <a:ahLst/>
              <a:cxnLst/>
              <a:rect l="l" t="t" r="r" b="b"/>
              <a:pathLst>
                <a:path w="1327" h="1076" extrusionOk="0">
                  <a:moveTo>
                    <a:pt x="724" y="0"/>
                  </a:moveTo>
                  <a:cubicBezTo>
                    <a:pt x="638" y="0"/>
                    <a:pt x="550" y="19"/>
                    <a:pt x="468" y="61"/>
                  </a:cubicBezTo>
                  <a:cubicBezTo>
                    <a:pt x="312" y="139"/>
                    <a:pt x="195" y="217"/>
                    <a:pt x="117" y="373"/>
                  </a:cubicBezTo>
                  <a:cubicBezTo>
                    <a:pt x="0" y="568"/>
                    <a:pt x="39" y="841"/>
                    <a:pt x="273" y="997"/>
                  </a:cubicBezTo>
                  <a:cubicBezTo>
                    <a:pt x="390" y="1036"/>
                    <a:pt x="546" y="1075"/>
                    <a:pt x="702" y="1075"/>
                  </a:cubicBezTo>
                  <a:cubicBezTo>
                    <a:pt x="1054" y="1075"/>
                    <a:pt x="1327" y="763"/>
                    <a:pt x="1249" y="412"/>
                  </a:cubicBezTo>
                  <a:cubicBezTo>
                    <a:pt x="1191" y="153"/>
                    <a:pt x="964" y="0"/>
                    <a:pt x="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9"/>
            <p:cNvSpPr/>
            <p:nvPr/>
          </p:nvSpPr>
          <p:spPr>
            <a:xfrm>
              <a:off x="8201600" y="1098200"/>
              <a:ext cx="28300" cy="27375"/>
            </a:xfrm>
            <a:custGeom>
              <a:avLst/>
              <a:gdLst/>
              <a:ahLst/>
              <a:cxnLst/>
              <a:rect l="l" t="t" r="r" b="b"/>
              <a:pathLst>
                <a:path w="1132" h="1095" extrusionOk="0">
                  <a:moveTo>
                    <a:pt x="528" y="1"/>
                  </a:moveTo>
                  <a:cubicBezTo>
                    <a:pt x="483" y="1"/>
                    <a:pt x="436" y="6"/>
                    <a:pt x="390" y="15"/>
                  </a:cubicBezTo>
                  <a:cubicBezTo>
                    <a:pt x="273" y="54"/>
                    <a:pt x="156" y="132"/>
                    <a:pt x="78" y="249"/>
                  </a:cubicBezTo>
                  <a:cubicBezTo>
                    <a:pt x="0" y="366"/>
                    <a:pt x="0" y="522"/>
                    <a:pt x="0" y="678"/>
                  </a:cubicBezTo>
                  <a:cubicBezTo>
                    <a:pt x="78" y="834"/>
                    <a:pt x="195" y="991"/>
                    <a:pt x="390" y="1069"/>
                  </a:cubicBezTo>
                  <a:cubicBezTo>
                    <a:pt x="455" y="1085"/>
                    <a:pt x="520" y="1094"/>
                    <a:pt x="584" y="1094"/>
                  </a:cubicBezTo>
                  <a:cubicBezTo>
                    <a:pt x="676" y="1094"/>
                    <a:pt x="767" y="1075"/>
                    <a:pt x="859" y="1030"/>
                  </a:cubicBezTo>
                  <a:cubicBezTo>
                    <a:pt x="1015" y="952"/>
                    <a:pt x="1132" y="795"/>
                    <a:pt x="1132" y="639"/>
                  </a:cubicBezTo>
                  <a:cubicBezTo>
                    <a:pt x="1132" y="444"/>
                    <a:pt x="1054" y="288"/>
                    <a:pt x="898" y="171"/>
                  </a:cubicBezTo>
                  <a:cubicBezTo>
                    <a:pt x="808" y="52"/>
                    <a:pt x="673" y="1"/>
                    <a:pt x="5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9"/>
            <p:cNvSpPr/>
            <p:nvPr/>
          </p:nvSpPr>
          <p:spPr>
            <a:xfrm>
              <a:off x="8073775" y="1112225"/>
              <a:ext cx="1950" cy="1275"/>
            </a:xfrm>
            <a:custGeom>
              <a:avLst/>
              <a:gdLst/>
              <a:ahLst/>
              <a:cxnLst/>
              <a:rect l="l" t="t" r="r" b="b"/>
              <a:pathLst>
                <a:path w="78" h="51" extrusionOk="0">
                  <a:moveTo>
                    <a:pt x="40" y="0"/>
                  </a:moveTo>
                  <a:cubicBezTo>
                    <a:pt x="40" y="0"/>
                    <a:pt x="1" y="0"/>
                    <a:pt x="40" y="39"/>
                  </a:cubicBezTo>
                  <a:cubicBezTo>
                    <a:pt x="48" y="47"/>
                    <a:pt x="54" y="50"/>
                    <a:pt x="58" y="50"/>
                  </a:cubicBezTo>
                  <a:cubicBezTo>
                    <a:pt x="77" y="50"/>
                    <a:pt x="71" y="0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9"/>
            <p:cNvSpPr/>
            <p:nvPr/>
          </p:nvSpPr>
          <p:spPr>
            <a:xfrm>
              <a:off x="8028075" y="1019525"/>
              <a:ext cx="42800" cy="27750"/>
            </a:xfrm>
            <a:custGeom>
              <a:avLst/>
              <a:gdLst/>
              <a:ahLst/>
              <a:cxnLst/>
              <a:rect l="l" t="t" r="r" b="b"/>
              <a:pathLst>
                <a:path w="1712" h="1110" extrusionOk="0">
                  <a:moveTo>
                    <a:pt x="970" y="1"/>
                  </a:moveTo>
                  <a:cubicBezTo>
                    <a:pt x="853" y="1"/>
                    <a:pt x="736" y="1"/>
                    <a:pt x="619" y="40"/>
                  </a:cubicBezTo>
                  <a:cubicBezTo>
                    <a:pt x="1" y="185"/>
                    <a:pt x="162" y="1109"/>
                    <a:pt x="723" y="1109"/>
                  </a:cubicBezTo>
                  <a:cubicBezTo>
                    <a:pt x="764" y="1109"/>
                    <a:pt x="807" y="1104"/>
                    <a:pt x="853" y="1094"/>
                  </a:cubicBezTo>
                  <a:cubicBezTo>
                    <a:pt x="1009" y="1094"/>
                    <a:pt x="1087" y="1054"/>
                    <a:pt x="1204" y="976"/>
                  </a:cubicBezTo>
                  <a:cubicBezTo>
                    <a:pt x="1712" y="742"/>
                    <a:pt x="1516" y="1"/>
                    <a:pt x="9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9"/>
            <p:cNvSpPr/>
            <p:nvPr/>
          </p:nvSpPr>
          <p:spPr>
            <a:xfrm>
              <a:off x="7938800" y="1018150"/>
              <a:ext cx="28850" cy="21425"/>
            </a:xfrm>
            <a:custGeom>
              <a:avLst/>
              <a:gdLst/>
              <a:ahLst/>
              <a:cxnLst/>
              <a:rect l="l" t="t" r="r" b="b"/>
              <a:pathLst>
                <a:path w="1154" h="857" extrusionOk="0">
                  <a:moveTo>
                    <a:pt x="628" y="1"/>
                  </a:moveTo>
                  <a:cubicBezTo>
                    <a:pt x="234" y="1"/>
                    <a:pt x="1" y="479"/>
                    <a:pt x="248" y="797"/>
                  </a:cubicBezTo>
                  <a:cubicBezTo>
                    <a:pt x="325" y="838"/>
                    <a:pt x="400" y="857"/>
                    <a:pt x="472" y="857"/>
                  </a:cubicBezTo>
                  <a:cubicBezTo>
                    <a:pt x="875" y="857"/>
                    <a:pt x="1153" y="282"/>
                    <a:pt x="756" y="17"/>
                  </a:cubicBezTo>
                  <a:cubicBezTo>
                    <a:pt x="712" y="6"/>
                    <a:pt x="669" y="1"/>
                    <a:pt x="6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9"/>
            <p:cNvSpPr/>
            <p:nvPr/>
          </p:nvSpPr>
          <p:spPr>
            <a:xfrm>
              <a:off x="8117650" y="1894950"/>
              <a:ext cx="210800" cy="113100"/>
            </a:xfrm>
            <a:custGeom>
              <a:avLst/>
              <a:gdLst/>
              <a:ahLst/>
              <a:cxnLst/>
              <a:rect l="l" t="t" r="r" b="b"/>
              <a:pathLst>
                <a:path w="8432" h="4524" extrusionOk="0">
                  <a:moveTo>
                    <a:pt x="237" y="0"/>
                  </a:moveTo>
                  <a:cubicBezTo>
                    <a:pt x="117" y="0"/>
                    <a:pt x="1" y="132"/>
                    <a:pt x="80" y="263"/>
                  </a:cubicBezTo>
                  <a:cubicBezTo>
                    <a:pt x="782" y="1629"/>
                    <a:pt x="1719" y="3112"/>
                    <a:pt x="3124" y="3893"/>
                  </a:cubicBezTo>
                  <a:cubicBezTo>
                    <a:pt x="4021" y="4391"/>
                    <a:pt x="5206" y="4524"/>
                    <a:pt x="6331" y="4524"/>
                  </a:cubicBezTo>
                  <a:cubicBezTo>
                    <a:pt x="6967" y="4524"/>
                    <a:pt x="7584" y="4482"/>
                    <a:pt x="8119" y="4439"/>
                  </a:cubicBezTo>
                  <a:cubicBezTo>
                    <a:pt x="8314" y="4439"/>
                    <a:pt x="8432" y="4088"/>
                    <a:pt x="8158" y="4049"/>
                  </a:cubicBezTo>
                  <a:cubicBezTo>
                    <a:pt x="6949" y="3776"/>
                    <a:pt x="5661" y="3932"/>
                    <a:pt x="4451" y="3698"/>
                  </a:cubicBezTo>
                  <a:cubicBezTo>
                    <a:pt x="2656" y="3346"/>
                    <a:pt x="1290" y="1590"/>
                    <a:pt x="392" y="107"/>
                  </a:cubicBezTo>
                  <a:cubicBezTo>
                    <a:pt x="354" y="31"/>
                    <a:pt x="295" y="0"/>
                    <a:pt x="2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9"/>
            <p:cNvSpPr/>
            <p:nvPr/>
          </p:nvSpPr>
          <p:spPr>
            <a:xfrm>
              <a:off x="7499500" y="1501250"/>
              <a:ext cx="222100" cy="166900"/>
            </a:xfrm>
            <a:custGeom>
              <a:avLst/>
              <a:gdLst/>
              <a:ahLst/>
              <a:cxnLst/>
              <a:rect l="l" t="t" r="r" b="b"/>
              <a:pathLst>
                <a:path w="8884" h="6676" extrusionOk="0">
                  <a:moveTo>
                    <a:pt x="98" y="0"/>
                  </a:moveTo>
                  <a:cubicBezTo>
                    <a:pt x="39" y="0"/>
                    <a:pt x="0" y="57"/>
                    <a:pt x="63" y="89"/>
                  </a:cubicBezTo>
                  <a:cubicBezTo>
                    <a:pt x="1741" y="1650"/>
                    <a:pt x="2912" y="3601"/>
                    <a:pt x="4512" y="5201"/>
                  </a:cubicBezTo>
                  <a:cubicBezTo>
                    <a:pt x="5418" y="6140"/>
                    <a:pt x="6646" y="6676"/>
                    <a:pt x="7907" y="6676"/>
                  </a:cubicBezTo>
                  <a:cubicBezTo>
                    <a:pt x="8167" y="6676"/>
                    <a:pt x="8428" y="6653"/>
                    <a:pt x="8688" y="6606"/>
                  </a:cubicBezTo>
                  <a:cubicBezTo>
                    <a:pt x="8883" y="6567"/>
                    <a:pt x="8844" y="6333"/>
                    <a:pt x="8688" y="6333"/>
                  </a:cubicBezTo>
                  <a:cubicBezTo>
                    <a:pt x="7595" y="6177"/>
                    <a:pt x="6581" y="6099"/>
                    <a:pt x="5644" y="5513"/>
                  </a:cubicBezTo>
                  <a:cubicBezTo>
                    <a:pt x="4903" y="4928"/>
                    <a:pt x="4239" y="4226"/>
                    <a:pt x="3654" y="3445"/>
                  </a:cubicBezTo>
                  <a:cubicBezTo>
                    <a:pt x="2600" y="2196"/>
                    <a:pt x="1429" y="1025"/>
                    <a:pt x="141" y="11"/>
                  </a:cubicBezTo>
                  <a:cubicBezTo>
                    <a:pt x="126" y="3"/>
                    <a:pt x="112" y="0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9"/>
            <p:cNvSpPr/>
            <p:nvPr/>
          </p:nvSpPr>
          <p:spPr>
            <a:xfrm>
              <a:off x="7457275" y="1676550"/>
              <a:ext cx="19425" cy="13975"/>
            </a:xfrm>
            <a:custGeom>
              <a:avLst/>
              <a:gdLst/>
              <a:ahLst/>
              <a:cxnLst/>
              <a:rect l="l" t="t" r="r" b="b"/>
              <a:pathLst>
                <a:path w="777" h="559" extrusionOk="0">
                  <a:moveTo>
                    <a:pt x="479" y="0"/>
                  </a:moveTo>
                  <a:cubicBezTo>
                    <a:pt x="421" y="0"/>
                    <a:pt x="362" y="20"/>
                    <a:pt x="308" y="62"/>
                  </a:cubicBezTo>
                  <a:cubicBezTo>
                    <a:pt x="1" y="230"/>
                    <a:pt x="375" y="559"/>
                    <a:pt x="611" y="559"/>
                  </a:cubicBezTo>
                  <a:cubicBezTo>
                    <a:pt x="705" y="559"/>
                    <a:pt x="777" y="507"/>
                    <a:pt x="777" y="375"/>
                  </a:cubicBezTo>
                  <a:lnTo>
                    <a:pt x="777" y="336"/>
                  </a:lnTo>
                  <a:cubicBezTo>
                    <a:pt x="777" y="137"/>
                    <a:pt x="632" y="0"/>
                    <a:pt x="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9"/>
            <p:cNvSpPr/>
            <p:nvPr/>
          </p:nvSpPr>
          <p:spPr>
            <a:xfrm>
              <a:off x="7946850" y="1958375"/>
              <a:ext cx="27600" cy="18950"/>
            </a:xfrm>
            <a:custGeom>
              <a:avLst/>
              <a:gdLst/>
              <a:ahLst/>
              <a:cxnLst/>
              <a:rect l="l" t="t" r="r" b="b"/>
              <a:pathLst>
                <a:path w="1104" h="758" extrusionOk="0">
                  <a:moveTo>
                    <a:pt x="531" y="0"/>
                  </a:moveTo>
                  <a:cubicBezTo>
                    <a:pt x="206" y="0"/>
                    <a:pt x="0" y="466"/>
                    <a:pt x="356" y="692"/>
                  </a:cubicBezTo>
                  <a:cubicBezTo>
                    <a:pt x="427" y="738"/>
                    <a:pt x="497" y="757"/>
                    <a:pt x="562" y="757"/>
                  </a:cubicBezTo>
                  <a:cubicBezTo>
                    <a:pt x="892" y="757"/>
                    <a:pt x="1104" y="263"/>
                    <a:pt x="746" y="68"/>
                  </a:cubicBezTo>
                  <a:cubicBezTo>
                    <a:pt x="672" y="21"/>
                    <a:pt x="598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9"/>
            <p:cNvSpPr/>
            <p:nvPr/>
          </p:nvSpPr>
          <p:spPr>
            <a:xfrm>
              <a:off x="7961575" y="1916975"/>
              <a:ext cx="27300" cy="21725"/>
            </a:xfrm>
            <a:custGeom>
              <a:avLst/>
              <a:gdLst/>
              <a:ahLst/>
              <a:cxnLst/>
              <a:rect l="l" t="t" r="r" b="b"/>
              <a:pathLst>
                <a:path w="1092" h="869" extrusionOk="0">
                  <a:moveTo>
                    <a:pt x="624" y="1"/>
                  </a:moveTo>
                  <a:cubicBezTo>
                    <a:pt x="558" y="1"/>
                    <a:pt x="491" y="15"/>
                    <a:pt x="430" y="46"/>
                  </a:cubicBezTo>
                  <a:lnTo>
                    <a:pt x="352" y="124"/>
                  </a:lnTo>
                  <a:cubicBezTo>
                    <a:pt x="1" y="319"/>
                    <a:pt x="118" y="826"/>
                    <a:pt x="508" y="865"/>
                  </a:cubicBezTo>
                  <a:lnTo>
                    <a:pt x="625" y="865"/>
                  </a:lnTo>
                  <a:cubicBezTo>
                    <a:pt x="639" y="867"/>
                    <a:pt x="653" y="868"/>
                    <a:pt x="667" y="868"/>
                  </a:cubicBezTo>
                  <a:cubicBezTo>
                    <a:pt x="918" y="868"/>
                    <a:pt x="1091" y="541"/>
                    <a:pt x="1054" y="319"/>
                  </a:cubicBezTo>
                  <a:cubicBezTo>
                    <a:pt x="997" y="117"/>
                    <a:pt x="811" y="1"/>
                    <a:pt x="6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9"/>
            <p:cNvSpPr/>
            <p:nvPr/>
          </p:nvSpPr>
          <p:spPr>
            <a:xfrm>
              <a:off x="8134850" y="2044575"/>
              <a:ext cx="25400" cy="17950"/>
            </a:xfrm>
            <a:custGeom>
              <a:avLst/>
              <a:gdLst/>
              <a:ahLst/>
              <a:cxnLst/>
              <a:rect l="l" t="t" r="r" b="b"/>
              <a:pathLst>
                <a:path w="1016" h="718" extrusionOk="0">
                  <a:moveTo>
                    <a:pt x="498" y="0"/>
                  </a:moveTo>
                  <a:cubicBezTo>
                    <a:pt x="196" y="0"/>
                    <a:pt x="1" y="449"/>
                    <a:pt x="329" y="679"/>
                  </a:cubicBezTo>
                  <a:cubicBezTo>
                    <a:pt x="383" y="706"/>
                    <a:pt x="436" y="718"/>
                    <a:pt x="487" y="718"/>
                  </a:cubicBezTo>
                  <a:cubicBezTo>
                    <a:pt x="802" y="718"/>
                    <a:pt x="1016" y="256"/>
                    <a:pt x="680" y="54"/>
                  </a:cubicBezTo>
                  <a:cubicBezTo>
                    <a:pt x="617" y="17"/>
                    <a:pt x="555" y="0"/>
                    <a:pt x="4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9"/>
            <p:cNvSpPr/>
            <p:nvPr/>
          </p:nvSpPr>
          <p:spPr>
            <a:xfrm>
              <a:off x="8068675" y="2044950"/>
              <a:ext cx="15850" cy="11225"/>
            </a:xfrm>
            <a:custGeom>
              <a:avLst/>
              <a:gdLst/>
              <a:ahLst/>
              <a:cxnLst/>
              <a:rect l="l" t="t" r="r" b="b"/>
              <a:pathLst>
                <a:path w="634" h="449" extrusionOk="0">
                  <a:moveTo>
                    <a:pt x="244" y="0"/>
                  </a:moveTo>
                  <a:cubicBezTo>
                    <a:pt x="1" y="70"/>
                    <a:pt x="67" y="448"/>
                    <a:pt x="277" y="448"/>
                  </a:cubicBezTo>
                  <a:cubicBezTo>
                    <a:pt x="303" y="448"/>
                    <a:pt x="331" y="442"/>
                    <a:pt x="361" y="430"/>
                  </a:cubicBezTo>
                  <a:cubicBezTo>
                    <a:pt x="439" y="430"/>
                    <a:pt x="517" y="352"/>
                    <a:pt x="595" y="273"/>
                  </a:cubicBezTo>
                  <a:cubicBezTo>
                    <a:pt x="634" y="195"/>
                    <a:pt x="634" y="78"/>
                    <a:pt x="517" y="39"/>
                  </a:cubicBezTo>
                  <a:cubicBezTo>
                    <a:pt x="439" y="0"/>
                    <a:pt x="361" y="0"/>
                    <a:pt x="2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9"/>
            <p:cNvSpPr/>
            <p:nvPr/>
          </p:nvSpPr>
          <p:spPr>
            <a:xfrm>
              <a:off x="8053450" y="2029325"/>
              <a:ext cx="14500" cy="9800"/>
            </a:xfrm>
            <a:custGeom>
              <a:avLst/>
              <a:gdLst/>
              <a:ahLst/>
              <a:cxnLst/>
              <a:rect l="l" t="t" r="r" b="b"/>
              <a:pathLst>
                <a:path w="580" h="392" extrusionOk="0">
                  <a:moveTo>
                    <a:pt x="345" y="1"/>
                  </a:moveTo>
                  <a:cubicBezTo>
                    <a:pt x="306" y="1"/>
                    <a:pt x="267" y="40"/>
                    <a:pt x="228" y="40"/>
                  </a:cubicBezTo>
                  <a:cubicBezTo>
                    <a:pt x="1" y="154"/>
                    <a:pt x="291" y="392"/>
                    <a:pt x="466" y="392"/>
                  </a:cubicBezTo>
                  <a:cubicBezTo>
                    <a:pt x="531" y="392"/>
                    <a:pt x="580" y="359"/>
                    <a:pt x="580" y="274"/>
                  </a:cubicBezTo>
                  <a:cubicBezTo>
                    <a:pt x="580" y="235"/>
                    <a:pt x="580" y="157"/>
                    <a:pt x="580" y="118"/>
                  </a:cubicBezTo>
                  <a:cubicBezTo>
                    <a:pt x="540" y="40"/>
                    <a:pt x="423" y="1"/>
                    <a:pt x="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9"/>
            <p:cNvSpPr/>
            <p:nvPr/>
          </p:nvSpPr>
          <p:spPr>
            <a:xfrm>
              <a:off x="7560275" y="1752500"/>
              <a:ext cx="397925" cy="233300"/>
            </a:xfrm>
            <a:custGeom>
              <a:avLst/>
              <a:gdLst/>
              <a:ahLst/>
              <a:cxnLst/>
              <a:rect l="l" t="t" r="r" b="b"/>
              <a:pathLst>
                <a:path w="15917" h="9332" extrusionOk="0">
                  <a:moveTo>
                    <a:pt x="208" y="1"/>
                  </a:moveTo>
                  <a:cubicBezTo>
                    <a:pt x="86" y="1"/>
                    <a:pt x="0" y="205"/>
                    <a:pt x="130" y="303"/>
                  </a:cubicBezTo>
                  <a:cubicBezTo>
                    <a:pt x="2667" y="2059"/>
                    <a:pt x="5242" y="3776"/>
                    <a:pt x="7935" y="5337"/>
                  </a:cubicBezTo>
                  <a:cubicBezTo>
                    <a:pt x="10355" y="6742"/>
                    <a:pt x="12931" y="8459"/>
                    <a:pt x="15662" y="9318"/>
                  </a:cubicBezTo>
                  <a:cubicBezTo>
                    <a:pt x="15682" y="9327"/>
                    <a:pt x="15700" y="9332"/>
                    <a:pt x="15718" y="9332"/>
                  </a:cubicBezTo>
                  <a:cubicBezTo>
                    <a:pt x="15843" y="9332"/>
                    <a:pt x="15916" y="9113"/>
                    <a:pt x="15779" y="9044"/>
                  </a:cubicBezTo>
                  <a:cubicBezTo>
                    <a:pt x="13321" y="7366"/>
                    <a:pt x="10433" y="6235"/>
                    <a:pt x="7896" y="4752"/>
                  </a:cubicBezTo>
                  <a:cubicBezTo>
                    <a:pt x="5320" y="3308"/>
                    <a:pt x="2745" y="1708"/>
                    <a:pt x="286" y="29"/>
                  </a:cubicBezTo>
                  <a:cubicBezTo>
                    <a:pt x="259" y="10"/>
                    <a:pt x="233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9"/>
            <p:cNvSpPr/>
            <p:nvPr/>
          </p:nvSpPr>
          <p:spPr>
            <a:xfrm>
              <a:off x="7418725" y="1651400"/>
              <a:ext cx="13475" cy="9500"/>
            </a:xfrm>
            <a:custGeom>
              <a:avLst/>
              <a:gdLst/>
              <a:ahLst/>
              <a:cxnLst/>
              <a:rect l="l" t="t" r="r" b="b"/>
              <a:pathLst>
                <a:path w="539" h="380" extrusionOk="0">
                  <a:moveTo>
                    <a:pt x="297" y="1"/>
                  </a:moveTo>
                  <a:cubicBezTo>
                    <a:pt x="131" y="1"/>
                    <a:pt x="1" y="229"/>
                    <a:pt x="172" y="366"/>
                  </a:cubicBezTo>
                  <a:cubicBezTo>
                    <a:pt x="200" y="375"/>
                    <a:pt x="228" y="380"/>
                    <a:pt x="253" y="380"/>
                  </a:cubicBezTo>
                  <a:cubicBezTo>
                    <a:pt x="439" y="380"/>
                    <a:pt x="539" y="152"/>
                    <a:pt x="367" y="15"/>
                  </a:cubicBezTo>
                  <a:cubicBezTo>
                    <a:pt x="344" y="5"/>
                    <a:pt x="320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9"/>
            <p:cNvSpPr/>
            <p:nvPr/>
          </p:nvSpPr>
          <p:spPr>
            <a:xfrm>
              <a:off x="7342875" y="1579550"/>
              <a:ext cx="19675" cy="15200"/>
            </a:xfrm>
            <a:custGeom>
              <a:avLst/>
              <a:gdLst/>
              <a:ahLst/>
              <a:cxnLst/>
              <a:rect l="l" t="t" r="r" b="b"/>
              <a:pathLst>
                <a:path w="787" h="608" extrusionOk="0">
                  <a:moveTo>
                    <a:pt x="318" y="1"/>
                  </a:moveTo>
                  <a:cubicBezTo>
                    <a:pt x="0" y="1"/>
                    <a:pt x="130" y="608"/>
                    <a:pt x="389" y="608"/>
                  </a:cubicBezTo>
                  <a:cubicBezTo>
                    <a:pt x="416" y="608"/>
                    <a:pt x="445" y="601"/>
                    <a:pt x="474" y="586"/>
                  </a:cubicBezTo>
                  <a:lnTo>
                    <a:pt x="552" y="547"/>
                  </a:lnTo>
                  <a:cubicBezTo>
                    <a:pt x="787" y="391"/>
                    <a:pt x="709" y="1"/>
                    <a:pt x="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9"/>
            <p:cNvSpPr/>
            <p:nvPr/>
          </p:nvSpPr>
          <p:spPr>
            <a:xfrm>
              <a:off x="7307225" y="1573650"/>
              <a:ext cx="23950" cy="17400"/>
            </a:xfrm>
            <a:custGeom>
              <a:avLst/>
              <a:gdLst/>
              <a:ahLst/>
              <a:cxnLst/>
              <a:rect l="l" t="t" r="r" b="b"/>
              <a:pathLst>
                <a:path w="958" h="696" extrusionOk="0">
                  <a:moveTo>
                    <a:pt x="487" y="0"/>
                  </a:moveTo>
                  <a:cubicBezTo>
                    <a:pt x="184" y="0"/>
                    <a:pt x="0" y="433"/>
                    <a:pt x="300" y="666"/>
                  </a:cubicBezTo>
                  <a:cubicBezTo>
                    <a:pt x="351" y="686"/>
                    <a:pt x="400" y="695"/>
                    <a:pt x="446" y="695"/>
                  </a:cubicBezTo>
                  <a:cubicBezTo>
                    <a:pt x="760" y="695"/>
                    <a:pt x="957" y="280"/>
                    <a:pt x="652" y="42"/>
                  </a:cubicBezTo>
                  <a:cubicBezTo>
                    <a:pt x="594" y="13"/>
                    <a:pt x="539" y="0"/>
                    <a:pt x="4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9"/>
            <p:cNvSpPr/>
            <p:nvPr/>
          </p:nvSpPr>
          <p:spPr>
            <a:xfrm>
              <a:off x="7311725" y="1526800"/>
              <a:ext cx="25950" cy="18875"/>
            </a:xfrm>
            <a:custGeom>
              <a:avLst/>
              <a:gdLst/>
              <a:ahLst/>
              <a:cxnLst/>
              <a:rect l="l" t="t" r="r" b="b"/>
              <a:pathLst>
                <a:path w="1038" h="755" extrusionOk="0">
                  <a:moveTo>
                    <a:pt x="619" y="0"/>
                  </a:moveTo>
                  <a:cubicBezTo>
                    <a:pt x="321" y="0"/>
                    <a:pt x="1" y="647"/>
                    <a:pt x="393" y="745"/>
                  </a:cubicBezTo>
                  <a:lnTo>
                    <a:pt x="432" y="745"/>
                  </a:lnTo>
                  <a:cubicBezTo>
                    <a:pt x="461" y="751"/>
                    <a:pt x="489" y="754"/>
                    <a:pt x="516" y="754"/>
                  </a:cubicBezTo>
                  <a:cubicBezTo>
                    <a:pt x="825" y="754"/>
                    <a:pt x="1038" y="371"/>
                    <a:pt x="823" y="120"/>
                  </a:cubicBezTo>
                  <a:lnTo>
                    <a:pt x="784" y="81"/>
                  </a:lnTo>
                  <a:cubicBezTo>
                    <a:pt x="733" y="25"/>
                    <a:pt x="676" y="0"/>
                    <a:pt x="6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9"/>
            <p:cNvSpPr/>
            <p:nvPr/>
          </p:nvSpPr>
          <p:spPr>
            <a:xfrm>
              <a:off x="7277650" y="1539550"/>
              <a:ext cx="1975" cy="1000"/>
            </a:xfrm>
            <a:custGeom>
              <a:avLst/>
              <a:gdLst/>
              <a:ahLst/>
              <a:cxnLst/>
              <a:rect l="l" t="t" r="r" b="b"/>
              <a:pathLst>
                <a:path w="79" h="40" extrusionOk="0">
                  <a:moveTo>
                    <a:pt x="39" y="1"/>
                  </a:moveTo>
                  <a:cubicBezTo>
                    <a:pt x="39" y="1"/>
                    <a:pt x="0" y="1"/>
                    <a:pt x="39" y="1"/>
                  </a:cubicBezTo>
                  <a:cubicBezTo>
                    <a:pt x="78" y="40"/>
                    <a:pt x="39" y="1"/>
                    <a:pt x="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9"/>
            <p:cNvSpPr/>
            <p:nvPr/>
          </p:nvSpPr>
          <p:spPr>
            <a:xfrm>
              <a:off x="7278525" y="1484200"/>
              <a:ext cx="27750" cy="18625"/>
            </a:xfrm>
            <a:custGeom>
              <a:avLst/>
              <a:gdLst/>
              <a:ahLst/>
              <a:cxnLst/>
              <a:rect l="l" t="t" r="r" b="b"/>
              <a:pathLst>
                <a:path w="1110" h="745" extrusionOk="0">
                  <a:moveTo>
                    <a:pt x="531" y="1"/>
                  </a:moveTo>
                  <a:cubicBezTo>
                    <a:pt x="206" y="1"/>
                    <a:pt x="1" y="467"/>
                    <a:pt x="356" y="693"/>
                  </a:cubicBezTo>
                  <a:cubicBezTo>
                    <a:pt x="421" y="729"/>
                    <a:pt x="486" y="744"/>
                    <a:pt x="548" y="744"/>
                  </a:cubicBezTo>
                  <a:cubicBezTo>
                    <a:pt x="885" y="744"/>
                    <a:pt x="1109" y="267"/>
                    <a:pt x="746" y="68"/>
                  </a:cubicBezTo>
                  <a:cubicBezTo>
                    <a:pt x="672" y="21"/>
                    <a:pt x="598" y="1"/>
                    <a:pt x="5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9"/>
            <p:cNvSpPr/>
            <p:nvPr/>
          </p:nvSpPr>
          <p:spPr>
            <a:xfrm>
              <a:off x="7098125" y="876650"/>
              <a:ext cx="1536675" cy="1451275"/>
            </a:xfrm>
            <a:custGeom>
              <a:avLst/>
              <a:gdLst/>
              <a:ahLst/>
              <a:cxnLst/>
              <a:rect l="l" t="t" r="r" b="b"/>
              <a:pathLst>
                <a:path w="61467" h="58051" extrusionOk="0">
                  <a:moveTo>
                    <a:pt x="11201" y="14575"/>
                  </a:moveTo>
                  <a:cubicBezTo>
                    <a:pt x="12918" y="16019"/>
                    <a:pt x="13464" y="18477"/>
                    <a:pt x="14401" y="20585"/>
                  </a:cubicBezTo>
                  <a:cubicBezTo>
                    <a:pt x="13582" y="19921"/>
                    <a:pt x="12723" y="19297"/>
                    <a:pt x="11864" y="18672"/>
                  </a:cubicBezTo>
                  <a:cubicBezTo>
                    <a:pt x="11279" y="18204"/>
                    <a:pt x="10108" y="17541"/>
                    <a:pt x="10069" y="16721"/>
                  </a:cubicBezTo>
                  <a:cubicBezTo>
                    <a:pt x="10030" y="16019"/>
                    <a:pt x="10772" y="15043"/>
                    <a:pt x="11201" y="14575"/>
                  </a:cubicBezTo>
                  <a:close/>
                  <a:moveTo>
                    <a:pt x="19865" y="24682"/>
                  </a:moveTo>
                  <a:cubicBezTo>
                    <a:pt x="20372" y="24800"/>
                    <a:pt x="20919" y="24839"/>
                    <a:pt x="21465" y="24878"/>
                  </a:cubicBezTo>
                  <a:cubicBezTo>
                    <a:pt x="23143" y="25073"/>
                    <a:pt x="24821" y="25190"/>
                    <a:pt x="26304" y="26048"/>
                  </a:cubicBezTo>
                  <a:cubicBezTo>
                    <a:pt x="27202" y="26634"/>
                    <a:pt x="28021" y="27336"/>
                    <a:pt x="28724" y="28156"/>
                  </a:cubicBezTo>
                  <a:cubicBezTo>
                    <a:pt x="28320" y="28797"/>
                    <a:pt x="27872" y="29092"/>
                    <a:pt x="27338" y="29092"/>
                  </a:cubicBezTo>
                  <a:cubicBezTo>
                    <a:pt x="26994" y="29092"/>
                    <a:pt x="26614" y="28970"/>
                    <a:pt x="26187" y="28741"/>
                  </a:cubicBezTo>
                  <a:cubicBezTo>
                    <a:pt x="25328" y="28312"/>
                    <a:pt x="24548" y="27883"/>
                    <a:pt x="23767" y="27375"/>
                  </a:cubicBezTo>
                  <a:cubicBezTo>
                    <a:pt x="22441" y="26517"/>
                    <a:pt x="21192" y="25541"/>
                    <a:pt x="19865" y="24682"/>
                  </a:cubicBezTo>
                  <a:close/>
                  <a:moveTo>
                    <a:pt x="13191" y="10438"/>
                  </a:moveTo>
                  <a:cubicBezTo>
                    <a:pt x="13308" y="13482"/>
                    <a:pt x="15728" y="16136"/>
                    <a:pt x="17835" y="18126"/>
                  </a:cubicBezTo>
                  <a:cubicBezTo>
                    <a:pt x="21972" y="21951"/>
                    <a:pt x="26890" y="24917"/>
                    <a:pt x="31651" y="27844"/>
                  </a:cubicBezTo>
                  <a:cubicBezTo>
                    <a:pt x="33095" y="28702"/>
                    <a:pt x="34539" y="29639"/>
                    <a:pt x="36022" y="30497"/>
                  </a:cubicBezTo>
                  <a:cubicBezTo>
                    <a:pt x="35787" y="30497"/>
                    <a:pt x="35553" y="30536"/>
                    <a:pt x="35319" y="30575"/>
                  </a:cubicBezTo>
                  <a:cubicBezTo>
                    <a:pt x="35090" y="30595"/>
                    <a:pt x="34869" y="30605"/>
                    <a:pt x="34655" y="30605"/>
                  </a:cubicBezTo>
                  <a:cubicBezTo>
                    <a:pt x="32755" y="30605"/>
                    <a:pt x="31415" y="29836"/>
                    <a:pt x="30012" y="28468"/>
                  </a:cubicBezTo>
                  <a:cubicBezTo>
                    <a:pt x="27865" y="26400"/>
                    <a:pt x="26226" y="24800"/>
                    <a:pt x="23182" y="24331"/>
                  </a:cubicBezTo>
                  <a:cubicBezTo>
                    <a:pt x="21660" y="24136"/>
                    <a:pt x="20138" y="24136"/>
                    <a:pt x="18694" y="23668"/>
                  </a:cubicBezTo>
                  <a:cubicBezTo>
                    <a:pt x="16704" y="23043"/>
                    <a:pt x="15611" y="21521"/>
                    <a:pt x="14830" y="19687"/>
                  </a:cubicBezTo>
                  <a:cubicBezTo>
                    <a:pt x="13972" y="17658"/>
                    <a:pt x="13152" y="14497"/>
                    <a:pt x="10850" y="13677"/>
                  </a:cubicBezTo>
                  <a:lnTo>
                    <a:pt x="10811" y="13677"/>
                  </a:lnTo>
                  <a:cubicBezTo>
                    <a:pt x="9952" y="13053"/>
                    <a:pt x="9484" y="12155"/>
                    <a:pt x="10616" y="11375"/>
                  </a:cubicBezTo>
                  <a:cubicBezTo>
                    <a:pt x="11240" y="10945"/>
                    <a:pt x="11942" y="11101"/>
                    <a:pt x="12567" y="10867"/>
                  </a:cubicBezTo>
                  <a:cubicBezTo>
                    <a:pt x="12801" y="10789"/>
                    <a:pt x="13035" y="10633"/>
                    <a:pt x="13191" y="10438"/>
                  </a:cubicBezTo>
                  <a:close/>
                  <a:moveTo>
                    <a:pt x="9523" y="17736"/>
                  </a:moveTo>
                  <a:cubicBezTo>
                    <a:pt x="9952" y="18438"/>
                    <a:pt x="11045" y="19063"/>
                    <a:pt x="11669" y="19531"/>
                  </a:cubicBezTo>
                  <a:cubicBezTo>
                    <a:pt x="12684" y="20351"/>
                    <a:pt x="13777" y="21131"/>
                    <a:pt x="14869" y="21873"/>
                  </a:cubicBezTo>
                  <a:cubicBezTo>
                    <a:pt x="14908" y="21912"/>
                    <a:pt x="15026" y="21912"/>
                    <a:pt x="15104" y="21912"/>
                  </a:cubicBezTo>
                  <a:lnTo>
                    <a:pt x="15143" y="21990"/>
                  </a:lnTo>
                  <a:cubicBezTo>
                    <a:pt x="16040" y="23317"/>
                    <a:pt x="17484" y="24253"/>
                    <a:pt x="19084" y="24565"/>
                  </a:cubicBezTo>
                  <a:cubicBezTo>
                    <a:pt x="19045" y="24682"/>
                    <a:pt x="19045" y="24800"/>
                    <a:pt x="19123" y="24878"/>
                  </a:cubicBezTo>
                  <a:cubicBezTo>
                    <a:pt x="21153" y="26790"/>
                    <a:pt x="23494" y="28351"/>
                    <a:pt x="26031" y="29561"/>
                  </a:cubicBezTo>
                  <a:cubicBezTo>
                    <a:pt x="26499" y="29834"/>
                    <a:pt x="27046" y="29951"/>
                    <a:pt x="27592" y="29951"/>
                  </a:cubicBezTo>
                  <a:cubicBezTo>
                    <a:pt x="28333" y="31590"/>
                    <a:pt x="30090" y="32644"/>
                    <a:pt x="31768" y="33580"/>
                  </a:cubicBezTo>
                  <a:cubicBezTo>
                    <a:pt x="30968" y="33463"/>
                    <a:pt x="30158" y="33405"/>
                    <a:pt x="29343" y="33405"/>
                  </a:cubicBezTo>
                  <a:cubicBezTo>
                    <a:pt x="28529" y="33405"/>
                    <a:pt x="27709" y="33463"/>
                    <a:pt x="26890" y="33580"/>
                  </a:cubicBezTo>
                  <a:cubicBezTo>
                    <a:pt x="25927" y="33685"/>
                    <a:pt x="24877" y="33858"/>
                    <a:pt x="23857" y="33858"/>
                  </a:cubicBezTo>
                  <a:cubicBezTo>
                    <a:pt x="23347" y="33858"/>
                    <a:pt x="22844" y="33815"/>
                    <a:pt x="22362" y="33698"/>
                  </a:cubicBezTo>
                  <a:cubicBezTo>
                    <a:pt x="20333" y="33190"/>
                    <a:pt x="19240" y="31551"/>
                    <a:pt x="18109" y="29990"/>
                  </a:cubicBezTo>
                  <a:cubicBezTo>
                    <a:pt x="16274" y="27492"/>
                    <a:pt x="14245" y="25190"/>
                    <a:pt x="12021" y="23043"/>
                  </a:cubicBezTo>
                  <a:cubicBezTo>
                    <a:pt x="10889" y="21951"/>
                    <a:pt x="9718" y="20858"/>
                    <a:pt x="8547" y="19765"/>
                  </a:cubicBezTo>
                  <a:lnTo>
                    <a:pt x="7650" y="18985"/>
                  </a:lnTo>
                  <a:cubicBezTo>
                    <a:pt x="7259" y="18633"/>
                    <a:pt x="6869" y="18555"/>
                    <a:pt x="7298" y="18165"/>
                  </a:cubicBezTo>
                  <a:cubicBezTo>
                    <a:pt x="7689" y="17775"/>
                    <a:pt x="8898" y="17814"/>
                    <a:pt x="9523" y="17736"/>
                  </a:cubicBezTo>
                  <a:close/>
                  <a:moveTo>
                    <a:pt x="28303" y="649"/>
                  </a:moveTo>
                  <a:cubicBezTo>
                    <a:pt x="37490" y="649"/>
                    <a:pt x="46944" y="6043"/>
                    <a:pt x="52998" y="12545"/>
                  </a:cubicBezTo>
                  <a:cubicBezTo>
                    <a:pt x="58110" y="18009"/>
                    <a:pt x="61428" y="26400"/>
                    <a:pt x="57252" y="33346"/>
                  </a:cubicBezTo>
                  <a:cubicBezTo>
                    <a:pt x="55942" y="35373"/>
                    <a:pt x="53974" y="36069"/>
                    <a:pt x="51875" y="36069"/>
                  </a:cubicBezTo>
                  <a:cubicBezTo>
                    <a:pt x="50659" y="36069"/>
                    <a:pt x="49400" y="35836"/>
                    <a:pt x="48198" y="35493"/>
                  </a:cubicBezTo>
                  <a:cubicBezTo>
                    <a:pt x="46910" y="35102"/>
                    <a:pt x="45622" y="34634"/>
                    <a:pt x="44412" y="34127"/>
                  </a:cubicBezTo>
                  <a:lnTo>
                    <a:pt x="44412" y="34127"/>
                  </a:lnTo>
                  <a:cubicBezTo>
                    <a:pt x="44769" y="34155"/>
                    <a:pt x="45125" y="34170"/>
                    <a:pt x="45481" y="34170"/>
                  </a:cubicBezTo>
                  <a:cubicBezTo>
                    <a:pt x="46604" y="34170"/>
                    <a:pt x="47716" y="34024"/>
                    <a:pt x="48783" y="33698"/>
                  </a:cubicBezTo>
                  <a:cubicBezTo>
                    <a:pt x="48978" y="33619"/>
                    <a:pt x="48900" y="33346"/>
                    <a:pt x="48705" y="33346"/>
                  </a:cubicBezTo>
                  <a:cubicBezTo>
                    <a:pt x="47730" y="33580"/>
                    <a:pt x="46725" y="33698"/>
                    <a:pt x="45715" y="33698"/>
                  </a:cubicBezTo>
                  <a:cubicBezTo>
                    <a:pt x="44705" y="33698"/>
                    <a:pt x="43690" y="33580"/>
                    <a:pt x="42695" y="33346"/>
                  </a:cubicBezTo>
                  <a:cubicBezTo>
                    <a:pt x="40002" y="32058"/>
                    <a:pt x="37427" y="30536"/>
                    <a:pt x="34890" y="29053"/>
                  </a:cubicBezTo>
                  <a:lnTo>
                    <a:pt x="34305" y="28663"/>
                  </a:lnTo>
                  <a:cubicBezTo>
                    <a:pt x="32158" y="26595"/>
                    <a:pt x="29895" y="24917"/>
                    <a:pt x="28568" y="22068"/>
                  </a:cubicBezTo>
                  <a:cubicBezTo>
                    <a:pt x="28531" y="21982"/>
                    <a:pt x="28467" y="21946"/>
                    <a:pt x="28400" y="21946"/>
                  </a:cubicBezTo>
                  <a:cubicBezTo>
                    <a:pt x="28255" y="21946"/>
                    <a:pt x="28097" y="22115"/>
                    <a:pt x="28177" y="22302"/>
                  </a:cubicBezTo>
                  <a:cubicBezTo>
                    <a:pt x="28997" y="24058"/>
                    <a:pt x="30090" y="25619"/>
                    <a:pt x="31495" y="26985"/>
                  </a:cubicBezTo>
                  <a:cubicBezTo>
                    <a:pt x="28841" y="25385"/>
                    <a:pt x="26265" y="23707"/>
                    <a:pt x="23728" y="21951"/>
                  </a:cubicBezTo>
                  <a:cubicBezTo>
                    <a:pt x="21075" y="19726"/>
                    <a:pt x="18850" y="17424"/>
                    <a:pt x="17406" y="14067"/>
                  </a:cubicBezTo>
                  <a:cubicBezTo>
                    <a:pt x="17380" y="14015"/>
                    <a:pt x="17337" y="13994"/>
                    <a:pt x="17292" y="13994"/>
                  </a:cubicBezTo>
                  <a:cubicBezTo>
                    <a:pt x="17202" y="13994"/>
                    <a:pt x="17107" y="14080"/>
                    <a:pt x="17133" y="14184"/>
                  </a:cubicBezTo>
                  <a:cubicBezTo>
                    <a:pt x="17874" y="15941"/>
                    <a:pt x="18811" y="17619"/>
                    <a:pt x="19943" y="19141"/>
                  </a:cubicBezTo>
                  <a:cubicBezTo>
                    <a:pt x="17406" y="17072"/>
                    <a:pt x="14674" y="14536"/>
                    <a:pt x="13972" y="11414"/>
                  </a:cubicBezTo>
                  <a:cubicBezTo>
                    <a:pt x="13347" y="8370"/>
                    <a:pt x="15494" y="5716"/>
                    <a:pt x="17718" y="3960"/>
                  </a:cubicBezTo>
                  <a:cubicBezTo>
                    <a:pt x="20411" y="1930"/>
                    <a:pt x="23689" y="798"/>
                    <a:pt x="27085" y="681"/>
                  </a:cubicBezTo>
                  <a:cubicBezTo>
                    <a:pt x="27490" y="660"/>
                    <a:pt x="27896" y="649"/>
                    <a:pt x="28303" y="649"/>
                  </a:cubicBezTo>
                  <a:close/>
                  <a:moveTo>
                    <a:pt x="29694" y="34177"/>
                  </a:moveTo>
                  <a:cubicBezTo>
                    <a:pt x="30654" y="34177"/>
                    <a:pt x="31609" y="34280"/>
                    <a:pt x="32548" y="34478"/>
                  </a:cubicBezTo>
                  <a:cubicBezTo>
                    <a:pt x="34031" y="35610"/>
                    <a:pt x="35358" y="36937"/>
                    <a:pt x="36451" y="38420"/>
                  </a:cubicBezTo>
                  <a:cubicBezTo>
                    <a:pt x="35786" y="38480"/>
                    <a:pt x="35074" y="38552"/>
                    <a:pt x="34374" y="38552"/>
                  </a:cubicBezTo>
                  <a:cubicBezTo>
                    <a:pt x="33267" y="38552"/>
                    <a:pt x="32191" y="38372"/>
                    <a:pt x="31378" y="37678"/>
                  </a:cubicBezTo>
                  <a:cubicBezTo>
                    <a:pt x="30168" y="36625"/>
                    <a:pt x="29075" y="35415"/>
                    <a:pt x="27904" y="34283"/>
                  </a:cubicBezTo>
                  <a:lnTo>
                    <a:pt x="28021" y="34283"/>
                  </a:lnTo>
                  <a:cubicBezTo>
                    <a:pt x="28579" y="34211"/>
                    <a:pt x="29138" y="34177"/>
                    <a:pt x="29694" y="34177"/>
                  </a:cubicBezTo>
                  <a:close/>
                  <a:moveTo>
                    <a:pt x="37700" y="31590"/>
                  </a:moveTo>
                  <a:lnTo>
                    <a:pt x="37700" y="31590"/>
                  </a:lnTo>
                  <a:cubicBezTo>
                    <a:pt x="37746" y="31636"/>
                    <a:pt x="37805" y="31655"/>
                    <a:pt x="37861" y="31655"/>
                  </a:cubicBezTo>
                  <a:cubicBezTo>
                    <a:pt x="37902" y="31655"/>
                    <a:pt x="37941" y="31645"/>
                    <a:pt x="37973" y="31629"/>
                  </a:cubicBezTo>
                  <a:cubicBezTo>
                    <a:pt x="41173" y="33541"/>
                    <a:pt x="44607" y="35063"/>
                    <a:pt x="48159" y="36156"/>
                  </a:cubicBezTo>
                  <a:cubicBezTo>
                    <a:pt x="49384" y="36503"/>
                    <a:pt x="50622" y="36713"/>
                    <a:pt x="51818" y="36713"/>
                  </a:cubicBezTo>
                  <a:cubicBezTo>
                    <a:pt x="52641" y="36713"/>
                    <a:pt x="53444" y="36613"/>
                    <a:pt x="54208" y="36390"/>
                  </a:cubicBezTo>
                  <a:lnTo>
                    <a:pt x="54208" y="36390"/>
                  </a:lnTo>
                  <a:cubicBezTo>
                    <a:pt x="54052" y="36898"/>
                    <a:pt x="53974" y="37405"/>
                    <a:pt x="53974" y="37912"/>
                  </a:cubicBezTo>
                  <a:cubicBezTo>
                    <a:pt x="53939" y="38880"/>
                    <a:pt x="53629" y="40001"/>
                    <a:pt x="52610" y="40001"/>
                  </a:cubicBezTo>
                  <a:cubicBezTo>
                    <a:pt x="52478" y="40001"/>
                    <a:pt x="52335" y="39982"/>
                    <a:pt x="52179" y="39942"/>
                  </a:cubicBezTo>
                  <a:cubicBezTo>
                    <a:pt x="51554" y="39747"/>
                    <a:pt x="51008" y="39395"/>
                    <a:pt x="50500" y="39005"/>
                  </a:cubicBezTo>
                  <a:cubicBezTo>
                    <a:pt x="49798" y="38537"/>
                    <a:pt x="49056" y="38225"/>
                    <a:pt x="48237" y="38068"/>
                  </a:cubicBezTo>
                  <a:cubicBezTo>
                    <a:pt x="47994" y="38035"/>
                    <a:pt x="47751" y="38021"/>
                    <a:pt x="47509" y="38021"/>
                  </a:cubicBezTo>
                  <a:cubicBezTo>
                    <a:pt x="46402" y="38021"/>
                    <a:pt x="45302" y="38307"/>
                    <a:pt x="44234" y="38307"/>
                  </a:cubicBezTo>
                  <a:cubicBezTo>
                    <a:pt x="43355" y="38307"/>
                    <a:pt x="42499" y="38113"/>
                    <a:pt x="41680" y="37405"/>
                  </a:cubicBezTo>
                  <a:cubicBezTo>
                    <a:pt x="39963" y="35922"/>
                    <a:pt x="38988" y="33502"/>
                    <a:pt x="37700" y="31590"/>
                  </a:cubicBezTo>
                  <a:close/>
                  <a:moveTo>
                    <a:pt x="29270" y="28702"/>
                  </a:moveTo>
                  <a:cubicBezTo>
                    <a:pt x="29582" y="29053"/>
                    <a:pt x="29895" y="29366"/>
                    <a:pt x="30246" y="29678"/>
                  </a:cubicBezTo>
                  <a:cubicBezTo>
                    <a:pt x="31065" y="30458"/>
                    <a:pt x="32119" y="31005"/>
                    <a:pt x="33212" y="31278"/>
                  </a:cubicBezTo>
                  <a:cubicBezTo>
                    <a:pt x="33452" y="31324"/>
                    <a:pt x="33698" y="31342"/>
                    <a:pt x="33947" y="31342"/>
                  </a:cubicBezTo>
                  <a:cubicBezTo>
                    <a:pt x="34674" y="31342"/>
                    <a:pt x="35430" y="31195"/>
                    <a:pt x="36147" y="31195"/>
                  </a:cubicBezTo>
                  <a:cubicBezTo>
                    <a:pt x="36424" y="31195"/>
                    <a:pt x="36696" y="31217"/>
                    <a:pt x="36958" y="31278"/>
                  </a:cubicBezTo>
                  <a:lnTo>
                    <a:pt x="36958" y="31317"/>
                  </a:lnTo>
                  <a:cubicBezTo>
                    <a:pt x="37700" y="32761"/>
                    <a:pt x="38519" y="34166"/>
                    <a:pt x="39378" y="35493"/>
                  </a:cubicBezTo>
                  <a:cubicBezTo>
                    <a:pt x="40041" y="36507"/>
                    <a:pt x="40666" y="37600"/>
                    <a:pt x="41680" y="38303"/>
                  </a:cubicBezTo>
                  <a:cubicBezTo>
                    <a:pt x="42473" y="38837"/>
                    <a:pt x="43266" y="38988"/>
                    <a:pt x="44070" y="38988"/>
                  </a:cubicBezTo>
                  <a:cubicBezTo>
                    <a:pt x="45126" y="38988"/>
                    <a:pt x="46200" y="38727"/>
                    <a:pt x="47319" y="38727"/>
                  </a:cubicBezTo>
                  <a:cubicBezTo>
                    <a:pt x="47403" y="38727"/>
                    <a:pt x="47488" y="38729"/>
                    <a:pt x="47573" y="38732"/>
                  </a:cubicBezTo>
                  <a:cubicBezTo>
                    <a:pt x="48705" y="38810"/>
                    <a:pt x="49681" y="39512"/>
                    <a:pt x="50656" y="40098"/>
                  </a:cubicBezTo>
                  <a:cubicBezTo>
                    <a:pt x="50330" y="41403"/>
                    <a:pt x="49588" y="41849"/>
                    <a:pt x="48704" y="41849"/>
                  </a:cubicBezTo>
                  <a:cubicBezTo>
                    <a:pt x="47472" y="41849"/>
                    <a:pt x="45964" y="40984"/>
                    <a:pt x="44920" y="40371"/>
                  </a:cubicBezTo>
                  <a:cubicBezTo>
                    <a:pt x="43007" y="39200"/>
                    <a:pt x="41056" y="38029"/>
                    <a:pt x="39144" y="36898"/>
                  </a:cubicBezTo>
                  <a:cubicBezTo>
                    <a:pt x="37310" y="35805"/>
                    <a:pt x="35475" y="34712"/>
                    <a:pt x="33602" y="33619"/>
                  </a:cubicBezTo>
                  <a:cubicBezTo>
                    <a:pt x="31807" y="32566"/>
                    <a:pt x="29387" y="31590"/>
                    <a:pt x="28138" y="29795"/>
                  </a:cubicBezTo>
                  <a:cubicBezTo>
                    <a:pt x="28607" y="29561"/>
                    <a:pt x="28997" y="29171"/>
                    <a:pt x="29270" y="28702"/>
                  </a:cubicBezTo>
                  <a:close/>
                  <a:moveTo>
                    <a:pt x="34226" y="34907"/>
                  </a:moveTo>
                  <a:cubicBezTo>
                    <a:pt x="36607" y="36390"/>
                    <a:pt x="39027" y="37834"/>
                    <a:pt x="41446" y="39317"/>
                  </a:cubicBezTo>
                  <a:cubicBezTo>
                    <a:pt x="43044" y="40283"/>
                    <a:pt x="46376" y="42771"/>
                    <a:pt x="48813" y="42771"/>
                  </a:cubicBezTo>
                  <a:cubicBezTo>
                    <a:pt x="48936" y="42771"/>
                    <a:pt x="49056" y="42765"/>
                    <a:pt x="49173" y="42752"/>
                  </a:cubicBezTo>
                  <a:cubicBezTo>
                    <a:pt x="49603" y="43961"/>
                    <a:pt x="50188" y="45171"/>
                    <a:pt x="50696" y="46381"/>
                  </a:cubicBezTo>
                  <a:cubicBezTo>
                    <a:pt x="48744" y="46381"/>
                    <a:pt x="46793" y="46381"/>
                    <a:pt x="44842" y="46303"/>
                  </a:cubicBezTo>
                  <a:cubicBezTo>
                    <a:pt x="42149" y="46147"/>
                    <a:pt x="40939" y="43493"/>
                    <a:pt x="39612" y="41464"/>
                  </a:cubicBezTo>
                  <a:cubicBezTo>
                    <a:pt x="38012" y="39083"/>
                    <a:pt x="36373" y="36742"/>
                    <a:pt x="34226" y="34907"/>
                  </a:cubicBezTo>
                  <a:close/>
                  <a:moveTo>
                    <a:pt x="7103" y="19531"/>
                  </a:moveTo>
                  <a:lnTo>
                    <a:pt x="7103" y="19570"/>
                  </a:lnTo>
                  <a:cubicBezTo>
                    <a:pt x="7259" y="19687"/>
                    <a:pt x="7415" y="19843"/>
                    <a:pt x="7533" y="19921"/>
                  </a:cubicBezTo>
                  <a:cubicBezTo>
                    <a:pt x="10459" y="22770"/>
                    <a:pt x="13464" y="25502"/>
                    <a:pt x="16040" y="28663"/>
                  </a:cubicBezTo>
                  <a:cubicBezTo>
                    <a:pt x="18109" y="31161"/>
                    <a:pt x="19592" y="34361"/>
                    <a:pt x="23182" y="34673"/>
                  </a:cubicBezTo>
                  <a:cubicBezTo>
                    <a:pt x="23398" y="34679"/>
                    <a:pt x="23615" y="34683"/>
                    <a:pt x="23831" y="34683"/>
                  </a:cubicBezTo>
                  <a:cubicBezTo>
                    <a:pt x="24980" y="34683"/>
                    <a:pt x="26130" y="34591"/>
                    <a:pt x="27280" y="34361"/>
                  </a:cubicBezTo>
                  <a:cubicBezTo>
                    <a:pt x="28568" y="35844"/>
                    <a:pt x="29934" y="37834"/>
                    <a:pt x="31573" y="38810"/>
                  </a:cubicBezTo>
                  <a:cubicBezTo>
                    <a:pt x="32261" y="39231"/>
                    <a:pt x="33147" y="39352"/>
                    <a:pt x="34050" y="39352"/>
                  </a:cubicBezTo>
                  <a:cubicBezTo>
                    <a:pt x="34990" y="39352"/>
                    <a:pt x="35948" y="39221"/>
                    <a:pt x="36724" y="39161"/>
                  </a:cubicBezTo>
                  <a:cubicBezTo>
                    <a:pt x="36802" y="39161"/>
                    <a:pt x="36880" y="39122"/>
                    <a:pt x="36919" y="39083"/>
                  </a:cubicBezTo>
                  <a:cubicBezTo>
                    <a:pt x="38246" y="40917"/>
                    <a:pt x="39417" y="42869"/>
                    <a:pt x="40705" y="44664"/>
                  </a:cubicBezTo>
                  <a:cubicBezTo>
                    <a:pt x="41563" y="45913"/>
                    <a:pt x="42383" y="46927"/>
                    <a:pt x="43983" y="47123"/>
                  </a:cubicBezTo>
                  <a:cubicBezTo>
                    <a:pt x="44920" y="47210"/>
                    <a:pt x="45834" y="47254"/>
                    <a:pt x="46760" y="47254"/>
                  </a:cubicBezTo>
                  <a:cubicBezTo>
                    <a:pt x="47069" y="47254"/>
                    <a:pt x="47378" y="47249"/>
                    <a:pt x="47690" y="47240"/>
                  </a:cubicBezTo>
                  <a:lnTo>
                    <a:pt x="47690" y="47240"/>
                  </a:lnTo>
                  <a:cubicBezTo>
                    <a:pt x="47885" y="49326"/>
                    <a:pt x="46017" y="50044"/>
                    <a:pt x="44208" y="50044"/>
                  </a:cubicBezTo>
                  <a:cubicBezTo>
                    <a:pt x="43479" y="50044"/>
                    <a:pt x="42759" y="49928"/>
                    <a:pt x="42188" y="49737"/>
                  </a:cubicBezTo>
                  <a:cubicBezTo>
                    <a:pt x="39924" y="48996"/>
                    <a:pt x="37739" y="47747"/>
                    <a:pt x="35631" y="46654"/>
                  </a:cubicBezTo>
                  <a:cubicBezTo>
                    <a:pt x="31182" y="44391"/>
                    <a:pt x="26890" y="41893"/>
                    <a:pt x="22675" y="39278"/>
                  </a:cubicBezTo>
                  <a:cubicBezTo>
                    <a:pt x="18616" y="36781"/>
                    <a:pt x="14401" y="34283"/>
                    <a:pt x="10616" y="31395"/>
                  </a:cubicBezTo>
                  <a:cubicBezTo>
                    <a:pt x="8742" y="29951"/>
                    <a:pt x="6947" y="28273"/>
                    <a:pt x="5737" y="26205"/>
                  </a:cubicBezTo>
                  <a:cubicBezTo>
                    <a:pt x="4488" y="24019"/>
                    <a:pt x="3942" y="20351"/>
                    <a:pt x="7103" y="19531"/>
                  </a:cubicBezTo>
                  <a:close/>
                  <a:moveTo>
                    <a:pt x="4488" y="25658"/>
                  </a:moveTo>
                  <a:cubicBezTo>
                    <a:pt x="5074" y="26868"/>
                    <a:pt x="5854" y="28000"/>
                    <a:pt x="6752" y="28975"/>
                  </a:cubicBezTo>
                  <a:cubicBezTo>
                    <a:pt x="8664" y="31161"/>
                    <a:pt x="11123" y="32800"/>
                    <a:pt x="13504" y="34400"/>
                  </a:cubicBezTo>
                  <a:cubicBezTo>
                    <a:pt x="16391" y="36312"/>
                    <a:pt x="19279" y="38186"/>
                    <a:pt x="22206" y="40020"/>
                  </a:cubicBezTo>
                  <a:cubicBezTo>
                    <a:pt x="28021" y="43649"/>
                    <a:pt x="33992" y="47123"/>
                    <a:pt x="40236" y="49971"/>
                  </a:cubicBezTo>
                  <a:cubicBezTo>
                    <a:pt x="41478" y="50542"/>
                    <a:pt x="42921" y="51112"/>
                    <a:pt x="44343" y="51112"/>
                  </a:cubicBezTo>
                  <a:cubicBezTo>
                    <a:pt x="44575" y="51112"/>
                    <a:pt x="44807" y="51097"/>
                    <a:pt x="45037" y="51064"/>
                  </a:cubicBezTo>
                  <a:cubicBezTo>
                    <a:pt x="45037" y="51103"/>
                    <a:pt x="45037" y="51142"/>
                    <a:pt x="45037" y="51181"/>
                  </a:cubicBezTo>
                  <a:cubicBezTo>
                    <a:pt x="45037" y="55627"/>
                    <a:pt x="40517" y="56970"/>
                    <a:pt x="36411" y="56970"/>
                  </a:cubicBezTo>
                  <a:cubicBezTo>
                    <a:pt x="34858" y="56970"/>
                    <a:pt x="33365" y="56778"/>
                    <a:pt x="32197" y="56489"/>
                  </a:cubicBezTo>
                  <a:cubicBezTo>
                    <a:pt x="29621" y="55864"/>
                    <a:pt x="27280" y="54616"/>
                    <a:pt x="24899" y="53367"/>
                  </a:cubicBezTo>
                  <a:cubicBezTo>
                    <a:pt x="22402" y="52079"/>
                    <a:pt x="19943" y="50713"/>
                    <a:pt x="17484" y="49308"/>
                  </a:cubicBezTo>
                  <a:cubicBezTo>
                    <a:pt x="13191" y="46771"/>
                    <a:pt x="8859" y="44039"/>
                    <a:pt x="5737" y="40020"/>
                  </a:cubicBezTo>
                  <a:cubicBezTo>
                    <a:pt x="4176" y="38107"/>
                    <a:pt x="3005" y="35922"/>
                    <a:pt x="2303" y="33541"/>
                  </a:cubicBezTo>
                  <a:lnTo>
                    <a:pt x="2303" y="33580"/>
                  </a:lnTo>
                  <a:cubicBezTo>
                    <a:pt x="1640" y="31356"/>
                    <a:pt x="703" y="26244"/>
                    <a:pt x="4215" y="25892"/>
                  </a:cubicBezTo>
                  <a:cubicBezTo>
                    <a:pt x="4371" y="25892"/>
                    <a:pt x="4488" y="25775"/>
                    <a:pt x="4488" y="25658"/>
                  </a:cubicBezTo>
                  <a:close/>
                  <a:moveTo>
                    <a:pt x="27963" y="1"/>
                  </a:moveTo>
                  <a:cubicBezTo>
                    <a:pt x="24652" y="1"/>
                    <a:pt x="21431" y="896"/>
                    <a:pt x="18577" y="2594"/>
                  </a:cubicBezTo>
                  <a:cubicBezTo>
                    <a:pt x="16352" y="3999"/>
                    <a:pt x="13972" y="6262"/>
                    <a:pt x="13347" y="8955"/>
                  </a:cubicBezTo>
                  <a:lnTo>
                    <a:pt x="13347" y="8994"/>
                  </a:lnTo>
                  <a:cubicBezTo>
                    <a:pt x="12996" y="9814"/>
                    <a:pt x="12606" y="10282"/>
                    <a:pt x="11669" y="10399"/>
                  </a:cubicBezTo>
                  <a:cubicBezTo>
                    <a:pt x="11318" y="10438"/>
                    <a:pt x="10928" y="10516"/>
                    <a:pt x="10616" y="10672"/>
                  </a:cubicBezTo>
                  <a:cubicBezTo>
                    <a:pt x="9952" y="10906"/>
                    <a:pt x="9484" y="11414"/>
                    <a:pt x="9250" y="12077"/>
                  </a:cubicBezTo>
                  <a:cubicBezTo>
                    <a:pt x="9025" y="12901"/>
                    <a:pt x="9555" y="14192"/>
                    <a:pt x="10460" y="14192"/>
                  </a:cubicBezTo>
                  <a:cubicBezTo>
                    <a:pt x="10498" y="14192"/>
                    <a:pt x="10537" y="14189"/>
                    <a:pt x="10577" y="14184"/>
                  </a:cubicBezTo>
                  <a:lnTo>
                    <a:pt x="10733" y="14302"/>
                  </a:lnTo>
                  <a:cubicBezTo>
                    <a:pt x="9991" y="14926"/>
                    <a:pt x="9055" y="16292"/>
                    <a:pt x="9328" y="17346"/>
                  </a:cubicBezTo>
                  <a:cubicBezTo>
                    <a:pt x="8971" y="17328"/>
                    <a:pt x="8376" y="17261"/>
                    <a:pt x="7792" y="17261"/>
                  </a:cubicBezTo>
                  <a:cubicBezTo>
                    <a:pt x="7099" y="17261"/>
                    <a:pt x="6421" y="17355"/>
                    <a:pt x="6167" y="17736"/>
                  </a:cubicBezTo>
                  <a:cubicBezTo>
                    <a:pt x="5893" y="18204"/>
                    <a:pt x="6167" y="18672"/>
                    <a:pt x="6596" y="19102"/>
                  </a:cubicBezTo>
                  <a:cubicBezTo>
                    <a:pt x="4996" y="19609"/>
                    <a:pt x="3903" y="21092"/>
                    <a:pt x="3864" y="22770"/>
                  </a:cubicBezTo>
                  <a:cubicBezTo>
                    <a:pt x="3864" y="23629"/>
                    <a:pt x="4020" y="24526"/>
                    <a:pt x="4371" y="25346"/>
                  </a:cubicBezTo>
                  <a:cubicBezTo>
                    <a:pt x="4352" y="25326"/>
                    <a:pt x="4332" y="25317"/>
                    <a:pt x="4313" y="25317"/>
                  </a:cubicBezTo>
                  <a:cubicBezTo>
                    <a:pt x="4293" y="25317"/>
                    <a:pt x="4274" y="25326"/>
                    <a:pt x="4254" y="25346"/>
                  </a:cubicBezTo>
                  <a:cubicBezTo>
                    <a:pt x="0" y="25385"/>
                    <a:pt x="625" y="31083"/>
                    <a:pt x="1405" y="33854"/>
                  </a:cubicBezTo>
                  <a:cubicBezTo>
                    <a:pt x="2654" y="38186"/>
                    <a:pt x="5581" y="41854"/>
                    <a:pt x="8976" y="44703"/>
                  </a:cubicBezTo>
                  <a:cubicBezTo>
                    <a:pt x="13035" y="48059"/>
                    <a:pt x="17718" y="50713"/>
                    <a:pt x="22323" y="53211"/>
                  </a:cubicBezTo>
                  <a:cubicBezTo>
                    <a:pt x="26661" y="55573"/>
                    <a:pt x="31075" y="58050"/>
                    <a:pt x="36137" y="58050"/>
                  </a:cubicBezTo>
                  <a:cubicBezTo>
                    <a:pt x="36177" y="58050"/>
                    <a:pt x="36216" y="58050"/>
                    <a:pt x="36256" y="58050"/>
                  </a:cubicBezTo>
                  <a:cubicBezTo>
                    <a:pt x="40432" y="57972"/>
                    <a:pt x="45973" y="56255"/>
                    <a:pt x="45973" y="51220"/>
                  </a:cubicBezTo>
                  <a:cubicBezTo>
                    <a:pt x="45973" y="51103"/>
                    <a:pt x="45934" y="50986"/>
                    <a:pt x="45856" y="50908"/>
                  </a:cubicBezTo>
                  <a:cubicBezTo>
                    <a:pt x="45934" y="50869"/>
                    <a:pt x="46051" y="50830"/>
                    <a:pt x="46129" y="50791"/>
                  </a:cubicBezTo>
                  <a:cubicBezTo>
                    <a:pt x="47651" y="50245"/>
                    <a:pt x="48627" y="48801"/>
                    <a:pt x="48588" y="47240"/>
                  </a:cubicBezTo>
                  <a:cubicBezTo>
                    <a:pt x="49486" y="47201"/>
                    <a:pt x="50383" y="47162"/>
                    <a:pt x="51242" y="47162"/>
                  </a:cubicBezTo>
                  <a:cubicBezTo>
                    <a:pt x="51515" y="47162"/>
                    <a:pt x="51710" y="46849"/>
                    <a:pt x="51593" y="46615"/>
                  </a:cubicBezTo>
                  <a:cubicBezTo>
                    <a:pt x="50969" y="45288"/>
                    <a:pt x="50500" y="43883"/>
                    <a:pt x="49837" y="42596"/>
                  </a:cubicBezTo>
                  <a:cubicBezTo>
                    <a:pt x="50539" y="42322"/>
                    <a:pt x="51125" y="41659"/>
                    <a:pt x="51476" y="40527"/>
                  </a:cubicBezTo>
                  <a:cubicBezTo>
                    <a:pt x="51866" y="40744"/>
                    <a:pt x="52305" y="40852"/>
                    <a:pt x="52745" y="40852"/>
                  </a:cubicBezTo>
                  <a:cubicBezTo>
                    <a:pt x="53096" y="40852"/>
                    <a:pt x="53449" y="40783"/>
                    <a:pt x="53779" y="40644"/>
                  </a:cubicBezTo>
                  <a:cubicBezTo>
                    <a:pt x="54364" y="40410"/>
                    <a:pt x="54793" y="39825"/>
                    <a:pt x="54871" y="39161"/>
                  </a:cubicBezTo>
                  <a:cubicBezTo>
                    <a:pt x="54871" y="38849"/>
                    <a:pt x="54832" y="38498"/>
                    <a:pt x="54793" y="38186"/>
                  </a:cubicBezTo>
                  <a:cubicBezTo>
                    <a:pt x="54598" y="37288"/>
                    <a:pt x="54949" y="36351"/>
                    <a:pt x="55691" y="35805"/>
                  </a:cubicBezTo>
                  <a:cubicBezTo>
                    <a:pt x="56549" y="35259"/>
                    <a:pt x="57252" y="34556"/>
                    <a:pt x="57798" y="33737"/>
                  </a:cubicBezTo>
                  <a:cubicBezTo>
                    <a:pt x="61467" y="27648"/>
                    <a:pt x="59633" y="20155"/>
                    <a:pt x="55652" y="14731"/>
                  </a:cubicBezTo>
                  <a:cubicBezTo>
                    <a:pt x="52374" y="10282"/>
                    <a:pt x="47769" y="6848"/>
                    <a:pt x="42968" y="4233"/>
                  </a:cubicBezTo>
                  <a:cubicBezTo>
                    <a:pt x="38597" y="1852"/>
                    <a:pt x="33758" y="135"/>
                    <a:pt x="28763" y="18"/>
                  </a:cubicBezTo>
                  <a:cubicBezTo>
                    <a:pt x="28496" y="6"/>
                    <a:pt x="28229" y="1"/>
                    <a:pt x="27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49"/>
          <p:cNvGrpSpPr/>
          <p:nvPr/>
        </p:nvGrpSpPr>
        <p:grpSpPr>
          <a:xfrm>
            <a:off x="3159709" y="2578864"/>
            <a:ext cx="2736230" cy="129838"/>
            <a:chOff x="1910200" y="1810425"/>
            <a:chExt cx="2938391" cy="139431"/>
          </a:xfrm>
        </p:grpSpPr>
        <p:sp>
          <p:nvSpPr>
            <p:cNvPr id="356" name="Google Shape;356;p49"/>
            <p:cNvSpPr/>
            <p:nvPr/>
          </p:nvSpPr>
          <p:spPr>
            <a:xfrm>
              <a:off x="2002517" y="1849103"/>
              <a:ext cx="2194761" cy="100753"/>
            </a:xfrm>
            <a:custGeom>
              <a:avLst/>
              <a:gdLst/>
              <a:ahLst/>
              <a:cxnLst/>
              <a:rect l="l" t="t" r="r" b="b"/>
              <a:pathLst>
                <a:path w="13789" h="633" extrusionOk="0">
                  <a:moveTo>
                    <a:pt x="9063" y="0"/>
                  </a:moveTo>
                  <a:cubicBezTo>
                    <a:pt x="6058" y="0"/>
                    <a:pt x="3053" y="178"/>
                    <a:pt x="88" y="534"/>
                  </a:cubicBezTo>
                  <a:cubicBezTo>
                    <a:pt x="12" y="534"/>
                    <a:pt x="1" y="632"/>
                    <a:pt x="55" y="632"/>
                  </a:cubicBezTo>
                  <a:cubicBezTo>
                    <a:pt x="64" y="632"/>
                    <a:pt x="75" y="629"/>
                    <a:pt x="88" y="623"/>
                  </a:cubicBezTo>
                  <a:cubicBezTo>
                    <a:pt x="3297" y="464"/>
                    <a:pt x="6506" y="328"/>
                    <a:pt x="9715" y="328"/>
                  </a:cubicBezTo>
                  <a:cubicBezTo>
                    <a:pt x="10999" y="328"/>
                    <a:pt x="12282" y="350"/>
                    <a:pt x="13566" y="401"/>
                  </a:cubicBezTo>
                  <a:cubicBezTo>
                    <a:pt x="13788" y="401"/>
                    <a:pt x="13788" y="134"/>
                    <a:pt x="13566" y="134"/>
                  </a:cubicBezTo>
                  <a:cubicBezTo>
                    <a:pt x="12068" y="45"/>
                    <a:pt x="10566" y="0"/>
                    <a:pt x="9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9"/>
            <p:cNvSpPr/>
            <p:nvPr/>
          </p:nvSpPr>
          <p:spPr>
            <a:xfrm>
              <a:off x="1910200" y="1810425"/>
              <a:ext cx="2938391" cy="102504"/>
            </a:xfrm>
            <a:custGeom>
              <a:avLst/>
              <a:gdLst/>
              <a:ahLst/>
              <a:cxnLst/>
              <a:rect l="l" t="t" r="r" b="b"/>
              <a:pathLst>
                <a:path w="18461" h="644" extrusionOk="0">
                  <a:moveTo>
                    <a:pt x="10062" y="0"/>
                  </a:moveTo>
                  <a:cubicBezTo>
                    <a:pt x="6714" y="0"/>
                    <a:pt x="3373" y="168"/>
                    <a:pt x="45" y="510"/>
                  </a:cubicBezTo>
                  <a:cubicBezTo>
                    <a:pt x="1" y="510"/>
                    <a:pt x="1" y="555"/>
                    <a:pt x="45" y="555"/>
                  </a:cubicBezTo>
                  <a:cubicBezTo>
                    <a:pt x="2974" y="448"/>
                    <a:pt x="5893" y="382"/>
                    <a:pt x="8811" y="382"/>
                  </a:cubicBezTo>
                  <a:cubicBezTo>
                    <a:pt x="11965" y="382"/>
                    <a:pt x="15118" y="459"/>
                    <a:pt x="18283" y="644"/>
                  </a:cubicBezTo>
                  <a:cubicBezTo>
                    <a:pt x="18461" y="644"/>
                    <a:pt x="18461" y="332"/>
                    <a:pt x="18283" y="332"/>
                  </a:cubicBezTo>
                  <a:cubicBezTo>
                    <a:pt x="15541" y="112"/>
                    <a:pt x="12799" y="0"/>
                    <a:pt x="10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49"/>
          <p:cNvGrpSpPr/>
          <p:nvPr/>
        </p:nvGrpSpPr>
        <p:grpSpPr>
          <a:xfrm>
            <a:off x="453367" y="1481393"/>
            <a:ext cx="1663641" cy="1806322"/>
            <a:chOff x="479634" y="1336850"/>
            <a:chExt cx="1663641" cy="1806322"/>
          </a:xfrm>
        </p:grpSpPr>
        <p:cxnSp>
          <p:nvCxnSpPr>
            <p:cNvPr id="359" name="Google Shape;359;p49"/>
            <p:cNvCxnSpPr/>
            <p:nvPr/>
          </p:nvCxnSpPr>
          <p:spPr>
            <a:xfrm>
              <a:off x="693975" y="1510400"/>
              <a:ext cx="265200" cy="377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" name="Google Shape;360;p49"/>
            <p:cNvCxnSpPr/>
            <p:nvPr/>
          </p:nvCxnSpPr>
          <p:spPr>
            <a:xfrm rot="10800000">
              <a:off x="1194050" y="1336850"/>
              <a:ext cx="51000" cy="4695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" name="Google Shape;361;p49"/>
            <p:cNvCxnSpPr/>
            <p:nvPr/>
          </p:nvCxnSpPr>
          <p:spPr>
            <a:xfrm rot="10800000" flipH="1">
              <a:off x="1551225" y="1469450"/>
              <a:ext cx="163200" cy="3471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49"/>
            <p:cNvCxnSpPr/>
            <p:nvPr/>
          </p:nvCxnSpPr>
          <p:spPr>
            <a:xfrm rot="10800000" flipH="1">
              <a:off x="1734900" y="1806450"/>
              <a:ext cx="265500" cy="204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49"/>
            <p:cNvCxnSpPr/>
            <p:nvPr/>
          </p:nvCxnSpPr>
          <p:spPr>
            <a:xfrm rot="10800000" flipH="1">
              <a:off x="1867575" y="2132975"/>
              <a:ext cx="275700" cy="8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64" name="Google Shape;364;p49"/>
            <p:cNvGrpSpPr/>
            <p:nvPr/>
          </p:nvGrpSpPr>
          <p:grpSpPr>
            <a:xfrm>
              <a:off x="479634" y="1976738"/>
              <a:ext cx="598278" cy="1166434"/>
              <a:chOff x="359152" y="1976696"/>
              <a:chExt cx="679167" cy="1166434"/>
            </a:xfrm>
          </p:grpSpPr>
          <p:cxnSp>
            <p:nvCxnSpPr>
              <p:cNvPr id="365" name="Google Shape;365;p49"/>
              <p:cNvCxnSpPr/>
              <p:nvPr/>
            </p:nvCxnSpPr>
            <p:spPr>
              <a:xfrm rot="6305181">
                <a:off x="549709" y="1848971"/>
                <a:ext cx="71463" cy="43875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6" name="Google Shape;366;p49"/>
              <p:cNvCxnSpPr/>
              <p:nvPr/>
            </p:nvCxnSpPr>
            <p:spPr>
              <a:xfrm rot="6308100">
                <a:off x="466272" y="2249268"/>
                <a:ext cx="163159" cy="34684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7" name="Google Shape;367;p49"/>
              <p:cNvCxnSpPr/>
              <p:nvPr/>
            </p:nvCxnSpPr>
            <p:spPr>
              <a:xfrm rot="6307137">
                <a:off x="609953" y="2616711"/>
                <a:ext cx="265697" cy="20391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8" name="Google Shape;368;p49"/>
              <p:cNvCxnSpPr/>
              <p:nvPr/>
            </p:nvCxnSpPr>
            <p:spPr>
              <a:xfrm flipH="1">
                <a:off x="950119" y="2798430"/>
                <a:ext cx="88200" cy="344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9" name="Google Shape;369;p49"/>
          <p:cNvGrpSpPr/>
          <p:nvPr/>
        </p:nvGrpSpPr>
        <p:grpSpPr>
          <a:xfrm rot="-442979">
            <a:off x="7562169" y="1950265"/>
            <a:ext cx="928666" cy="745143"/>
            <a:chOff x="7694900" y="1959325"/>
            <a:chExt cx="928675" cy="745150"/>
          </a:xfrm>
        </p:grpSpPr>
        <p:cxnSp>
          <p:nvCxnSpPr>
            <p:cNvPr id="370" name="Google Shape;370;p49"/>
            <p:cNvCxnSpPr/>
            <p:nvPr/>
          </p:nvCxnSpPr>
          <p:spPr>
            <a:xfrm rot="10800000" flipH="1">
              <a:off x="8174500" y="2010650"/>
              <a:ext cx="255000" cy="37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49"/>
            <p:cNvCxnSpPr/>
            <p:nvPr/>
          </p:nvCxnSpPr>
          <p:spPr>
            <a:xfrm rot="10800000">
              <a:off x="7990800" y="1959325"/>
              <a:ext cx="10200" cy="357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49"/>
            <p:cNvCxnSpPr/>
            <p:nvPr/>
          </p:nvCxnSpPr>
          <p:spPr>
            <a:xfrm rot="10800000" flipH="1">
              <a:off x="8266350" y="2418725"/>
              <a:ext cx="316500" cy="9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49"/>
            <p:cNvCxnSpPr/>
            <p:nvPr/>
          </p:nvCxnSpPr>
          <p:spPr>
            <a:xfrm rot="10800000">
              <a:off x="7694900" y="2010600"/>
              <a:ext cx="91800" cy="255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49"/>
            <p:cNvCxnSpPr/>
            <p:nvPr/>
          </p:nvCxnSpPr>
          <p:spPr>
            <a:xfrm>
              <a:off x="8347875" y="2642675"/>
              <a:ext cx="275700" cy="6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" name="Google Shape;375;p49"/>
          <p:cNvSpPr txBox="1"/>
          <p:nvPr/>
        </p:nvSpPr>
        <p:spPr>
          <a:xfrm>
            <a:off x="1245700" y="3835900"/>
            <a:ext cx="635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FC5E8"/>
                </a:solidFill>
                <a:latin typeface="Mulish"/>
                <a:ea typeface="Mulish"/>
                <a:cs typeface="Mulish"/>
                <a:sym typeface="Mulish"/>
              </a:rPr>
              <a:t>Uttara University, Department of Computer Science &amp; Engineering</a:t>
            </a:r>
            <a:endParaRPr>
              <a:solidFill>
                <a:srgbClr val="9FC5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>
            <a:spLocks noGrp="1"/>
          </p:cNvSpPr>
          <p:nvPr>
            <p:ph type="title"/>
          </p:nvPr>
        </p:nvSpPr>
        <p:spPr>
          <a:xfrm>
            <a:off x="4097975" y="1216300"/>
            <a:ext cx="371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Md. Ashraful Kabir</a:t>
            </a:r>
            <a:endParaRPr/>
          </a:p>
        </p:txBody>
      </p:sp>
      <p:sp>
        <p:nvSpPr>
          <p:cNvPr id="381" name="Google Shape;381;p50"/>
          <p:cNvSpPr txBox="1">
            <a:spLocks noGrp="1"/>
          </p:cNvSpPr>
          <p:nvPr>
            <p:ph type="body" idx="1"/>
          </p:nvPr>
        </p:nvSpPr>
        <p:spPr>
          <a:xfrm>
            <a:off x="4097975" y="1789000"/>
            <a:ext cx="3903000" cy="21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Lecturer &amp; Coordinator, Department of CSE |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Uttara university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Postgraduate -  </a:t>
            </a: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M</a:t>
            </a:r>
            <a:r>
              <a:rPr lang="en-GB"/>
              <a:t>Sc Engg. in Computer Science &amp; Engineering (on going) | BUET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MSc in Computer Science | Jahangirnagar University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BSc  in Computer Science &amp; Engineering |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North South University (Cum laude)</a:t>
            </a:r>
            <a:endParaRPr/>
          </a:p>
        </p:txBody>
      </p:sp>
      <p:grpSp>
        <p:nvGrpSpPr>
          <p:cNvPr id="382" name="Google Shape;382;p50"/>
          <p:cNvGrpSpPr/>
          <p:nvPr/>
        </p:nvGrpSpPr>
        <p:grpSpPr>
          <a:xfrm>
            <a:off x="5296653" y="1734882"/>
            <a:ext cx="1893499" cy="109049"/>
            <a:chOff x="1910200" y="1810425"/>
            <a:chExt cx="2938391" cy="139431"/>
          </a:xfrm>
        </p:grpSpPr>
        <p:sp>
          <p:nvSpPr>
            <p:cNvPr id="383" name="Google Shape;383;p50"/>
            <p:cNvSpPr/>
            <p:nvPr/>
          </p:nvSpPr>
          <p:spPr>
            <a:xfrm>
              <a:off x="2002517" y="1849103"/>
              <a:ext cx="2194761" cy="100753"/>
            </a:xfrm>
            <a:custGeom>
              <a:avLst/>
              <a:gdLst/>
              <a:ahLst/>
              <a:cxnLst/>
              <a:rect l="l" t="t" r="r" b="b"/>
              <a:pathLst>
                <a:path w="13789" h="633" extrusionOk="0">
                  <a:moveTo>
                    <a:pt x="9063" y="0"/>
                  </a:moveTo>
                  <a:cubicBezTo>
                    <a:pt x="6058" y="0"/>
                    <a:pt x="3053" y="178"/>
                    <a:pt x="88" y="534"/>
                  </a:cubicBezTo>
                  <a:cubicBezTo>
                    <a:pt x="12" y="534"/>
                    <a:pt x="1" y="632"/>
                    <a:pt x="55" y="632"/>
                  </a:cubicBezTo>
                  <a:cubicBezTo>
                    <a:pt x="64" y="632"/>
                    <a:pt x="75" y="629"/>
                    <a:pt x="88" y="623"/>
                  </a:cubicBezTo>
                  <a:cubicBezTo>
                    <a:pt x="3297" y="464"/>
                    <a:pt x="6506" y="328"/>
                    <a:pt x="9715" y="328"/>
                  </a:cubicBezTo>
                  <a:cubicBezTo>
                    <a:pt x="10999" y="328"/>
                    <a:pt x="12282" y="350"/>
                    <a:pt x="13566" y="401"/>
                  </a:cubicBezTo>
                  <a:cubicBezTo>
                    <a:pt x="13788" y="401"/>
                    <a:pt x="13788" y="134"/>
                    <a:pt x="13566" y="134"/>
                  </a:cubicBezTo>
                  <a:cubicBezTo>
                    <a:pt x="12068" y="45"/>
                    <a:pt x="10566" y="0"/>
                    <a:pt x="9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0"/>
            <p:cNvSpPr/>
            <p:nvPr/>
          </p:nvSpPr>
          <p:spPr>
            <a:xfrm>
              <a:off x="1910200" y="1810425"/>
              <a:ext cx="2938391" cy="102504"/>
            </a:xfrm>
            <a:custGeom>
              <a:avLst/>
              <a:gdLst/>
              <a:ahLst/>
              <a:cxnLst/>
              <a:rect l="l" t="t" r="r" b="b"/>
              <a:pathLst>
                <a:path w="18461" h="644" extrusionOk="0">
                  <a:moveTo>
                    <a:pt x="10062" y="0"/>
                  </a:moveTo>
                  <a:cubicBezTo>
                    <a:pt x="6714" y="0"/>
                    <a:pt x="3373" y="168"/>
                    <a:pt x="45" y="510"/>
                  </a:cubicBezTo>
                  <a:cubicBezTo>
                    <a:pt x="1" y="510"/>
                    <a:pt x="1" y="555"/>
                    <a:pt x="45" y="555"/>
                  </a:cubicBezTo>
                  <a:cubicBezTo>
                    <a:pt x="2974" y="448"/>
                    <a:pt x="5893" y="382"/>
                    <a:pt x="8811" y="382"/>
                  </a:cubicBezTo>
                  <a:cubicBezTo>
                    <a:pt x="11965" y="382"/>
                    <a:pt x="15118" y="459"/>
                    <a:pt x="18283" y="644"/>
                  </a:cubicBezTo>
                  <a:cubicBezTo>
                    <a:pt x="18461" y="644"/>
                    <a:pt x="18461" y="332"/>
                    <a:pt x="18283" y="332"/>
                  </a:cubicBezTo>
                  <a:cubicBezTo>
                    <a:pt x="15541" y="112"/>
                    <a:pt x="12799" y="0"/>
                    <a:pt x="10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50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6" name="Google Shape;386;p50" title="Screenshot 2025-11-16 141836.png"/>
          <p:cNvPicPr preferRelativeResize="0"/>
          <p:nvPr/>
        </p:nvPicPr>
        <p:blipFill rotWithShape="1">
          <a:blip r:embed="rId4">
            <a:alphaModFix/>
          </a:blip>
          <a:srcRect b="14813"/>
          <a:stretch/>
        </p:blipFill>
        <p:spPr>
          <a:xfrm>
            <a:off x="929775" y="1047713"/>
            <a:ext cx="2750700" cy="2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0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50"/>
          <p:cNvGrpSpPr/>
          <p:nvPr/>
        </p:nvGrpSpPr>
        <p:grpSpPr>
          <a:xfrm>
            <a:off x="735952" y="1488407"/>
            <a:ext cx="260761" cy="2166681"/>
            <a:chOff x="902927" y="1622157"/>
            <a:chExt cx="260761" cy="2166681"/>
          </a:xfrm>
        </p:grpSpPr>
        <p:sp>
          <p:nvSpPr>
            <p:cNvPr id="389" name="Google Shape;389;p50"/>
            <p:cNvSpPr/>
            <p:nvPr/>
          </p:nvSpPr>
          <p:spPr>
            <a:xfrm>
              <a:off x="902927" y="1622157"/>
              <a:ext cx="147957" cy="2166681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0"/>
            <p:cNvSpPr/>
            <p:nvPr/>
          </p:nvSpPr>
          <p:spPr>
            <a:xfrm>
              <a:off x="1043014" y="1684243"/>
              <a:ext cx="120674" cy="197430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0"/>
            <p:cNvSpPr/>
            <p:nvPr/>
          </p:nvSpPr>
          <p:spPr>
            <a:xfrm>
              <a:off x="941928" y="1650139"/>
              <a:ext cx="179087" cy="1996691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50"/>
          <p:cNvGrpSpPr/>
          <p:nvPr/>
        </p:nvGrpSpPr>
        <p:grpSpPr>
          <a:xfrm>
            <a:off x="929778" y="3638313"/>
            <a:ext cx="2948471" cy="244319"/>
            <a:chOff x="941928" y="3438563"/>
            <a:chExt cx="2948471" cy="244319"/>
          </a:xfrm>
        </p:grpSpPr>
        <p:sp>
          <p:nvSpPr>
            <p:cNvPr id="393" name="Google Shape;393;p50"/>
            <p:cNvSpPr/>
            <p:nvPr/>
          </p:nvSpPr>
          <p:spPr>
            <a:xfrm>
              <a:off x="941928" y="3586345"/>
              <a:ext cx="2116169" cy="83246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0"/>
            <p:cNvSpPr/>
            <p:nvPr/>
          </p:nvSpPr>
          <p:spPr>
            <a:xfrm>
              <a:off x="996319" y="3438563"/>
              <a:ext cx="2870819" cy="137986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0"/>
            <p:cNvSpPr/>
            <p:nvPr/>
          </p:nvSpPr>
          <p:spPr>
            <a:xfrm>
              <a:off x="1074145" y="3500824"/>
              <a:ext cx="2816254" cy="182058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50"/>
          <p:cNvGrpSpPr/>
          <p:nvPr/>
        </p:nvGrpSpPr>
        <p:grpSpPr>
          <a:xfrm>
            <a:off x="3539665" y="1128555"/>
            <a:ext cx="338587" cy="2162660"/>
            <a:chOff x="3637340" y="1526842"/>
            <a:chExt cx="338587" cy="2162660"/>
          </a:xfrm>
        </p:grpSpPr>
        <p:sp>
          <p:nvSpPr>
            <p:cNvPr id="397" name="Google Shape;397;p50"/>
            <p:cNvSpPr/>
            <p:nvPr/>
          </p:nvSpPr>
          <p:spPr>
            <a:xfrm>
              <a:off x="3711319" y="1559896"/>
              <a:ext cx="179087" cy="1731036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0"/>
            <p:cNvSpPr/>
            <p:nvPr/>
          </p:nvSpPr>
          <p:spPr>
            <a:xfrm>
              <a:off x="3765710" y="1526842"/>
              <a:ext cx="210218" cy="1904000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0"/>
            <p:cNvSpPr/>
            <p:nvPr/>
          </p:nvSpPr>
          <p:spPr>
            <a:xfrm>
              <a:off x="3637340" y="1581233"/>
              <a:ext cx="229805" cy="2108269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0"/>
          <p:cNvSpPr txBox="1">
            <a:spLocks noGrp="1"/>
          </p:cNvSpPr>
          <p:nvPr>
            <p:ph type="title"/>
          </p:nvPr>
        </p:nvSpPr>
        <p:spPr>
          <a:xfrm>
            <a:off x="2548425" y="208750"/>
            <a:ext cx="3973800" cy="9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Submitted 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1"/>
          <p:cNvSpPr txBox="1">
            <a:spLocks noGrp="1"/>
          </p:cNvSpPr>
          <p:nvPr>
            <p:ph type="title"/>
          </p:nvPr>
        </p:nvSpPr>
        <p:spPr>
          <a:xfrm>
            <a:off x="1081100" y="1024650"/>
            <a:ext cx="2336400" cy="6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CTO &amp; Database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Administrator</a:t>
            </a:r>
            <a:endParaRPr/>
          </a:p>
        </p:txBody>
      </p:sp>
      <p:sp>
        <p:nvSpPr>
          <p:cNvPr id="406" name="Google Shape;406;p51"/>
          <p:cNvSpPr txBox="1">
            <a:spLocks noGrp="1"/>
          </p:cNvSpPr>
          <p:nvPr>
            <p:ph type="subTitle" idx="1"/>
          </p:nvPr>
        </p:nvSpPr>
        <p:spPr>
          <a:xfrm>
            <a:off x="1081100" y="1667275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Fariha Hasnat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ID: 2233081250</a:t>
            </a:r>
            <a:endParaRPr/>
          </a:p>
        </p:txBody>
      </p:sp>
      <p:sp>
        <p:nvSpPr>
          <p:cNvPr id="407" name="Google Shape;407;p51"/>
          <p:cNvSpPr txBox="1">
            <a:spLocks noGrp="1"/>
          </p:cNvSpPr>
          <p:nvPr>
            <p:ph type="title" idx="3"/>
          </p:nvPr>
        </p:nvSpPr>
        <p:spPr>
          <a:xfrm>
            <a:off x="1081100" y="227045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Backend Lead Developer</a:t>
            </a:r>
            <a:endParaRPr/>
          </a:p>
        </p:txBody>
      </p:sp>
      <p:sp>
        <p:nvSpPr>
          <p:cNvPr id="408" name="Google Shape;408;p51"/>
          <p:cNvSpPr txBox="1">
            <a:spLocks noGrp="1"/>
          </p:cNvSpPr>
          <p:nvPr>
            <p:ph type="subTitle" idx="5"/>
          </p:nvPr>
        </p:nvSpPr>
        <p:spPr>
          <a:xfrm>
            <a:off x="1081100" y="2781975"/>
            <a:ext cx="2336400" cy="6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Clement Raka De Costa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ID: 2233081243</a:t>
            </a:r>
            <a:endParaRPr/>
          </a:p>
        </p:txBody>
      </p:sp>
      <p:sp>
        <p:nvSpPr>
          <p:cNvPr id="409" name="Google Shape;409;p51"/>
          <p:cNvSpPr txBox="1">
            <a:spLocks noGrp="1"/>
          </p:cNvSpPr>
          <p:nvPr>
            <p:ph type="title" idx="6"/>
          </p:nvPr>
        </p:nvSpPr>
        <p:spPr>
          <a:xfrm>
            <a:off x="1081100" y="3422880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Backend Developer</a:t>
            </a:r>
            <a:endParaRPr/>
          </a:p>
        </p:txBody>
      </p:sp>
      <p:sp>
        <p:nvSpPr>
          <p:cNvPr id="410" name="Google Shape;410;p51"/>
          <p:cNvSpPr txBox="1">
            <a:spLocks noGrp="1"/>
          </p:cNvSpPr>
          <p:nvPr>
            <p:ph type="subTitle" idx="8"/>
          </p:nvPr>
        </p:nvSpPr>
        <p:spPr>
          <a:xfrm>
            <a:off x="1081100" y="385700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Debottom Chakma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ID: 2233081529</a:t>
            </a:r>
            <a:endParaRPr/>
          </a:p>
        </p:txBody>
      </p:sp>
      <p:sp>
        <p:nvSpPr>
          <p:cNvPr id="411" name="Google Shape;411;p51"/>
          <p:cNvSpPr txBox="1">
            <a:spLocks noGrp="1"/>
          </p:cNvSpPr>
          <p:nvPr>
            <p:ph type="title" idx="9"/>
          </p:nvPr>
        </p:nvSpPr>
        <p:spPr>
          <a:xfrm>
            <a:off x="4826988" y="111829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Frontend Lead Developer</a:t>
            </a:r>
            <a:endParaRPr/>
          </a:p>
        </p:txBody>
      </p:sp>
      <p:sp>
        <p:nvSpPr>
          <p:cNvPr id="412" name="Google Shape;412;p51"/>
          <p:cNvSpPr txBox="1">
            <a:spLocks noGrp="1"/>
          </p:cNvSpPr>
          <p:nvPr>
            <p:ph type="subTitle" idx="14"/>
          </p:nvPr>
        </p:nvSpPr>
        <p:spPr>
          <a:xfrm>
            <a:off x="4827000" y="1599825"/>
            <a:ext cx="2336400" cy="72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Afroza Hossin Sorno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ID: 2233081249</a:t>
            </a:r>
            <a:endParaRPr/>
          </a:p>
        </p:txBody>
      </p:sp>
      <p:sp>
        <p:nvSpPr>
          <p:cNvPr id="413" name="Google Shape;413;p51"/>
          <p:cNvSpPr txBox="1">
            <a:spLocks noGrp="1"/>
          </p:cNvSpPr>
          <p:nvPr>
            <p:ph type="title" idx="15"/>
          </p:nvPr>
        </p:nvSpPr>
        <p:spPr>
          <a:xfrm>
            <a:off x="4827001" y="2279950"/>
            <a:ext cx="245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Frontend Developer</a:t>
            </a:r>
            <a:endParaRPr/>
          </a:p>
        </p:txBody>
      </p:sp>
      <p:sp>
        <p:nvSpPr>
          <p:cNvPr id="414" name="Google Shape;414;p51"/>
          <p:cNvSpPr txBox="1">
            <a:spLocks noGrp="1"/>
          </p:cNvSpPr>
          <p:nvPr>
            <p:ph type="subTitle" idx="17"/>
          </p:nvPr>
        </p:nvSpPr>
        <p:spPr>
          <a:xfrm>
            <a:off x="4827000" y="2714076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Md. Mustafizur Rahman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ID: 2233081453</a:t>
            </a:r>
            <a:endParaRPr/>
          </a:p>
        </p:txBody>
      </p:sp>
      <p:sp>
        <p:nvSpPr>
          <p:cNvPr id="415" name="Google Shape;415;p51"/>
          <p:cNvSpPr txBox="1">
            <a:spLocks noGrp="1"/>
          </p:cNvSpPr>
          <p:nvPr>
            <p:ph type="title" idx="18"/>
          </p:nvPr>
        </p:nvSpPr>
        <p:spPr>
          <a:xfrm>
            <a:off x="4826988" y="342286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QA Engineer</a:t>
            </a:r>
            <a:endParaRPr/>
          </a:p>
        </p:txBody>
      </p:sp>
      <p:sp>
        <p:nvSpPr>
          <p:cNvPr id="416" name="Google Shape;416;p51"/>
          <p:cNvSpPr txBox="1">
            <a:spLocks noGrp="1"/>
          </p:cNvSpPr>
          <p:nvPr>
            <p:ph type="subTitle" idx="20"/>
          </p:nvPr>
        </p:nvSpPr>
        <p:spPr>
          <a:xfrm>
            <a:off x="4826988" y="3856993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Md. Maharab Shuvo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ID: 2233081278</a:t>
            </a:r>
            <a:endParaRPr/>
          </a:p>
        </p:txBody>
      </p:sp>
      <p:sp>
        <p:nvSpPr>
          <p:cNvPr id="417" name="Google Shape;417;p51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Roles &amp; Responsibilities</a:t>
            </a:r>
            <a:endParaRPr/>
          </a:p>
        </p:txBody>
      </p:sp>
      <p:sp>
        <p:nvSpPr>
          <p:cNvPr id="418" name="Google Shape;418;p51"/>
          <p:cNvSpPr/>
          <p:nvPr/>
        </p:nvSpPr>
        <p:spPr>
          <a:xfrm rot="-1960143">
            <a:off x="2662773" y="1140335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51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51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1" name="Google Shape;421;p51"/>
          <p:cNvGrpSpPr/>
          <p:nvPr/>
        </p:nvGrpSpPr>
        <p:grpSpPr>
          <a:xfrm>
            <a:off x="3324476" y="2291694"/>
            <a:ext cx="1095808" cy="724488"/>
            <a:chOff x="8910575" y="2828725"/>
            <a:chExt cx="470425" cy="333650"/>
          </a:xfrm>
        </p:grpSpPr>
        <p:sp>
          <p:nvSpPr>
            <p:cNvPr id="422" name="Google Shape;422;p51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1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1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1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1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1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1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1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1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1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1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1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1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1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1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440;p51"/>
          <p:cNvGrpSpPr/>
          <p:nvPr/>
        </p:nvGrpSpPr>
        <p:grpSpPr>
          <a:xfrm>
            <a:off x="3353101" y="3516257"/>
            <a:ext cx="1095808" cy="724488"/>
            <a:chOff x="8910575" y="2828725"/>
            <a:chExt cx="470425" cy="333650"/>
          </a:xfrm>
        </p:grpSpPr>
        <p:sp>
          <p:nvSpPr>
            <p:cNvPr id="441" name="Google Shape;441;p51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1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1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1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1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1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1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1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1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1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1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1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1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1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1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1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1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1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51"/>
          <p:cNvGrpSpPr/>
          <p:nvPr/>
        </p:nvGrpSpPr>
        <p:grpSpPr>
          <a:xfrm flipH="1">
            <a:off x="7050916" y="1159444"/>
            <a:ext cx="1095808" cy="724488"/>
            <a:chOff x="8910575" y="2828725"/>
            <a:chExt cx="470425" cy="333650"/>
          </a:xfrm>
        </p:grpSpPr>
        <p:sp>
          <p:nvSpPr>
            <p:cNvPr id="460" name="Google Shape;460;p51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1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1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1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1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1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1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1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1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1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1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1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1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1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1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1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1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1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51"/>
          <p:cNvGrpSpPr/>
          <p:nvPr/>
        </p:nvGrpSpPr>
        <p:grpSpPr>
          <a:xfrm flipH="1">
            <a:off x="7146716" y="2338157"/>
            <a:ext cx="1095808" cy="724488"/>
            <a:chOff x="8910575" y="2828725"/>
            <a:chExt cx="470425" cy="333650"/>
          </a:xfrm>
        </p:grpSpPr>
        <p:sp>
          <p:nvSpPr>
            <p:cNvPr id="479" name="Google Shape;479;p51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1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1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1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1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1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1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1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1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1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1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1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1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1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1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1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1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1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51"/>
          <p:cNvGrpSpPr/>
          <p:nvPr/>
        </p:nvGrpSpPr>
        <p:grpSpPr>
          <a:xfrm flipH="1">
            <a:off x="7146866" y="3516570"/>
            <a:ext cx="1095808" cy="724488"/>
            <a:chOff x="8910575" y="2828725"/>
            <a:chExt cx="470425" cy="333650"/>
          </a:xfrm>
        </p:grpSpPr>
        <p:sp>
          <p:nvSpPr>
            <p:cNvPr id="498" name="Google Shape;498;p51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1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1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1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1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1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1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1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1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1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1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1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1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1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1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1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1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1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51"/>
          <p:cNvGrpSpPr/>
          <p:nvPr/>
        </p:nvGrpSpPr>
        <p:grpSpPr>
          <a:xfrm>
            <a:off x="3324476" y="1160519"/>
            <a:ext cx="1095808" cy="724488"/>
            <a:chOff x="8910575" y="2828725"/>
            <a:chExt cx="470425" cy="333650"/>
          </a:xfrm>
        </p:grpSpPr>
        <p:sp>
          <p:nvSpPr>
            <p:cNvPr id="517" name="Google Shape;517;p51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1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1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1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1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1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1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1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1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1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1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1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1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1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1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1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1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1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51"/>
          <p:cNvGrpSpPr/>
          <p:nvPr/>
        </p:nvGrpSpPr>
        <p:grpSpPr>
          <a:xfrm rot="295154">
            <a:off x="3569574" y="1279294"/>
            <a:ext cx="662851" cy="484814"/>
            <a:chOff x="6167350" y="2672800"/>
            <a:chExt cx="297750" cy="295375"/>
          </a:xfrm>
        </p:grpSpPr>
        <p:sp>
          <p:nvSpPr>
            <p:cNvPr id="536" name="Google Shape;536;p51"/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1"/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1"/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1"/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1"/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51"/>
          <p:cNvGrpSpPr/>
          <p:nvPr/>
        </p:nvGrpSpPr>
        <p:grpSpPr>
          <a:xfrm rot="799323">
            <a:off x="7334244" y="1279280"/>
            <a:ext cx="618253" cy="484810"/>
            <a:chOff x="-41694200" y="2382950"/>
            <a:chExt cx="317425" cy="248900"/>
          </a:xfrm>
        </p:grpSpPr>
        <p:sp>
          <p:nvSpPr>
            <p:cNvPr id="542" name="Google Shape;542;p51"/>
            <p:cNvSpPr/>
            <p:nvPr/>
          </p:nvSpPr>
          <p:spPr>
            <a:xfrm>
              <a:off x="-41694200" y="2382950"/>
              <a:ext cx="317425" cy="248900"/>
            </a:xfrm>
            <a:custGeom>
              <a:avLst/>
              <a:gdLst/>
              <a:ahLst/>
              <a:cxnLst/>
              <a:rect l="l" t="t" r="r" b="b"/>
              <a:pathLst>
                <a:path w="12697" h="9956" extrusionOk="0">
                  <a:moveTo>
                    <a:pt x="10555" y="851"/>
                  </a:moveTo>
                  <a:cubicBezTo>
                    <a:pt x="10807" y="851"/>
                    <a:pt x="10964" y="1040"/>
                    <a:pt x="10964" y="1292"/>
                  </a:cubicBezTo>
                  <a:lnTo>
                    <a:pt x="10964" y="7499"/>
                  </a:lnTo>
                  <a:lnTo>
                    <a:pt x="1576" y="7499"/>
                  </a:lnTo>
                  <a:lnTo>
                    <a:pt x="1576" y="1292"/>
                  </a:lnTo>
                  <a:lnTo>
                    <a:pt x="1607" y="1292"/>
                  </a:lnTo>
                  <a:cubicBezTo>
                    <a:pt x="1607" y="1040"/>
                    <a:pt x="1828" y="882"/>
                    <a:pt x="2017" y="851"/>
                  </a:cubicBezTo>
                  <a:close/>
                  <a:moveTo>
                    <a:pt x="8507" y="8286"/>
                  </a:moveTo>
                  <a:lnTo>
                    <a:pt x="8507" y="8727"/>
                  </a:lnTo>
                  <a:cubicBezTo>
                    <a:pt x="8507" y="8918"/>
                    <a:pt x="8633" y="9073"/>
                    <a:pt x="8777" y="9137"/>
                  </a:cubicBezTo>
                  <a:lnTo>
                    <a:pt x="1198" y="9137"/>
                  </a:lnTo>
                  <a:cubicBezTo>
                    <a:pt x="1009" y="9137"/>
                    <a:pt x="851" y="9011"/>
                    <a:pt x="788" y="8853"/>
                  </a:cubicBezTo>
                  <a:cubicBezTo>
                    <a:pt x="757" y="8759"/>
                    <a:pt x="788" y="8759"/>
                    <a:pt x="788" y="8286"/>
                  </a:cubicBezTo>
                  <a:close/>
                  <a:moveTo>
                    <a:pt x="10145" y="8286"/>
                  </a:moveTo>
                  <a:lnTo>
                    <a:pt x="10145" y="8727"/>
                  </a:lnTo>
                  <a:cubicBezTo>
                    <a:pt x="10145" y="8918"/>
                    <a:pt x="10254" y="9073"/>
                    <a:pt x="10402" y="9137"/>
                  </a:cubicBezTo>
                  <a:lnTo>
                    <a:pt x="9051" y="9137"/>
                  </a:lnTo>
                  <a:cubicBezTo>
                    <a:pt x="9186" y="9073"/>
                    <a:pt x="9294" y="8918"/>
                    <a:pt x="9294" y="8727"/>
                  </a:cubicBezTo>
                  <a:lnTo>
                    <a:pt x="9294" y="8286"/>
                  </a:lnTo>
                  <a:close/>
                  <a:moveTo>
                    <a:pt x="11783" y="8286"/>
                  </a:moveTo>
                  <a:lnTo>
                    <a:pt x="11783" y="8727"/>
                  </a:lnTo>
                  <a:cubicBezTo>
                    <a:pt x="11815" y="8979"/>
                    <a:pt x="11626" y="9137"/>
                    <a:pt x="11374" y="9137"/>
                  </a:cubicBezTo>
                  <a:lnTo>
                    <a:pt x="10720" y="9137"/>
                  </a:lnTo>
                  <a:cubicBezTo>
                    <a:pt x="10874" y="9073"/>
                    <a:pt x="10964" y="8918"/>
                    <a:pt x="10964" y="8727"/>
                  </a:cubicBezTo>
                  <a:lnTo>
                    <a:pt x="10964" y="8286"/>
                  </a:lnTo>
                  <a:close/>
                  <a:moveTo>
                    <a:pt x="2048" y="0"/>
                  </a:moveTo>
                  <a:cubicBezTo>
                    <a:pt x="1387" y="0"/>
                    <a:pt x="788" y="536"/>
                    <a:pt x="820" y="1261"/>
                  </a:cubicBezTo>
                  <a:lnTo>
                    <a:pt x="820" y="7467"/>
                  </a:lnTo>
                  <a:lnTo>
                    <a:pt x="347" y="7467"/>
                  </a:lnTo>
                  <a:cubicBezTo>
                    <a:pt x="158" y="7467"/>
                    <a:pt x="0" y="7625"/>
                    <a:pt x="0" y="7814"/>
                  </a:cubicBezTo>
                  <a:lnTo>
                    <a:pt x="0" y="8696"/>
                  </a:lnTo>
                  <a:cubicBezTo>
                    <a:pt x="0" y="9357"/>
                    <a:pt x="568" y="9956"/>
                    <a:pt x="1229" y="9956"/>
                  </a:cubicBezTo>
                  <a:lnTo>
                    <a:pt x="11437" y="9956"/>
                  </a:lnTo>
                  <a:cubicBezTo>
                    <a:pt x="12098" y="9956"/>
                    <a:pt x="12697" y="9389"/>
                    <a:pt x="12697" y="8696"/>
                  </a:cubicBezTo>
                  <a:lnTo>
                    <a:pt x="12697" y="7877"/>
                  </a:lnTo>
                  <a:cubicBezTo>
                    <a:pt x="12634" y="7656"/>
                    <a:pt x="12445" y="7467"/>
                    <a:pt x="12224" y="7467"/>
                  </a:cubicBezTo>
                  <a:lnTo>
                    <a:pt x="11815" y="7467"/>
                  </a:lnTo>
                  <a:lnTo>
                    <a:pt x="11815" y="1261"/>
                  </a:lnTo>
                  <a:cubicBezTo>
                    <a:pt x="11815" y="567"/>
                    <a:pt x="11279" y="0"/>
                    <a:pt x="1058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51250" tIns="151250" rIns="151250" bIns="151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1"/>
            <p:cNvSpPr/>
            <p:nvPr/>
          </p:nvSpPr>
          <p:spPr>
            <a:xfrm>
              <a:off x="-41586600" y="2425550"/>
              <a:ext cx="107450" cy="102925"/>
            </a:xfrm>
            <a:custGeom>
              <a:avLst/>
              <a:gdLst/>
              <a:ahLst/>
              <a:cxnLst/>
              <a:rect l="l" t="t" r="r" b="b"/>
              <a:pathLst>
                <a:path w="4298" h="4117" extrusionOk="0">
                  <a:moveTo>
                    <a:pt x="1147" y="1037"/>
                  </a:moveTo>
                  <a:lnTo>
                    <a:pt x="2218" y="1384"/>
                  </a:lnTo>
                  <a:lnTo>
                    <a:pt x="1493" y="2108"/>
                  </a:lnTo>
                  <a:lnTo>
                    <a:pt x="1147" y="1037"/>
                  </a:lnTo>
                  <a:close/>
                  <a:moveTo>
                    <a:pt x="466" y="1"/>
                  </a:moveTo>
                  <a:cubicBezTo>
                    <a:pt x="209" y="1"/>
                    <a:pt x="1" y="267"/>
                    <a:pt x="107" y="533"/>
                  </a:cubicBezTo>
                  <a:lnTo>
                    <a:pt x="926" y="3022"/>
                  </a:lnTo>
                  <a:cubicBezTo>
                    <a:pt x="987" y="3184"/>
                    <a:pt x="1164" y="3293"/>
                    <a:pt x="1341" y="3293"/>
                  </a:cubicBezTo>
                  <a:cubicBezTo>
                    <a:pt x="1441" y="3293"/>
                    <a:pt x="1540" y="3259"/>
                    <a:pt x="1619" y="3180"/>
                  </a:cubicBezTo>
                  <a:lnTo>
                    <a:pt x="2155" y="2613"/>
                  </a:lnTo>
                  <a:lnTo>
                    <a:pt x="3541" y="3999"/>
                  </a:lnTo>
                  <a:cubicBezTo>
                    <a:pt x="3620" y="4077"/>
                    <a:pt x="3730" y="4117"/>
                    <a:pt x="3840" y="4117"/>
                  </a:cubicBezTo>
                  <a:cubicBezTo>
                    <a:pt x="3951" y="4117"/>
                    <a:pt x="4061" y="4077"/>
                    <a:pt x="4140" y="3999"/>
                  </a:cubicBezTo>
                  <a:cubicBezTo>
                    <a:pt x="4297" y="3841"/>
                    <a:pt x="4297" y="3558"/>
                    <a:pt x="4140" y="3400"/>
                  </a:cubicBezTo>
                  <a:lnTo>
                    <a:pt x="2722" y="2077"/>
                  </a:lnTo>
                  <a:lnTo>
                    <a:pt x="3258" y="1510"/>
                  </a:lnTo>
                  <a:cubicBezTo>
                    <a:pt x="3510" y="1289"/>
                    <a:pt x="3384" y="911"/>
                    <a:pt x="3100" y="848"/>
                  </a:cubicBezTo>
                  <a:lnTo>
                    <a:pt x="611" y="29"/>
                  </a:lnTo>
                  <a:cubicBezTo>
                    <a:pt x="562" y="10"/>
                    <a:pt x="514" y="1"/>
                    <a:pt x="46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51250" tIns="151250" rIns="151250" bIns="151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" name="Google Shape;544;p51"/>
          <p:cNvSpPr/>
          <p:nvPr/>
        </p:nvSpPr>
        <p:spPr>
          <a:xfrm>
            <a:off x="3604759" y="2419166"/>
            <a:ext cx="535234" cy="469528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545" name="Google Shape;545;p51"/>
          <p:cNvGrpSpPr/>
          <p:nvPr/>
        </p:nvGrpSpPr>
        <p:grpSpPr>
          <a:xfrm rot="139046">
            <a:off x="3577267" y="3633972"/>
            <a:ext cx="649888" cy="484788"/>
            <a:chOff x="-62882850" y="1999375"/>
            <a:chExt cx="315850" cy="250500"/>
          </a:xfrm>
        </p:grpSpPr>
        <p:sp>
          <p:nvSpPr>
            <p:cNvPr id="546" name="Google Shape;546;p51"/>
            <p:cNvSpPr/>
            <p:nvPr/>
          </p:nvSpPr>
          <p:spPr>
            <a:xfrm>
              <a:off x="-62882850" y="1999375"/>
              <a:ext cx="315850" cy="250500"/>
            </a:xfrm>
            <a:custGeom>
              <a:avLst/>
              <a:gdLst/>
              <a:ahLst/>
              <a:cxnLst/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30925" tIns="130925" rIns="130925" bIns="1309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1"/>
            <p:cNvSpPr/>
            <p:nvPr/>
          </p:nvSpPr>
          <p:spPr>
            <a:xfrm>
              <a:off x="-62806475" y="2062375"/>
              <a:ext cx="146525" cy="103800"/>
            </a:xfrm>
            <a:custGeom>
              <a:avLst/>
              <a:gdLst/>
              <a:ahLst/>
              <a:cxnLst/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30925" tIns="130925" rIns="130925" bIns="1309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8" name="Google Shape;548;p51"/>
          <p:cNvSpPr/>
          <p:nvPr/>
        </p:nvSpPr>
        <p:spPr>
          <a:xfrm rot="521773" flipH="1">
            <a:off x="7423066" y="2479735"/>
            <a:ext cx="535251" cy="469540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9" name="Google Shape;549;p51"/>
          <p:cNvSpPr/>
          <p:nvPr/>
        </p:nvSpPr>
        <p:spPr>
          <a:xfrm rot="879743">
            <a:off x="7424973" y="3683464"/>
            <a:ext cx="586850" cy="378155"/>
          </a:xfrm>
          <a:custGeom>
            <a:avLst/>
            <a:gdLst/>
            <a:ahLst/>
            <a:cxnLst/>
            <a:rect l="l" t="t" r="r" b="b"/>
            <a:pathLst>
              <a:path w="11752" h="11689" extrusionOk="0">
                <a:moveTo>
                  <a:pt x="5860" y="662"/>
                </a:moveTo>
                <a:cubicBezTo>
                  <a:pt x="6427" y="662"/>
                  <a:pt x="6900" y="1135"/>
                  <a:pt x="6900" y="1670"/>
                </a:cubicBezTo>
                <a:cubicBezTo>
                  <a:pt x="6900" y="2238"/>
                  <a:pt x="6427" y="2710"/>
                  <a:pt x="5860" y="2710"/>
                </a:cubicBezTo>
                <a:cubicBezTo>
                  <a:pt x="5293" y="2710"/>
                  <a:pt x="4821" y="2238"/>
                  <a:pt x="4821" y="1670"/>
                </a:cubicBezTo>
                <a:cubicBezTo>
                  <a:pt x="4821" y="1135"/>
                  <a:pt x="5293" y="662"/>
                  <a:pt x="5860" y="662"/>
                </a:cubicBezTo>
                <a:close/>
                <a:moveTo>
                  <a:pt x="5860" y="3372"/>
                </a:moveTo>
                <a:cubicBezTo>
                  <a:pt x="7058" y="3403"/>
                  <a:pt x="8034" y="4317"/>
                  <a:pt x="8223" y="5451"/>
                </a:cubicBezTo>
                <a:lnTo>
                  <a:pt x="3466" y="5451"/>
                </a:lnTo>
                <a:cubicBezTo>
                  <a:pt x="3624" y="4285"/>
                  <a:pt x="4663" y="3372"/>
                  <a:pt x="5860" y="3372"/>
                </a:cubicBezTo>
                <a:close/>
                <a:moveTo>
                  <a:pt x="9420" y="7562"/>
                </a:moveTo>
                <a:cubicBezTo>
                  <a:pt x="9956" y="7562"/>
                  <a:pt x="10429" y="7814"/>
                  <a:pt x="10744" y="8223"/>
                </a:cubicBezTo>
                <a:lnTo>
                  <a:pt x="10082" y="8223"/>
                </a:lnTo>
                <a:cubicBezTo>
                  <a:pt x="9546" y="8223"/>
                  <a:pt x="9074" y="8696"/>
                  <a:pt x="9074" y="9232"/>
                </a:cubicBezTo>
                <a:cubicBezTo>
                  <a:pt x="9074" y="9799"/>
                  <a:pt x="9546" y="10271"/>
                  <a:pt x="10082" y="10271"/>
                </a:cubicBezTo>
                <a:lnTo>
                  <a:pt x="10744" y="10271"/>
                </a:lnTo>
                <a:cubicBezTo>
                  <a:pt x="10429" y="10712"/>
                  <a:pt x="9925" y="10933"/>
                  <a:pt x="9420" y="10933"/>
                </a:cubicBezTo>
                <a:cubicBezTo>
                  <a:pt x="8696" y="10933"/>
                  <a:pt x="8034" y="10460"/>
                  <a:pt x="7814" y="9799"/>
                </a:cubicBezTo>
                <a:cubicBezTo>
                  <a:pt x="7751" y="9673"/>
                  <a:pt x="7593" y="9547"/>
                  <a:pt x="7499" y="9547"/>
                </a:cubicBezTo>
                <a:lnTo>
                  <a:pt x="4222" y="9547"/>
                </a:lnTo>
                <a:cubicBezTo>
                  <a:pt x="4065" y="9547"/>
                  <a:pt x="3939" y="9641"/>
                  <a:pt x="3907" y="9799"/>
                </a:cubicBezTo>
                <a:cubicBezTo>
                  <a:pt x="3655" y="10460"/>
                  <a:pt x="2993" y="10933"/>
                  <a:pt x="2300" y="10933"/>
                </a:cubicBezTo>
                <a:cubicBezTo>
                  <a:pt x="1733" y="10933"/>
                  <a:pt x="1261" y="10649"/>
                  <a:pt x="914" y="10271"/>
                </a:cubicBezTo>
                <a:lnTo>
                  <a:pt x="1576" y="10271"/>
                </a:lnTo>
                <a:cubicBezTo>
                  <a:pt x="2143" y="10271"/>
                  <a:pt x="2615" y="9799"/>
                  <a:pt x="2615" y="9232"/>
                </a:cubicBezTo>
                <a:cubicBezTo>
                  <a:pt x="2615" y="8696"/>
                  <a:pt x="2143" y="8223"/>
                  <a:pt x="1576" y="8223"/>
                </a:cubicBezTo>
                <a:lnTo>
                  <a:pt x="914" y="8223"/>
                </a:lnTo>
                <a:cubicBezTo>
                  <a:pt x="1229" y="7782"/>
                  <a:pt x="1733" y="7562"/>
                  <a:pt x="2300" y="7562"/>
                </a:cubicBezTo>
                <a:cubicBezTo>
                  <a:pt x="2993" y="7562"/>
                  <a:pt x="3655" y="8034"/>
                  <a:pt x="3907" y="8696"/>
                </a:cubicBezTo>
                <a:cubicBezTo>
                  <a:pt x="3939" y="8822"/>
                  <a:pt x="4096" y="8917"/>
                  <a:pt x="4222" y="8917"/>
                </a:cubicBezTo>
                <a:lnTo>
                  <a:pt x="7499" y="8917"/>
                </a:lnTo>
                <a:cubicBezTo>
                  <a:pt x="7656" y="8917"/>
                  <a:pt x="7751" y="8854"/>
                  <a:pt x="7814" y="8696"/>
                </a:cubicBezTo>
                <a:cubicBezTo>
                  <a:pt x="8034" y="8034"/>
                  <a:pt x="8727" y="7562"/>
                  <a:pt x="9420" y="7562"/>
                </a:cubicBezTo>
                <a:close/>
                <a:moveTo>
                  <a:pt x="5860" y="1"/>
                </a:moveTo>
                <a:cubicBezTo>
                  <a:pt x="4915" y="1"/>
                  <a:pt x="4128" y="725"/>
                  <a:pt x="4128" y="1670"/>
                </a:cubicBezTo>
                <a:cubicBezTo>
                  <a:pt x="4128" y="2143"/>
                  <a:pt x="4348" y="2584"/>
                  <a:pt x="4663" y="2899"/>
                </a:cubicBezTo>
                <a:lnTo>
                  <a:pt x="4695" y="2931"/>
                </a:lnTo>
                <a:cubicBezTo>
                  <a:pt x="3592" y="3372"/>
                  <a:pt x="2773" y="4474"/>
                  <a:pt x="2773" y="5829"/>
                </a:cubicBezTo>
                <a:cubicBezTo>
                  <a:pt x="2773" y="6018"/>
                  <a:pt x="2930" y="6176"/>
                  <a:pt x="3119" y="6176"/>
                </a:cubicBezTo>
                <a:lnTo>
                  <a:pt x="5514" y="6176"/>
                </a:lnTo>
                <a:lnTo>
                  <a:pt x="5514" y="8255"/>
                </a:lnTo>
                <a:lnTo>
                  <a:pt x="4443" y="8255"/>
                </a:lnTo>
                <a:cubicBezTo>
                  <a:pt x="4065" y="7436"/>
                  <a:pt x="3245" y="6869"/>
                  <a:pt x="2300" y="6869"/>
                </a:cubicBezTo>
                <a:cubicBezTo>
                  <a:pt x="1261" y="6869"/>
                  <a:pt x="410" y="7499"/>
                  <a:pt x="32" y="8444"/>
                </a:cubicBezTo>
                <a:cubicBezTo>
                  <a:pt x="0" y="8570"/>
                  <a:pt x="0" y="8696"/>
                  <a:pt x="95" y="8759"/>
                </a:cubicBezTo>
                <a:cubicBezTo>
                  <a:pt x="158" y="8854"/>
                  <a:pt x="253" y="8917"/>
                  <a:pt x="347" y="8917"/>
                </a:cubicBezTo>
                <a:lnTo>
                  <a:pt x="1607" y="8917"/>
                </a:lnTo>
                <a:cubicBezTo>
                  <a:pt x="1828" y="8917"/>
                  <a:pt x="1985" y="9074"/>
                  <a:pt x="1985" y="9295"/>
                </a:cubicBezTo>
                <a:cubicBezTo>
                  <a:pt x="1985" y="9484"/>
                  <a:pt x="1828" y="9641"/>
                  <a:pt x="1607" y="9641"/>
                </a:cubicBezTo>
                <a:lnTo>
                  <a:pt x="347" y="9641"/>
                </a:lnTo>
                <a:cubicBezTo>
                  <a:pt x="253" y="9641"/>
                  <a:pt x="158" y="9673"/>
                  <a:pt x="95" y="9799"/>
                </a:cubicBezTo>
                <a:cubicBezTo>
                  <a:pt x="0" y="9862"/>
                  <a:pt x="0" y="9988"/>
                  <a:pt x="32" y="10114"/>
                </a:cubicBezTo>
                <a:cubicBezTo>
                  <a:pt x="410" y="11059"/>
                  <a:pt x="1292" y="11689"/>
                  <a:pt x="2300" y="11689"/>
                </a:cubicBezTo>
                <a:cubicBezTo>
                  <a:pt x="3182" y="11689"/>
                  <a:pt x="4065" y="11122"/>
                  <a:pt x="4443" y="10303"/>
                </a:cubicBezTo>
                <a:lnTo>
                  <a:pt x="7278" y="10303"/>
                </a:lnTo>
                <a:cubicBezTo>
                  <a:pt x="7688" y="11122"/>
                  <a:pt x="8507" y="11689"/>
                  <a:pt x="9452" y="11689"/>
                </a:cubicBezTo>
                <a:cubicBezTo>
                  <a:pt x="10492" y="11689"/>
                  <a:pt x="11342" y="11059"/>
                  <a:pt x="11689" y="10114"/>
                </a:cubicBezTo>
                <a:cubicBezTo>
                  <a:pt x="11752" y="9988"/>
                  <a:pt x="11752" y="9862"/>
                  <a:pt x="11657" y="9799"/>
                </a:cubicBezTo>
                <a:cubicBezTo>
                  <a:pt x="11594" y="9704"/>
                  <a:pt x="11500" y="9641"/>
                  <a:pt x="11374" y="9641"/>
                </a:cubicBezTo>
                <a:lnTo>
                  <a:pt x="10114" y="9641"/>
                </a:lnTo>
                <a:cubicBezTo>
                  <a:pt x="9925" y="9641"/>
                  <a:pt x="9767" y="9484"/>
                  <a:pt x="9767" y="9295"/>
                </a:cubicBezTo>
                <a:cubicBezTo>
                  <a:pt x="9767" y="9074"/>
                  <a:pt x="9925" y="8917"/>
                  <a:pt x="10114" y="8917"/>
                </a:cubicBezTo>
                <a:lnTo>
                  <a:pt x="11374" y="8917"/>
                </a:lnTo>
                <a:cubicBezTo>
                  <a:pt x="11500" y="8917"/>
                  <a:pt x="11594" y="8885"/>
                  <a:pt x="11657" y="8759"/>
                </a:cubicBezTo>
                <a:cubicBezTo>
                  <a:pt x="11752" y="8696"/>
                  <a:pt x="11752" y="8570"/>
                  <a:pt x="11689" y="8444"/>
                </a:cubicBezTo>
                <a:cubicBezTo>
                  <a:pt x="11342" y="7499"/>
                  <a:pt x="10429" y="6869"/>
                  <a:pt x="9452" y="6869"/>
                </a:cubicBezTo>
                <a:cubicBezTo>
                  <a:pt x="8538" y="6869"/>
                  <a:pt x="7688" y="7436"/>
                  <a:pt x="7278" y="8255"/>
                </a:cubicBezTo>
                <a:lnTo>
                  <a:pt x="6238" y="8255"/>
                </a:lnTo>
                <a:lnTo>
                  <a:pt x="6238" y="6176"/>
                </a:lnTo>
                <a:lnTo>
                  <a:pt x="8633" y="6176"/>
                </a:lnTo>
                <a:cubicBezTo>
                  <a:pt x="8822" y="6176"/>
                  <a:pt x="8979" y="6018"/>
                  <a:pt x="8979" y="5829"/>
                </a:cubicBezTo>
                <a:cubicBezTo>
                  <a:pt x="8979" y="4506"/>
                  <a:pt x="8192" y="3403"/>
                  <a:pt x="7058" y="2931"/>
                </a:cubicBezTo>
                <a:cubicBezTo>
                  <a:pt x="7341" y="2616"/>
                  <a:pt x="7562" y="2175"/>
                  <a:pt x="7562" y="1670"/>
                </a:cubicBezTo>
                <a:cubicBezTo>
                  <a:pt x="7562" y="725"/>
                  <a:pt x="6806" y="1"/>
                  <a:pt x="5860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Core Features &amp; Project Scope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5" name="Google Shape;555;p52"/>
          <p:cNvSpPr txBox="1">
            <a:spLocks noGrp="1"/>
          </p:cNvSpPr>
          <p:nvPr>
            <p:ph type="body" idx="1"/>
          </p:nvPr>
        </p:nvSpPr>
        <p:spPr>
          <a:xfrm>
            <a:off x="2154865" y="1353879"/>
            <a:ext cx="4770475" cy="27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Order &amp; Billing Management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Table Reservations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Inventory &amp; Supplier Tracking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400" dirty="0"/>
            </a:br>
            <a:r>
              <a:rPr lang="en-GB" sz="2400" dirty="0"/>
              <a:t>Payment Gateway Integrations 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936C8C30-3E64-7678-A0DE-D96F4B6DA918}"/>
              </a:ext>
            </a:extLst>
          </p:cNvPr>
          <p:cNvSpPr/>
          <p:nvPr/>
        </p:nvSpPr>
        <p:spPr>
          <a:xfrm>
            <a:off x="1807535" y="1451787"/>
            <a:ext cx="404037" cy="31188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C89C1-C02F-89D3-EE19-75949B4C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243" y="2099829"/>
            <a:ext cx="499915" cy="377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ED4E73-2224-B6D8-B0FD-877300532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243" y="2851538"/>
            <a:ext cx="499915" cy="377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94555D-8F27-B389-AD21-493A5D658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243" y="3559918"/>
            <a:ext cx="499915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0" name="Google Shape;560;p53"/>
          <p:cNvCxnSpPr/>
          <p:nvPr/>
        </p:nvCxnSpPr>
        <p:spPr>
          <a:xfrm>
            <a:off x="1539163" y="712075"/>
            <a:ext cx="60657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561" name="Google Shape;561;p53"/>
          <p:cNvCxnSpPr/>
          <p:nvPr/>
        </p:nvCxnSpPr>
        <p:spPr>
          <a:xfrm>
            <a:off x="1539163" y="4426825"/>
            <a:ext cx="60657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562" name="Google Shape;562;p53"/>
          <p:cNvGrpSpPr/>
          <p:nvPr/>
        </p:nvGrpSpPr>
        <p:grpSpPr>
          <a:xfrm>
            <a:off x="2118506" y="1743054"/>
            <a:ext cx="1231179" cy="1702227"/>
            <a:chOff x="479725" y="1930850"/>
            <a:chExt cx="884150" cy="1222425"/>
          </a:xfrm>
        </p:grpSpPr>
        <p:sp>
          <p:nvSpPr>
            <p:cNvPr id="563" name="Google Shape;563;p53"/>
            <p:cNvSpPr/>
            <p:nvPr/>
          </p:nvSpPr>
          <p:spPr>
            <a:xfrm>
              <a:off x="1089125" y="28311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0"/>
                  </a:moveTo>
                  <a:lnTo>
                    <a:pt x="72" y="0"/>
                  </a:lnTo>
                  <a:close/>
                </a:path>
              </a:pathLst>
            </a:custGeom>
            <a:solidFill>
              <a:srgbClr val="FFC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3"/>
            <p:cNvSpPr/>
            <p:nvPr/>
          </p:nvSpPr>
          <p:spPr>
            <a:xfrm>
              <a:off x="479725" y="1930850"/>
              <a:ext cx="561100" cy="1142775"/>
            </a:xfrm>
            <a:custGeom>
              <a:avLst/>
              <a:gdLst/>
              <a:ahLst/>
              <a:cxnLst/>
              <a:rect l="l" t="t" r="r" b="b"/>
              <a:pathLst>
                <a:path w="22444" h="45711" extrusionOk="0">
                  <a:moveTo>
                    <a:pt x="18542" y="681"/>
                  </a:moveTo>
                  <a:cubicBezTo>
                    <a:pt x="18721" y="716"/>
                    <a:pt x="18900" y="752"/>
                    <a:pt x="19043" y="824"/>
                  </a:cubicBezTo>
                  <a:cubicBezTo>
                    <a:pt x="19115" y="860"/>
                    <a:pt x="19187" y="895"/>
                    <a:pt x="19258" y="931"/>
                  </a:cubicBezTo>
                  <a:cubicBezTo>
                    <a:pt x="19366" y="1003"/>
                    <a:pt x="19437" y="1110"/>
                    <a:pt x="19509" y="1182"/>
                  </a:cubicBezTo>
                  <a:cubicBezTo>
                    <a:pt x="19580" y="1289"/>
                    <a:pt x="19616" y="1361"/>
                    <a:pt x="19688" y="1432"/>
                  </a:cubicBezTo>
                  <a:cubicBezTo>
                    <a:pt x="19688" y="1540"/>
                    <a:pt x="19724" y="1611"/>
                    <a:pt x="19724" y="1683"/>
                  </a:cubicBezTo>
                  <a:cubicBezTo>
                    <a:pt x="19759" y="1826"/>
                    <a:pt x="19759" y="1969"/>
                    <a:pt x="19724" y="2112"/>
                  </a:cubicBezTo>
                  <a:lnTo>
                    <a:pt x="19724" y="2148"/>
                  </a:lnTo>
                  <a:cubicBezTo>
                    <a:pt x="19724" y="2291"/>
                    <a:pt x="19688" y="2435"/>
                    <a:pt x="19688" y="2578"/>
                  </a:cubicBezTo>
                  <a:cubicBezTo>
                    <a:pt x="19688" y="2685"/>
                    <a:pt x="19688" y="2828"/>
                    <a:pt x="19759" y="2936"/>
                  </a:cubicBezTo>
                  <a:cubicBezTo>
                    <a:pt x="19759" y="2936"/>
                    <a:pt x="19795" y="2972"/>
                    <a:pt x="19795" y="2972"/>
                  </a:cubicBezTo>
                  <a:lnTo>
                    <a:pt x="19831" y="3007"/>
                  </a:lnTo>
                  <a:lnTo>
                    <a:pt x="19867" y="3079"/>
                  </a:lnTo>
                  <a:lnTo>
                    <a:pt x="20010" y="3186"/>
                  </a:lnTo>
                  <a:lnTo>
                    <a:pt x="20189" y="3258"/>
                  </a:lnTo>
                  <a:cubicBezTo>
                    <a:pt x="20225" y="3294"/>
                    <a:pt x="20260" y="3294"/>
                    <a:pt x="20296" y="3294"/>
                  </a:cubicBezTo>
                  <a:lnTo>
                    <a:pt x="20511" y="3330"/>
                  </a:lnTo>
                  <a:cubicBezTo>
                    <a:pt x="20547" y="3330"/>
                    <a:pt x="20618" y="3365"/>
                    <a:pt x="20654" y="3365"/>
                  </a:cubicBezTo>
                  <a:cubicBezTo>
                    <a:pt x="20690" y="3365"/>
                    <a:pt x="20690" y="3401"/>
                    <a:pt x="20726" y="3401"/>
                  </a:cubicBezTo>
                  <a:cubicBezTo>
                    <a:pt x="20762" y="3437"/>
                    <a:pt x="20797" y="3473"/>
                    <a:pt x="20833" y="3508"/>
                  </a:cubicBezTo>
                  <a:cubicBezTo>
                    <a:pt x="20869" y="3580"/>
                    <a:pt x="20905" y="3652"/>
                    <a:pt x="20941" y="3687"/>
                  </a:cubicBezTo>
                  <a:cubicBezTo>
                    <a:pt x="21012" y="3938"/>
                    <a:pt x="21084" y="4189"/>
                    <a:pt x="21120" y="4403"/>
                  </a:cubicBezTo>
                  <a:lnTo>
                    <a:pt x="21120" y="4511"/>
                  </a:lnTo>
                  <a:lnTo>
                    <a:pt x="21120" y="4690"/>
                  </a:lnTo>
                  <a:cubicBezTo>
                    <a:pt x="21120" y="4726"/>
                    <a:pt x="21120" y="4904"/>
                    <a:pt x="21155" y="4976"/>
                  </a:cubicBezTo>
                  <a:cubicBezTo>
                    <a:pt x="21155" y="5191"/>
                    <a:pt x="21227" y="5370"/>
                    <a:pt x="21334" y="5549"/>
                  </a:cubicBezTo>
                  <a:cubicBezTo>
                    <a:pt x="21406" y="5656"/>
                    <a:pt x="21513" y="5799"/>
                    <a:pt x="21621" y="5907"/>
                  </a:cubicBezTo>
                  <a:lnTo>
                    <a:pt x="21692" y="5978"/>
                  </a:lnTo>
                  <a:cubicBezTo>
                    <a:pt x="21764" y="6086"/>
                    <a:pt x="21800" y="6157"/>
                    <a:pt x="21871" y="6265"/>
                  </a:cubicBezTo>
                  <a:cubicBezTo>
                    <a:pt x="21871" y="6336"/>
                    <a:pt x="21907" y="6408"/>
                    <a:pt x="21907" y="6479"/>
                  </a:cubicBezTo>
                  <a:cubicBezTo>
                    <a:pt x="21943" y="6515"/>
                    <a:pt x="21943" y="6587"/>
                    <a:pt x="21907" y="6623"/>
                  </a:cubicBezTo>
                  <a:cubicBezTo>
                    <a:pt x="21871" y="6837"/>
                    <a:pt x="21800" y="7052"/>
                    <a:pt x="21728" y="7231"/>
                  </a:cubicBezTo>
                  <a:cubicBezTo>
                    <a:pt x="21621" y="7482"/>
                    <a:pt x="21477" y="7732"/>
                    <a:pt x="21299" y="7983"/>
                  </a:cubicBezTo>
                  <a:cubicBezTo>
                    <a:pt x="21191" y="8054"/>
                    <a:pt x="21120" y="8162"/>
                    <a:pt x="21012" y="8269"/>
                  </a:cubicBezTo>
                  <a:cubicBezTo>
                    <a:pt x="20976" y="8305"/>
                    <a:pt x="20941" y="8341"/>
                    <a:pt x="20905" y="8412"/>
                  </a:cubicBezTo>
                  <a:lnTo>
                    <a:pt x="20833" y="8448"/>
                  </a:lnTo>
                  <a:cubicBezTo>
                    <a:pt x="20762" y="8556"/>
                    <a:pt x="20690" y="8627"/>
                    <a:pt x="20618" y="8663"/>
                  </a:cubicBezTo>
                  <a:cubicBezTo>
                    <a:pt x="20547" y="8735"/>
                    <a:pt x="20475" y="8770"/>
                    <a:pt x="20404" y="8842"/>
                  </a:cubicBezTo>
                  <a:cubicBezTo>
                    <a:pt x="20332" y="8878"/>
                    <a:pt x="20332" y="8949"/>
                    <a:pt x="20332" y="9057"/>
                  </a:cubicBezTo>
                  <a:cubicBezTo>
                    <a:pt x="20332" y="9128"/>
                    <a:pt x="20332" y="9200"/>
                    <a:pt x="20404" y="9271"/>
                  </a:cubicBezTo>
                  <a:cubicBezTo>
                    <a:pt x="20475" y="9343"/>
                    <a:pt x="20547" y="9379"/>
                    <a:pt x="20618" y="9379"/>
                  </a:cubicBezTo>
                  <a:cubicBezTo>
                    <a:pt x="20726" y="9379"/>
                    <a:pt x="20797" y="9343"/>
                    <a:pt x="20869" y="9271"/>
                  </a:cubicBezTo>
                  <a:cubicBezTo>
                    <a:pt x="20941" y="9200"/>
                    <a:pt x="21012" y="9128"/>
                    <a:pt x="21084" y="9021"/>
                  </a:cubicBezTo>
                  <a:lnTo>
                    <a:pt x="21120" y="8949"/>
                  </a:lnTo>
                  <a:lnTo>
                    <a:pt x="21120" y="8913"/>
                  </a:lnTo>
                  <a:lnTo>
                    <a:pt x="21299" y="8949"/>
                  </a:lnTo>
                  <a:cubicBezTo>
                    <a:pt x="21334" y="8985"/>
                    <a:pt x="21370" y="9021"/>
                    <a:pt x="21406" y="9021"/>
                  </a:cubicBezTo>
                  <a:lnTo>
                    <a:pt x="21442" y="9057"/>
                  </a:lnTo>
                  <a:cubicBezTo>
                    <a:pt x="21442" y="9092"/>
                    <a:pt x="21477" y="9128"/>
                    <a:pt x="21477" y="9164"/>
                  </a:cubicBezTo>
                  <a:cubicBezTo>
                    <a:pt x="21513" y="9236"/>
                    <a:pt x="21549" y="9343"/>
                    <a:pt x="21549" y="9415"/>
                  </a:cubicBezTo>
                  <a:cubicBezTo>
                    <a:pt x="21585" y="9629"/>
                    <a:pt x="21585" y="9808"/>
                    <a:pt x="21549" y="9987"/>
                  </a:cubicBezTo>
                  <a:cubicBezTo>
                    <a:pt x="21513" y="10131"/>
                    <a:pt x="21477" y="10274"/>
                    <a:pt x="21442" y="10381"/>
                  </a:cubicBezTo>
                  <a:cubicBezTo>
                    <a:pt x="21370" y="10524"/>
                    <a:pt x="21299" y="10632"/>
                    <a:pt x="21227" y="10775"/>
                  </a:cubicBezTo>
                  <a:lnTo>
                    <a:pt x="20976" y="11025"/>
                  </a:lnTo>
                  <a:cubicBezTo>
                    <a:pt x="20869" y="11133"/>
                    <a:pt x="20762" y="11240"/>
                    <a:pt x="20690" y="11383"/>
                  </a:cubicBezTo>
                  <a:cubicBezTo>
                    <a:pt x="20583" y="11491"/>
                    <a:pt x="20547" y="11634"/>
                    <a:pt x="20547" y="11777"/>
                  </a:cubicBezTo>
                  <a:cubicBezTo>
                    <a:pt x="20547" y="11920"/>
                    <a:pt x="20547" y="12063"/>
                    <a:pt x="20618" y="12207"/>
                  </a:cubicBezTo>
                  <a:cubicBezTo>
                    <a:pt x="20654" y="12314"/>
                    <a:pt x="20690" y="12421"/>
                    <a:pt x="20726" y="12493"/>
                  </a:cubicBezTo>
                  <a:lnTo>
                    <a:pt x="20726" y="12529"/>
                  </a:lnTo>
                  <a:cubicBezTo>
                    <a:pt x="20762" y="12600"/>
                    <a:pt x="20797" y="12672"/>
                    <a:pt x="20833" y="12779"/>
                  </a:cubicBezTo>
                  <a:cubicBezTo>
                    <a:pt x="20833" y="12851"/>
                    <a:pt x="20869" y="12922"/>
                    <a:pt x="20869" y="12958"/>
                  </a:cubicBezTo>
                  <a:cubicBezTo>
                    <a:pt x="20869" y="13101"/>
                    <a:pt x="20869" y="13245"/>
                    <a:pt x="20869" y="13388"/>
                  </a:cubicBezTo>
                  <a:cubicBezTo>
                    <a:pt x="20833" y="13495"/>
                    <a:pt x="20797" y="13603"/>
                    <a:pt x="20762" y="13746"/>
                  </a:cubicBezTo>
                  <a:cubicBezTo>
                    <a:pt x="20726" y="13817"/>
                    <a:pt x="20654" y="13889"/>
                    <a:pt x="20618" y="13996"/>
                  </a:cubicBezTo>
                  <a:cubicBezTo>
                    <a:pt x="20547" y="14068"/>
                    <a:pt x="20475" y="14104"/>
                    <a:pt x="20404" y="14175"/>
                  </a:cubicBezTo>
                  <a:cubicBezTo>
                    <a:pt x="20296" y="14247"/>
                    <a:pt x="20189" y="14318"/>
                    <a:pt x="20046" y="14426"/>
                  </a:cubicBezTo>
                  <a:cubicBezTo>
                    <a:pt x="19867" y="14497"/>
                    <a:pt x="19688" y="14641"/>
                    <a:pt x="19509" y="14748"/>
                  </a:cubicBezTo>
                  <a:cubicBezTo>
                    <a:pt x="19473" y="14784"/>
                    <a:pt x="19437" y="14855"/>
                    <a:pt x="19401" y="14891"/>
                  </a:cubicBezTo>
                  <a:lnTo>
                    <a:pt x="19401" y="14927"/>
                  </a:lnTo>
                  <a:cubicBezTo>
                    <a:pt x="19366" y="14963"/>
                    <a:pt x="19330" y="14999"/>
                    <a:pt x="19294" y="15070"/>
                  </a:cubicBezTo>
                  <a:cubicBezTo>
                    <a:pt x="19258" y="15106"/>
                    <a:pt x="19222" y="15178"/>
                    <a:pt x="19187" y="15249"/>
                  </a:cubicBezTo>
                  <a:lnTo>
                    <a:pt x="18972" y="15535"/>
                  </a:lnTo>
                  <a:lnTo>
                    <a:pt x="18757" y="15822"/>
                  </a:lnTo>
                  <a:lnTo>
                    <a:pt x="18650" y="15965"/>
                  </a:lnTo>
                  <a:cubicBezTo>
                    <a:pt x="18542" y="16108"/>
                    <a:pt x="18471" y="16251"/>
                    <a:pt x="18399" y="16395"/>
                  </a:cubicBezTo>
                  <a:lnTo>
                    <a:pt x="18399" y="16430"/>
                  </a:lnTo>
                  <a:lnTo>
                    <a:pt x="18399" y="16502"/>
                  </a:lnTo>
                  <a:cubicBezTo>
                    <a:pt x="18399" y="16538"/>
                    <a:pt x="18399" y="16609"/>
                    <a:pt x="18399" y="16681"/>
                  </a:cubicBezTo>
                  <a:cubicBezTo>
                    <a:pt x="18399" y="16717"/>
                    <a:pt x="18399" y="16788"/>
                    <a:pt x="18435" y="16860"/>
                  </a:cubicBezTo>
                  <a:cubicBezTo>
                    <a:pt x="18435" y="16896"/>
                    <a:pt x="18435" y="16896"/>
                    <a:pt x="18435" y="16931"/>
                  </a:cubicBezTo>
                  <a:cubicBezTo>
                    <a:pt x="18471" y="17075"/>
                    <a:pt x="18507" y="17218"/>
                    <a:pt x="18578" y="17325"/>
                  </a:cubicBezTo>
                  <a:lnTo>
                    <a:pt x="18614" y="17433"/>
                  </a:lnTo>
                  <a:cubicBezTo>
                    <a:pt x="18650" y="17468"/>
                    <a:pt x="18650" y="17540"/>
                    <a:pt x="18685" y="17612"/>
                  </a:cubicBezTo>
                  <a:cubicBezTo>
                    <a:pt x="18721" y="17647"/>
                    <a:pt x="18721" y="17683"/>
                    <a:pt x="18757" y="17719"/>
                  </a:cubicBezTo>
                  <a:cubicBezTo>
                    <a:pt x="18793" y="17826"/>
                    <a:pt x="18829" y="17898"/>
                    <a:pt x="18829" y="18005"/>
                  </a:cubicBezTo>
                  <a:cubicBezTo>
                    <a:pt x="18829" y="18077"/>
                    <a:pt x="18829" y="18184"/>
                    <a:pt x="18829" y="18292"/>
                  </a:cubicBezTo>
                  <a:cubicBezTo>
                    <a:pt x="18793" y="18506"/>
                    <a:pt x="18721" y="18685"/>
                    <a:pt x="18650" y="18864"/>
                  </a:cubicBezTo>
                  <a:cubicBezTo>
                    <a:pt x="18614" y="18972"/>
                    <a:pt x="18578" y="19115"/>
                    <a:pt x="18542" y="19222"/>
                  </a:cubicBezTo>
                  <a:cubicBezTo>
                    <a:pt x="18507" y="19294"/>
                    <a:pt x="18471" y="19366"/>
                    <a:pt x="18471" y="19437"/>
                  </a:cubicBezTo>
                  <a:cubicBezTo>
                    <a:pt x="18471" y="19509"/>
                    <a:pt x="18471" y="19580"/>
                    <a:pt x="18471" y="19652"/>
                  </a:cubicBezTo>
                  <a:cubicBezTo>
                    <a:pt x="18507" y="19723"/>
                    <a:pt x="18542" y="19759"/>
                    <a:pt x="18578" y="19831"/>
                  </a:cubicBezTo>
                  <a:cubicBezTo>
                    <a:pt x="18614" y="19902"/>
                    <a:pt x="18650" y="19974"/>
                    <a:pt x="18721" y="20046"/>
                  </a:cubicBezTo>
                  <a:lnTo>
                    <a:pt x="18757" y="20081"/>
                  </a:lnTo>
                  <a:lnTo>
                    <a:pt x="18757" y="20117"/>
                  </a:lnTo>
                  <a:cubicBezTo>
                    <a:pt x="18829" y="20189"/>
                    <a:pt x="18864" y="20296"/>
                    <a:pt x="18936" y="20404"/>
                  </a:cubicBezTo>
                  <a:cubicBezTo>
                    <a:pt x="18972" y="20475"/>
                    <a:pt x="18972" y="20583"/>
                    <a:pt x="19008" y="20690"/>
                  </a:cubicBezTo>
                  <a:cubicBezTo>
                    <a:pt x="19008" y="20797"/>
                    <a:pt x="19008" y="20905"/>
                    <a:pt x="19008" y="21012"/>
                  </a:cubicBezTo>
                  <a:cubicBezTo>
                    <a:pt x="18972" y="21155"/>
                    <a:pt x="18936" y="21298"/>
                    <a:pt x="18864" y="21477"/>
                  </a:cubicBezTo>
                  <a:cubicBezTo>
                    <a:pt x="18829" y="21549"/>
                    <a:pt x="18793" y="21621"/>
                    <a:pt x="18757" y="21692"/>
                  </a:cubicBezTo>
                  <a:cubicBezTo>
                    <a:pt x="18685" y="21764"/>
                    <a:pt x="18650" y="21800"/>
                    <a:pt x="18578" y="21835"/>
                  </a:cubicBezTo>
                  <a:lnTo>
                    <a:pt x="18328" y="22014"/>
                  </a:lnTo>
                  <a:cubicBezTo>
                    <a:pt x="18220" y="22086"/>
                    <a:pt x="18113" y="22158"/>
                    <a:pt x="18041" y="22229"/>
                  </a:cubicBezTo>
                  <a:cubicBezTo>
                    <a:pt x="17970" y="22301"/>
                    <a:pt x="17898" y="22336"/>
                    <a:pt x="17826" y="22408"/>
                  </a:cubicBezTo>
                  <a:cubicBezTo>
                    <a:pt x="17755" y="22480"/>
                    <a:pt x="17683" y="22587"/>
                    <a:pt x="17647" y="22730"/>
                  </a:cubicBezTo>
                  <a:cubicBezTo>
                    <a:pt x="17612" y="22838"/>
                    <a:pt x="17612" y="22981"/>
                    <a:pt x="17647" y="23124"/>
                  </a:cubicBezTo>
                  <a:cubicBezTo>
                    <a:pt x="17647" y="23196"/>
                    <a:pt x="17683" y="23303"/>
                    <a:pt x="17719" y="23375"/>
                  </a:cubicBezTo>
                  <a:cubicBezTo>
                    <a:pt x="17719" y="23446"/>
                    <a:pt x="17719" y="23518"/>
                    <a:pt x="17719" y="23589"/>
                  </a:cubicBezTo>
                  <a:cubicBezTo>
                    <a:pt x="17683" y="23589"/>
                    <a:pt x="17683" y="23625"/>
                    <a:pt x="17683" y="23661"/>
                  </a:cubicBezTo>
                  <a:cubicBezTo>
                    <a:pt x="17683" y="23697"/>
                    <a:pt x="17647" y="23697"/>
                    <a:pt x="17647" y="23732"/>
                  </a:cubicBezTo>
                  <a:cubicBezTo>
                    <a:pt x="17576" y="23804"/>
                    <a:pt x="17504" y="23876"/>
                    <a:pt x="17397" y="23947"/>
                  </a:cubicBezTo>
                  <a:cubicBezTo>
                    <a:pt x="17325" y="24019"/>
                    <a:pt x="17218" y="24090"/>
                    <a:pt x="17146" y="24162"/>
                  </a:cubicBezTo>
                  <a:cubicBezTo>
                    <a:pt x="17039" y="24198"/>
                    <a:pt x="16967" y="24198"/>
                    <a:pt x="16860" y="24234"/>
                  </a:cubicBezTo>
                  <a:lnTo>
                    <a:pt x="16645" y="24305"/>
                  </a:lnTo>
                  <a:cubicBezTo>
                    <a:pt x="16395" y="24377"/>
                    <a:pt x="16180" y="24484"/>
                    <a:pt x="16001" y="24627"/>
                  </a:cubicBezTo>
                  <a:cubicBezTo>
                    <a:pt x="15786" y="24806"/>
                    <a:pt x="15571" y="24950"/>
                    <a:pt x="15392" y="25164"/>
                  </a:cubicBezTo>
                  <a:cubicBezTo>
                    <a:pt x="15285" y="25272"/>
                    <a:pt x="15249" y="25451"/>
                    <a:pt x="15321" y="25594"/>
                  </a:cubicBezTo>
                  <a:cubicBezTo>
                    <a:pt x="15392" y="25701"/>
                    <a:pt x="15536" y="25773"/>
                    <a:pt x="15679" y="25773"/>
                  </a:cubicBezTo>
                  <a:lnTo>
                    <a:pt x="15858" y="25773"/>
                  </a:lnTo>
                  <a:lnTo>
                    <a:pt x="16037" y="25630"/>
                  </a:lnTo>
                  <a:lnTo>
                    <a:pt x="16108" y="25594"/>
                  </a:lnTo>
                  <a:lnTo>
                    <a:pt x="16216" y="25558"/>
                  </a:lnTo>
                  <a:lnTo>
                    <a:pt x="16216" y="25558"/>
                  </a:lnTo>
                  <a:cubicBezTo>
                    <a:pt x="16180" y="25773"/>
                    <a:pt x="16144" y="25988"/>
                    <a:pt x="16108" y="26202"/>
                  </a:cubicBezTo>
                  <a:cubicBezTo>
                    <a:pt x="16072" y="26489"/>
                    <a:pt x="16037" y="26703"/>
                    <a:pt x="15965" y="26954"/>
                  </a:cubicBezTo>
                  <a:cubicBezTo>
                    <a:pt x="15929" y="27133"/>
                    <a:pt x="15858" y="27348"/>
                    <a:pt x="15786" y="27563"/>
                  </a:cubicBezTo>
                  <a:cubicBezTo>
                    <a:pt x="15571" y="28028"/>
                    <a:pt x="15285" y="28457"/>
                    <a:pt x="14999" y="28851"/>
                  </a:cubicBezTo>
                  <a:cubicBezTo>
                    <a:pt x="14784" y="29102"/>
                    <a:pt x="14569" y="29316"/>
                    <a:pt x="14354" y="29531"/>
                  </a:cubicBezTo>
                  <a:lnTo>
                    <a:pt x="14247" y="29639"/>
                  </a:lnTo>
                  <a:lnTo>
                    <a:pt x="14211" y="29674"/>
                  </a:lnTo>
                  <a:cubicBezTo>
                    <a:pt x="14104" y="29746"/>
                    <a:pt x="14032" y="29818"/>
                    <a:pt x="13996" y="29925"/>
                  </a:cubicBezTo>
                  <a:cubicBezTo>
                    <a:pt x="13925" y="29997"/>
                    <a:pt x="13889" y="30104"/>
                    <a:pt x="13889" y="30211"/>
                  </a:cubicBezTo>
                  <a:cubicBezTo>
                    <a:pt x="13853" y="30283"/>
                    <a:pt x="13853" y="30355"/>
                    <a:pt x="13889" y="30426"/>
                  </a:cubicBezTo>
                  <a:lnTo>
                    <a:pt x="13889" y="30533"/>
                  </a:lnTo>
                  <a:cubicBezTo>
                    <a:pt x="13889" y="30677"/>
                    <a:pt x="13925" y="30820"/>
                    <a:pt x="13925" y="30963"/>
                  </a:cubicBezTo>
                  <a:cubicBezTo>
                    <a:pt x="13925" y="31249"/>
                    <a:pt x="13925" y="31536"/>
                    <a:pt x="13889" y="31786"/>
                  </a:cubicBezTo>
                  <a:cubicBezTo>
                    <a:pt x="13817" y="32180"/>
                    <a:pt x="13710" y="32538"/>
                    <a:pt x="13603" y="32932"/>
                  </a:cubicBezTo>
                  <a:cubicBezTo>
                    <a:pt x="13567" y="33075"/>
                    <a:pt x="13495" y="33218"/>
                    <a:pt x="13459" y="33325"/>
                  </a:cubicBezTo>
                  <a:lnTo>
                    <a:pt x="13424" y="33469"/>
                  </a:lnTo>
                  <a:cubicBezTo>
                    <a:pt x="13352" y="33683"/>
                    <a:pt x="13245" y="33898"/>
                    <a:pt x="13137" y="34113"/>
                  </a:cubicBezTo>
                  <a:lnTo>
                    <a:pt x="13030" y="34364"/>
                  </a:lnTo>
                  <a:lnTo>
                    <a:pt x="12958" y="34507"/>
                  </a:lnTo>
                  <a:cubicBezTo>
                    <a:pt x="12887" y="34650"/>
                    <a:pt x="12851" y="34793"/>
                    <a:pt x="12779" y="34936"/>
                  </a:cubicBezTo>
                  <a:cubicBezTo>
                    <a:pt x="12744" y="35044"/>
                    <a:pt x="12744" y="35151"/>
                    <a:pt x="12744" y="35258"/>
                  </a:cubicBezTo>
                  <a:cubicBezTo>
                    <a:pt x="12744" y="35366"/>
                    <a:pt x="12744" y="35437"/>
                    <a:pt x="12779" y="35545"/>
                  </a:cubicBezTo>
                  <a:lnTo>
                    <a:pt x="12779" y="35616"/>
                  </a:lnTo>
                  <a:lnTo>
                    <a:pt x="12779" y="35724"/>
                  </a:lnTo>
                  <a:cubicBezTo>
                    <a:pt x="12815" y="35974"/>
                    <a:pt x="12851" y="36261"/>
                    <a:pt x="12923" y="36511"/>
                  </a:cubicBezTo>
                  <a:cubicBezTo>
                    <a:pt x="12923" y="36798"/>
                    <a:pt x="12923" y="37084"/>
                    <a:pt x="12923" y="37370"/>
                  </a:cubicBezTo>
                  <a:cubicBezTo>
                    <a:pt x="12887" y="37549"/>
                    <a:pt x="12851" y="37692"/>
                    <a:pt x="12779" y="37836"/>
                  </a:cubicBezTo>
                  <a:cubicBezTo>
                    <a:pt x="12708" y="37979"/>
                    <a:pt x="12636" y="38122"/>
                    <a:pt x="12529" y="38265"/>
                  </a:cubicBezTo>
                  <a:cubicBezTo>
                    <a:pt x="12314" y="38516"/>
                    <a:pt x="12063" y="38766"/>
                    <a:pt x="11813" y="38981"/>
                  </a:cubicBezTo>
                  <a:cubicBezTo>
                    <a:pt x="11598" y="39124"/>
                    <a:pt x="11419" y="39232"/>
                    <a:pt x="11169" y="39375"/>
                  </a:cubicBezTo>
                  <a:lnTo>
                    <a:pt x="11097" y="39411"/>
                  </a:lnTo>
                  <a:lnTo>
                    <a:pt x="10882" y="39518"/>
                  </a:lnTo>
                  <a:cubicBezTo>
                    <a:pt x="10739" y="39590"/>
                    <a:pt x="10632" y="39733"/>
                    <a:pt x="10524" y="39876"/>
                  </a:cubicBezTo>
                  <a:lnTo>
                    <a:pt x="10453" y="40019"/>
                  </a:lnTo>
                  <a:cubicBezTo>
                    <a:pt x="10453" y="40055"/>
                    <a:pt x="10417" y="40091"/>
                    <a:pt x="10381" y="40126"/>
                  </a:cubicBezTo>
                  <a:cubicBezTo>
                    <a:pt x="10310" y="40270"/>
                    <a:pt x="10238" y="40377"/>
                    <a:pt x="10166" y="40520"/>
                  </a:cubicBezTo>
                  <a:cubicBezTo>
                    <a:pt x="10059" y="40628"/>
                    <a:pt x="9952" y="40735"/>
                    <a:pt x="9844" y="40842"/>
                  </a:cubicBezTo>
                  <a:cubicBezTo>
                    <a:pt x="9701" y="40914"/>
                    <a:pt x="9558" y="41021"/>
                    <a:pt x="9415" y="41093"/>
                  </a:cubicBezTo>
                  <a:cubicBezTo>
                    <a:pt x="9271" y="41129"/>
                    <a:pt x="9164" y="41164"/>
                    <a:pt x="9021" y="41200"/>
                  </a:cubicBezTo>
                  <a:lnTo>
                    <a:pt x="8842" y="41200"/>
                  </a:lnTo>
                  <a:cubicBezTo>
                    <a:pt x="8878" y="41057"/>
                    <a:pt x="8914" y="40914"/>
                    <a:pt x="8949" y="40807"/>
                  </a:cubicBezTo>
                  <a:cubicBezTo>
                    <a:pt x="8985" y="40771"/>
                    <a:pt x="9021" y="40735"/>
                    <a:pt x="9021" y="40699"/>
                  </a:cubicBezTo>
                  <a:cubicBezTo>
                    <a:pt x="9128" y="40556"/>
                    <a:pt x="9236" y="40484"/>
                    <a:pt x="9307" y="40377"/>
                  </a:cubicBezTo>
                  <a:cubicBezTo>
                    <a:pt x="9450" y="40270"/>
                    <a:pt x="9558" y="40126"/>
                    <a:pt x="9665" y="39983"/>
                  </a:cubicBezTo>
                  <a:lnTo>
                    <a:pt x="9665" y="39947"/>
                  </a:lnTo>
                  <a:cubicBezTo>
                    <a:pt x="9880" y="39625"/>
                    <a:pt x="10059" y="39303"/>
                    <a:pt x="10202" y="38945"/>
                  </a:cubicBezTo>
                  <a:cubicBezTo>
                    <a:pt x="10310" y="38587"/>
                    <a:pt x="10381" y="38229"/>
                    <a:pt x="10381" y="37871"/>
                  </a:cubicBezTo>
                  <a:cubicBezTo>
                    <a:pt x="10417" y="37478"/>
                    <a:pt x="10381" y="37084"/>
                    <a:pt x="10310" y="36690"/>
                  </a:cubicBezTo>
                  <a:cubicBezTo>
                    <a:pt x="10238" y="36440"/>
                    <a:pt x="10202" y="36189"/>
                    <a:pt x="10166" y="35938"/>
                  </a:cubicBezTo>
                  <a:lnTo>
                    <a:pt x="10131" y="35759"/>
                  </a:lnTo>
                  <a:cubicBezTo>
                    <a:pt x="10095" y="35545"/>
                    <a:pt x="10059" y="35330"/>
                    <a:pt x="9987" y="35115"/>
                  </a:cubicBezTo>
                  <a:cubicBezTo>
                    <a:pt x="9952" y="34972"/>
                    <a:pt x="9844" y="34865"/>
                    <a:pt x="9701" y="34865"/>
                  </a:cubicBezTo>
                  <a:cubicBezTo>
                    <a:pt x="9594" y="34865"/>
                    <a:pt x="9522" y="34900"/>
                    <a:pt x="9450" y="34972"/>
                  </a:cubicBezTo>
                  <a:cubicBezTo>
                    <a:pt x="9415" y="35044"/>
                    <a:pt x="9379" y="35115"/>
                    <a:pt x="9379" y="35187"/>
                  </a:cubicBezTo>
                  <a:cubicBezTo>
                    <a:pt x="9415" y="35509"/>
                    <a:pt x="9450" y="35831"/>
                    <a:pt x="9450" y="36082"/>
                  </a:cubicBezTo>
                  <a:lnTo>
                    <a:pt x="9486" y="36368"/>
                  </a:lnTo>
                  <a:lnTo>
                    <a:pt x="9522" y="36690"/>
                  </a:lnTo>
                  <a:cubicBezTo>
                    <a:pt x="9522" y="36833"/>
                    <a:pt x="9558" y="36977"/>
                    <a:pt x="9558" y="37120"/>
                  </a:cubicBezTo>
                  <a:cubicBezTo>
                    <a:pt x="9594" y="37370"/>
                    <a:pt x="9594" y="37585"/>
                    <a:pt x="9558" y="37836"/>
                  </a:cubicBezTo>
                  <a:cubicBezTo>
                    <a:pt x="9522" y="38086"/>
                    <a:pt x="9450" y="38373"/>
                    <a:pt x="9343" y="38623"/>
                  </a:cubicBezTo>
                  <a:cubicBezTo>
                    <a:pt x="9236" y="38909"/>
                    <a:pt x="9057" y="39196"/>
                    <a:pt x="8878" y="39411"/>
                  </a:cubicBezTo>
                  <a:cubicBezTo>
                    <a:pt x="8806" y="39554"/>
                    <a:pt x="8699" y="39661"/>
                    <a:pt x="8591" y="39733"/>
                  </a:cubicBezTo>
                  <a:cubicBezTo>
                    <a:pt x="8448" y="39840"/>
                    <a:pt x="8341" y="39947"/>
                    <a:pt x="8233" y="40055"/>
                  </a:cubicBezTo>
                  <a:cubicBezTo>
                    <a:pt x="8019" y="40305"/>
                    <a:pt x="7875" y="40628"/>
                    <a:pt x="7804" y="40950"/>
                  </a:cubicBezTo>
                  <a:lnTo>
                    <a:pt x="7732" y="41200"/>
                  </a:lnTo>
                  <a:lnTo>
                    <a:pt x="7696" y="41379"/>
                  </a:lnTo>
                  <a:cubicBezTo>
                    <a:pt x="7661" y="41558"/>
                    <a:pt x="7625" y="41701"/>
                    <a:pt x="7589" y="41845"/>
                  </a:cubicBezTo>
                  <a:cubicBezTo>
                    <a:pt x="7553" y="41952"/>
                    <a:pt x="7482" y="42095"/>
                    <a:pt x="7446" y="42238"/>
                  </a:cubicBezTo>
                  <a:cubicBezTo>
                    <a:pt x="7374" y="42346"/>
                    <a:pt x="7303" y="42489"/>
                    <a:pt x="7231" y="42632"/>
                  </a:cubicBezTo>
                  <a:cubicBezTo>
                    <a:pt x="7088" y="42775"/>
                    <a:pt x="6981" y="42883"/>
                    <a:pt x="6837" y="42990"/>
                  </a:cubicBezTo>
                  <a:cubicBezTo>
                    <a:pt x="6658" y="43133"/>
                    <a:pt x="6479" y="43241"/>
                    <a:pt x="6300" y="43312"/>
                  </a:cubicBezTo>
                  <a:cubicBezTo>
                    <a:pt x="6157" y="43384"/>
                    <a:pt x="6014" y="43420"/>
                    <a:pt x="5835" y="43455"/>
                  </a:cubicBezTo>
                  <a:lnTo>
                    <a:pt x="5764" y="43491"/>
                  </a:lnTo>
                  <a:cubicBezTo>
                    <a:pt x="5585" y="43527"/>
                    <a:pt x="5406" y="43599"/>
                    <a:pt x="5262" y="43670"/>
                  </a:cubicBezTo>
                  <a:cubicBezTo>
                    <a:pt x="5048" y="43742"/>
                    <a:pt x="4904" y="43885"/>
                    <a:pt x="4761" y="44028"/>
                  </a:cubicBezTo>
                  <a:cubicBezTo>
                    <a:pt x="4726" y="44064"/>
                    <a:pt x="4726" y="44100"/>
                    <a:pt x="4690" y="44135"/>
                  </a:cubicBezTo>
                  <a:lnTo>
                    <a:pt x="4618" y="44207"/>
                  </a:lnTo>
                  <a:cubicBezTo>
                    <a:pt x="4547" y="44279"/>
                    <a:pt x="4475" y="44350"/>
                    <a:pt x="4403" y="44422"/>
                  </a:cubicBezTo>
                  <a:cubicBezTo>
                    <a:pt x="4296" y="44493"/>
                    <a:pt x="4153" y="44565"/>
                    <a:pt x="4010" y="44637"/>
                  </a:cubicBezTo>
                  <a:cubicBezTo>
                    <a:pt x="3759" y="44744"/>
                    <a:pt x="3544" y="44780"/>
                    <a:pt x="3330" y="44816"/>
                  </a:cubicBezTo>
                  <a:cubicBezTo>
                    <a:pt x="3186" y="44851"/>
                    <a:pt x="3043" y="44851"/>
                    <a:pt x="2936" y="44851"/>
                  </a:cubicBezTo>
                  <a:cubicBezTo>
                    <a:pt x="2793" y="44851"/>
                    <a:pt x="2649" y="44851"/>
                    <a:pt x="2506" y="44816"/>
                  </a:cubicBezTo>
                  <a:cubicBezTo>
                    <a:pt x="2327" y="44780"/>
                    <a:pt x="2112" y="44744"/>
                    <a:pt x="1934" y="44672"/>
                  </a:cubicBezTo>
                  <a:cubicBezTo>
                    <a:pt x="1826" y="44601"/>
                    <a:pt x="1719" y="44565"/>
                    <a:pt x="1611" y="44493"/>
                  </a:cubicBezTo>
                  <a:cubicBezTo>
                    <a:pt x="1540" y="44422"/>
                    <a:pt x="1468" y="44350"/>
                    <a:pt x="1397" y="44279"/>
                  </a:cubicBezTo>
                  <a:cubicBezTo>
                    <a:pt x="1361" y="44207"/>
                    <a:pt x="1325" y="44135"/>
                    <a:pt x="1289" y="44064"/>
                  </a:cubicBezTo>
                  <a:cubicBezTo>
                    <a:pt x="1289" y="44028"/>
                    <a:pt x="1253" y="43992"/>
                    <a:pt x="1253" y="43992"/>
                  </a:cubicBezTo>
                  <a:cubicBezTo>
                    <a:pt x="1253" y="43921"/>
                    <a:pt x="1289" y="43849"/>
                    <a:pt x="1325" y="43813"/>
                  </a:cubicBezTo>
                  <a:cubicBezTo>
                    <a:pt x="1361" y="43670"/>
                    <a:pt x="1397" y="43527"/>
                    <a:pt x="1397" y="43420"/>
                  </a:cubicBezTo>
                  <a:cubicBezTo>
                    <a:pt x="1397" y="43169"/>
                    <a:pt x="1361" y="42954"/>
                    <a:pt x="1289" y="42739"/>
                  </a:cubicBezTo>
                  <a:lnTo>
                    <a:pt x="1218" y="42596"/>
                  </a:lnTo>
                  <a:cubicBezTo>
                    <a:pt x="1110" y="42238"/>
                    <a:pt x="1003" y="41880"/>
                    <a:pt x="931" y="41522"/>
                  </a:cubicBezTo>
                  <a:cubicBezTo>
                    <a:pt x="895" y="41343"/>
                    <a:pt x="895" y="41164"/>
                    <a:pt x="931" y="40986"/>
                  </a:cubicBezTo>
                  <a:cubicBezTo>
                    <a:pt x="967" y="40699"/>
                    <a:pt x="1039" y="40449"/>
                    <a:pt x="1146" y="40198"/>
                  </a:cubicBezTo>
                  <a:cubicBezTo>
                    <a:pt x="1218" y="40055"/>
                    <a:pt x="1289" y="39912"/>
                    <a:pt x="1361" y="39733"/>
                  </a:cubicBezTo>
                  <a:lnTo>
                    <a:pt x="1397" y="39697"/>
                  </a:lnTo>
                  <a:cubicBezTo>
                    <a:pt x="1504" y="39482"/>
                    <a:pt x="1611" y="39232"/>
                    <a:pt x="1647" y="38981"/>
                  </a:cubicBezTo>
                  <a:cubicBezTo>
                    <a:pt x="1683" y="38730"/>
                    <a:pt x="1683" y="38516"/>
                    <a:pt x="1611" y="38301"/>
                  </a:cubicBezTo>
                  <a:cubicBezTo>
                    <a:pt x="1540" y="38158"/>
                    <a:pt x="1504" y="38015"/>
                    <a:pt x="1397" y="37907"/>
                  </a:cubicBezTo>
                  <a:cubicBezTo>
                    <a:pt x="1325" y="37728"/>
                    <a:pt x="1218" y="37549"/>
                    <a:pt x="1110" y="37370"/>
                  </a:cubicBezTo>
                  <a:cubicBezTo>
                    <a:pt x="1039" y="37191"/>
                    <a:pt x="1003" y="37048"/>
                    <a:pt x="1003" y="36905"/>
                  </a:cubicBezTo>
                  <a:cubicBezTo>
                    <a:pt x="967" y="36798"/>
                    <a:pt x="967" y="36726"/>
                    <a:pt x="1003" y="36619"/>
                  </a:cubicBezTo>
                  <a:cubicBezTo>
                    <a:pt x="1003" y="36511"/>
                    <a:pt x="1039" y="36368"/>
                    <a:pt x="1074" y="36261"/>
                  </a:cubicBezTo>
                  <a:cubicBezTo>
                    <a:pt x="1182" y="36010"/>
                    <a:pt x="1361" y="35795"/>
                    <a:pt x="1540" y="35616"/>
                  </a:cubicBezTo>
                  <a:cubicBezTo>
                    <a:pt x="1576" y="35581"/>
                    <a:pt x="1647" y="35509"/>
                    <a:pt x="1719" y="35437"/>
                  </a:cubicBezTo>
                  <a:lnTo>
                    <a:pt x="1790" y="35402"/>
                  </a:lnTo>
                  <a:lnTo>
                    <a:pt x="1898" y="35294"/>
                  </a:lnTo>
                  <a:lnTo>
                    <a:pt x="2005" y="35187"/>
                  </a:lnTo>
                  <a:cubicBezTo>
                    <a:pt x="2112" y="35079"/>
                    <a:pt x="2184" y="35008"/>
                    <a:pt x="2256" y="34900"/>
                  </a:cubicBezTo>
                  <a:cubicBezTo>
                    <a:pt x="2256" y="34829"/>
                    <a:pt x="2291" y="34793"/>
                    <a:pt x="2327" y="34721"/>
                  </a:cubicBezTo>
                  <a:cubicBezTo>
                    <a:pt x="2327" y="34614"/>
                    <a:pt x="2327" y="34542"/>
                    <a:pt x="2327" y="34471"/>
                  </a:cubicBezTo>
                  <a:cubicBezTo>
                    <a:pt x="2327" y="34364"/>
                    <a:pt x="2291" y="34292"/>
                    <a:pt x="2291" y="34220"/>
                  </a:cubicBezTo>
                  <a:lnTo>
                    <a:pt x="2291" y="34185"/>
                  </a:lnTo>
                  <a:cubicBezTo>
                    <a:pt x="2256" y="34006"/>
                    <a:pt x="2220" y="33862"/>
                    <a:pt x="2184" y="33683"/>
                  </a:cubicBezTo>
                  <a:cubicBezTo>
                    <a:pt x="2148" y="33469"/>
                    <a:pt x="2148" y="33218"/>
                    <a:pt x="2184" y="32968"/>
                  </a:cubicBezTo>
                  <a:cubicBezTo>
                    <a:pt x="2220" y="32717"/>
                    <a:pt x="2291" y="32466"/>
                    <a:pt x="2399" y="32216"/>
                  </a:cubicBezTo>
                  <a:cubicBezTo>
                    <a:pt x="2470" y="32073"/>
                    <a:pt x="2542" y="31929"/>
                    <a:pt x="2649" y="31786"/>
                  </a:cubicBezTo>
                  <a:lnTo>
                    <a:pt x="2828" y="31572"/>
                  </a:lnTo>
                  <a:cubicBezTo>
                    <a:pt x="2900" y="31500"/>
                    <a:pt x="2936" y="31464"/>
                    <a:pt x="3007" y="31393"/>
                  </a:cubicBezTo>
                  <a:lnTo>
                    <a:pt x="3115" y="31285"/>
                  </a:lnTo>
                  <a:cubicBezTo>
                    <a:pt x="3365" y="31106"/>
                    <a:pt x="3580" y="30891"/>
                    <a:pt x="3759" y="30605"/>
                  </a:cubicBezTo>
                  <a:cubicBezTo>
                    <a:pt x="3795" y="30533"/>
                    <a:pt x="3831" y="30426"/>
                    <a:pt x="3866" y="30319"/>
                  </a:cubicBezTo>
                  <a:cubicBezTo>
                    <a:pt x="3866" y="30247"/>
                    <a:pt x="3902" y="30140"/>
                    <a:pt x="3902" y="30032"/>
                  </a:cubicBezTo>
                  <a:lnTo>
                    <a:pt x="3902" y="29961"/>
                  </a:lnTo>
                  <a:cubicBezTo>
                    <a:pt x="3902" y="29889"/>
                    <a:pt x="3866" y="29818"/>
                    <a:pt x="3866" y="29746"/>
                  </a:cubicBezTo>
                  <a:lnTo>
                    <a:pt x="3831" y="29639"/>
                  </a:lnTo>
                  <a:cubicBezTo>
                    <a:pt x="3795" y="29460"/>
                    <a:pt x="3723" y="29281"/>
                    <a:pt x="3723" y="29102"/>
                  </a:cubicBezTo>
                  <a:cubicBezTo>
                    <a:pt x="3687" y="28923"/>
                    <a:pt x="3687" y="28744"/>
                    <a:pt x="3723" y="28565"/>
                  </a:cubicBezTo>
                  <a:cubicBezTo>
                    <a:pt x="3759" y="28278"/>
                    <a:pt x="3831" y="28028"/>
                    <a:pt x="3938" y="27813"/>
                  </a:cubicBezTo>
                  <a:cubicBezTo>
                    <a:pt x="4010" y="27563"/>
                    <a:pt x="4153" y="27348"/>
                    <a:pt x="4296" y="27133"/>
                  </a:cubicBezTo>
                  <a:cubicBezTo>
                    <a:pt x="4403" y="27026"/>
                    <a:pt x="4511" y="26882"/>
                    <a:pt x="4618" y="26775"/>
                  </a:cubicBezTo>
                  <a:lnTo>
                    <a:pt x="4690" y="26703"/>
                  </a:lnTo>
                  <a:cubicBezTo>
                    <a:pt x="4797" y="26596"/>
                    <a:pt x="4904" y="26489"/>
                    <a:pt x="4976" y="26417"/>
                  </a:cubicBezTo>
                  <a:cubicBezTo>
                    <a:pt x="5048" y="26345"/>
                    <a:pt x="5119" y="26238"/>
                    <a:pt x="5155" y="26167"/>
                  </a:cubicBezTo>
                  <a:cubicBezTo>
                    <a:pt x="5191" y="26095"/>
                    <a:pt x="5227" y="26023"/>
                    <a:pt x="5262" y="25916"/>
                  </a:cubicBezTo>
                  <a:cubicBezTo>
                    <a:pt x="5262" y="25880"/>
                    <a:pt x="5298" y="25809"/>
                    <a:pt x="5298" y="25773"/>
                  </a:cubicBezTo>
                  <a:lnTo>
                    <a:pt x="5298" y="25701"/>
                  </a:lnTo>
                  <a:lnTo>
                    <a:pt x="5298" y="25630"/>
                  </a:lnTo>
                  <a:cubicBezTo>
                    <a:pt x="5298" y="25522"/>
                    <a:pt x="5334" y="25415"/>
                    <a:pt x="5334" y="25307"/>
                  </a:cubicBezTo>
                  <a:cubicBezTo>
                    <a:pt x="5406" y="25057"/>
                    <a:pt x="5441" y="24806"/>
                    <a:pt x="5549" y="24556"/>
                  </a:cubicBezTo>
                  <a:cubicBezTo>
                    <a:pt x="5585" y="24484"/>
                    <a:pt x="5620" y="24413"/>
                    <a:pt x="5692" y="24341"/>
                  </a:cubicBezTo>
                  <a:cubicBezTo>
                    <a:pt x="5799" y="24234"/>
                    <a:pt x="5907" y="24090"/>
                    <a:pt x="6050" y="24019"/>
                  </a:cubicBezTo>
                  <a:cubicBezTo>
                    <a:pt x="6300" y="23840"/>
                    <a:pt x="6551" y="23661"/>
                    <a:pt x="6837" y="23554"/>
                  </a:cubicBezTo>
                  <a:cubicBezTo>
                    <a:pt x="6981" y="23482"/>
                    <a:pt x="7124" y="23446"/>
                    <a:pt x="7267" y="23410"/>
                  </a:cubicBezTo>
                  <a:lnTo>
                    <a:pt x="7661" y="23410"/>
                  </a:lnTo>
                  <a:cubicBezTo>
                    <a:pt x="7625" y="23518"/>
                    <a:pt x="7589" y="23625"/>
                    <a:pt x="7553" y="23697"/>
                  </a:cubicBezTo>
                  <a:cubicBezTo>
                    <a:pt x="7482" y="23876"/>
                    <a:pt x="7410" y="24019"/>
                    <a:pt x="7339" y="24198"/>
                  </a:cubicBezTo>
                  <a:cubicBezTo>
                    <a:pt x="7267" y="24341"/>
                    <a:pt x="7160" y="24556"/>
                    <a:pt x="7088" y="24735"/>
                  </a:cubicBezTo>
                  <a:cubicBezTo>
                    <a:pt x="7016" y="24914"/>
                    <a:pt x="6945" y="25128"/>
                    <a:pt x="6909" y="25307"/>
                  </a:cubicBezTo>
                  <a:cubicBezTo>
                    <a:pt x="6837" y="25558"/>
                    <a:pt x="6837" y="25773"/>
                    <a:pt x="6837" y="26023"/>
                  </a:cubicBezTo>
                  <a:cubicBezTo>
                    <a:pt x="6873" y="26202"/>
                    <a:pt x="6981" y="26417"/>
                    <a:pt x="7124" y="26596"/>
                  </a:cubicBezTo>
                  <a:cubicBezTo>
                    <a:pt x="7231" y="26703"/>
                    <a:pt x="7374" y="26811"/>
                    <a:pt x="7518" y="26918"/>
                  </a:cubicBezTo>
                  <a:cubicBezTo>
                    <a:pt x="7553" y="26954"/>
                    <a:pt x="7625" y="26954"/>
                    <a:pt x="7696" y="26954"/>
                  </a:cubicBezTo>
                  <a:cubicBezTo>
                    <a:pt x="7875" y="26954"/>
                    <a:pt x="8054" y="26775"/>
                    <a:pt x="8019" y="26596"/>
                  </a:cubicBezTo>
                  <a:cubicBezTo>
                    <a:pt x="8019" y="26489"/>
                    <a:pt x="7983" y="26417"/>
                    <a:pt x="7947" y="26345"/>
                  </a:cubicBezTo>
                  <a:cubicBezTo>
                    <a:pt x="7840" y="26274"/>
                    <a:pt x="7732" y="26167"/>
                    <a:pt x="7661" y="26059"/>
                  </a:cubicBezTo>
                  <a:cubicBezTo>
                    <a:pt x="7625" y="26023"/>
                    <a:pt x="7589" y="25952"/>
                    <a:pt x="7553" y="25916"/>
                  </a:cubicBezTo>
                  <a:cubicBezTo>
                    <a:pt x="7553" y="25880"/>
                    <a:pt x="7518" y="25809"/>
                    <a:pt x="7518" y="25773"/>
                  </a:cubicBezTo>
                  <a:cubicBezTo>
                    <a:pt x="7518" y="25665"/>
                    <a:pt x="7518" y="25558"/>
                    <a:pt x="7518" y="25451"/>
                  </a:cubicBezTo>
                  <a:cubicBezTo>
                    <a:pt x="7553" y="25236"/>
                    <a:pt x="7625" y="25021"/>
                    <a:pt x="7732" y="24842"/>
                  </a:cubicBezTo>
                  <a:cubicBezTo>
                    <a:pt x="7804" y="24663"/>
                    <a:pt x="7875" y="24484"/>
                    <a:pt x="7947" y="24305"/>
                  </a:cubicBezTo>
                  <a:cubicBezTo>
                    <a:pt x="8054" y="24126"/>
                    <a:pt x="8090" y="24019"/>
                    <a:pt x="8126" y="23911"/>
                  </a:cubicBezTo>
                  <a:cubicBezTo>
                    <a:pt x="8198" y="23732"/>
                    <a:pt x="8233" y="23589"/>
                    <a:pt x="8233" y="23410"/>
                  </a:cubicBezTo>
                  <a:lnTo>
                    <a:pt x="8233" y="23339"/>
                  </a:lnTo>
                  <a:cubicBezTo>
                    <a:pt x="8341" y="22766"/>
                    <a:pt x="8377" y="22158"/>
                    <a:pt x="8341" y="21549"/>
                  </a:cubicBezTo>
                  <a:cubicBezTo>
                    <a:pt x="8341" y="21298"/>
                    <a:pt x="8269" y="21084"/>
                    <a:pt x="8269" y="20869"/>
                  </a:cubicBezTo>
                  <a:lnTo>
                    <a:pt x="8269" y="20833"/>
                  </a:lnTo>
                  <a:cubicBezTo>
                    <a:pt x="8233" y="20654"/>
                    <a:pt x="8233" y="20475"/>
                    <a:pt x="8233" y="20296"/>
                  </a:cubicBezTo>
                  <a:lnTo>
                    <a:pt x="8233" y="20260"/>
                  </a:lnTo>
                  <a:cubicBezTo>
                    <a:pt x="8233" y="20189"/>
                    <a:pt x="8233" y="20081"/>
                    <a:pt x="8233" y="20010"/>
                  </a:cubicBezTo>
                  <a:lnTo>
                    <a:pt x="8233" y="19938"/>
                  </a:lnTo>
                  <a:lnTo>
                    <a:pt x="8233" y="19831"/>
                  </a:lnTo>
                  <a:lnTo>
                    <a:pt x="8233" y="19795"/>
                  </a:lnTo>
                  <a:cubicBezTo>
                    <a:pt x="8233" y="19759"/>
                    <a:pt x="8233" y="19688"/>
                    <a:pt x="8233" y="19652"/>
                  </a:cubicBezTo>
                  <a:cubicBezTo>
                    <a:pt x="8233" y="19580"/>
                    <a:pt x="8233" y="19509"/>
                    <a:pt x="8233" y="19437"/>
                  </a:cubicBezTo>
                  <a:cubicBezTo>
                    <a:pt x="8162" y="19222"/>
                    <a:pt x="8090" y="19043"/>
                    <a:pt x="7947" y="18900"/>
                  </a:cubicBezTo>
                  <a:lnTo>
                    <a:pt x="7911" y="18793"/>
                  </a:lnTo>
                  <a:cubicBezTo>
                    <a:pt x="7804" y="18650"/>
                    <a:pt x="7696" y="18471"/>
                    <a:pt x="7589" y="18292"/>
                  </a:cubicBezTo>
                  <a:cubicBezTo>
                    <a:pt x="7553" y="18184"/>
                    <a:pt x="7518" y="18077"/>
                    <a:pt x="7518" y="17970"/>
                  </a:cubicBezTo>
                  <a:cubicBezTo>
                    <a:pt x="7482" y="17826"/>
                    <a:pt x="7482" y="17683"/>
                    <a:pt x="7518" y="17504"/>
                  </a:cubicBezTo>
                  <a:cubicBezTo>
                    <a:pt x="7553" y="17361"/>
                    <a:pt x="7589" y="17182"/>
                    <a:pt x="7625" y="17003"/>
                  </a:cubicBezTo>
                  <a:cubicBezTo>
                    <a:pt x="7696" y="16896"/>
                    <a:pt x="7768" y="16788"/>
                    <a:pt x="7840" y="16717"/>
                  </a:cubicBezTo>
                  <a:cubicBezTo>
                    <a:pt x="7911" y="16609"/>
                    <a:pt x="7983" y="16538"/>
                    <a:pt x="8090" y="16430"/>
                  </a:cubicBezTo>
                  <a:cubicBezTo>
                    <a:pt x="8162" y="16359"/>
                    <a:pt x="8269" y="16251"/>
                    <a:pt x="8341" y="16144"/>
                  </a:cubicBezTo>
                  <a:cubicBezTo>
                    <a:pt x="8484" y="16001"/>
                    <a:pt x="8591" y="15822"/>
                    <a:pt x="8627" y="15643"/>
                  </a:cubicBezTo>
                  <a:lnTo>
                    <a:pt x="8627" y="15464"/>
                  </a:lnTo>
                  <a:lnTo>
                    <a:pt x="8591" y="15249"/>
                  </a:lnTo>
                  <a:cubicBezTo>
                    <a:pt x="8556" y="15142"/>
                    <a:pt x="8556" y="15070"/>
                    <a:pt x="8520" y="14999"/>
                  </a:cubicBezTo>
                  <a:lnTo>
                    <a:pt x="8412" y="14748"/>
                  </a:lnTo>
                  <a:cubicBezTo>
                    <a:pt x="8341" y="14569"/>
                    <a:pt x="8305" y="14354"/>
                    <a:pt x="8269" y="14175"/>
                  </a:cubicBezTo>
                  <a:cubicBezTo>
                    <a:pt x="8233" y="13961"/>
                    <a:pt x="8233" y="13746"/>
                    <a:pt x="8269" y="13531"/>
                  </a:cubicBezTo>
                  <a:cubicBezTo>
                    <a:pt x="8269" y="13352"/>
                    <a:pt x="8341" y="13173"/>
                    <a:pt x="8412" y="12994"/>
                  </a:cubicBezTo>
                  <a:cubicBezTo>
                    <a:pt x="8520" y="12779"/>
                    <a:pt x="8663" y="12529"/>
                    <a:pt x="8806" y="12314"/>
                  </a:cubicBezTo>
                  <a:cubicBezTo>
                    <a:pt x="8949" y="12135"/>
                    <a:pt x="9128" y="11956"/>
                    <a:pt x="9307" y="11777"/>
                  </a:cubicBezTo>
                  <a:lnTo>
                    <a:pt x="9522" y="11562"/>
                  </a:lnTo>
                  <a:cubicBezTo>
                    <a:pt x="9629" y="11455"/>
                    <a:pt x="9737" y="11383"/>
                    <a:pt x="9844" y="11276"/>
                  </a:cubicBezTo>
                  <a:cubicBezTo>
                    <a:pt x="10059" y="11061"/>
                    <a:pt x="10166" y="10811"/>
                    <a:pt x="10238" y="10524"/>
                  </a:cubicBezTo>
                  <a:cubicBezTo>
                    <a:pt x="10238" y="10417"/>
                    <a:pt x="10238" y="10345"/>
                    <a:pt x="10238" y="10238"/>
                  </a:cubicBezTo>
                  <a:cubicBezTo>
                    <a:pt x="10202" y="10131"/>
                    <a:pt x="10202" y="9987"/>
                    <a:pt x="10238" y="9880"/>
                  </a:cubicBezTo>
                  <a:cubicBezTo>
                    <a:pt x="10238" y="9773"/>
                    <a:pt x="10274" y="9665"/>
                    <a:pt x="10310" y="9558"/>
                  </a:cubicBezTo>
                  <a:cubicBezTo>
                    <a:pt x="10345" y="9486"/>
                    <a:pt x="10381" y="9379"/>
                    <a:pt x="10453" y="9307"/>
                  </a:cubicBezTo>
                  <a:cubicBezTo>
                    <a:pt x="10560" y="9164"/>
                    <a:pt x="10667" y="9057"/>
                    <a:pt x="10811" y="8985"/>
                  </a:cubicBezTo>
                  <a:cubicBezTo>
                    <a:pt x="11025" y="8806"/>
                    <a:pt x="11312" y="8627"/>
                    <a:pt x="11562" y="8520"/>
                  </a:cubicBezTo>
                  <a:cubicBezTo>
                    <a:pt x="11706" y="8484"/>
                    <a:pt x="11813" y="8448"/>
                    <a:pt x="11956" y="8412"/>
                  </a:cubicBezTo>
                  <a:cubicBezTo>
                    <a:pt x="11956" y="8448"/>
                    <a:pt x="11956" y="8520"/>
                    <a:pt x="11956" y="8556"/>
                  </a:cubicBezTo>
                  <a:lnTo>
                    <a:pt x="11992" y="8699"/>
                  </a:lnTo>
                  <a:lnTo>
                    <a:pt x="11992" y="8735"/>
                  </a:lnTo>
                  <a:lnTo>
                    <a:pt x="11992" y="8770"/>
                  </a:lnTo>
                  <a:cubicBezTo>
                    <a:pt x="11992" y="8842"/>
                    <a:pt x="12028" y="8878"/>
                    <a:pt x="12028" y="8949"/>
                  </a:cubicBezTo>
                  <a:lnTo>
                    <a:pt x="12063" y="9021"/>
                  </a:lnTo>
                  <a:cubicBezTo>
                    <a:pt x="12099" y="9092"/>
                    <a:pt x="12099" y="9164"/>
                    <a:pt x="12135" y="9236"/>
                  </a:cubicBezTo>
                  <a:cubicBezTo>
                    <a:pt x="12171" y="9343"/>
                    <a:pt x="12242" y="9486"/>
                    <a:pt x="12278" y="9594"/>
                  </a:cubicBezTo>
                  <a:cubicBezTo>
                    <a:pt x="12171" y="9701"/>
                    <a:pt x="12063" y="9808"/>
                    <a:pt x="11956" y="9880"/>
                  </a:cubicBezTo>
                  <a:lnTo>
                    <a:pt x="11920" y="9952"/>
                  </a:lnTo>
                  <a:cubicBezTo>
                    <a:pt x="11598" y="10274"/>
                    <a:pt x="11348" y="10632"/>
                    <a:pt x="11169" y="11097"/>
                  </a:cubicBezTo>
                  <a:cubicBezTo>
                    <a:pt x="11097" y="11312"/>
                    <a:pt x="11061" y="11526"/>
                    <a:pt x="11025" y="11777"/>
                  </a:cubicBezTo>
                  <a:cubicBezTo>
                    <a:pt x="11025" y="12028"/>
                    <a:pt x="11025" y="12242"/>
                    <a:pt x="11097" y="12493"/>
                  </a:cubicBezTo>
                  <a:cubicBezTo>
                    <a:pt x="11169" y="12708"/>
                    <a:pt x="11240" y="12922"/>
                    <a:pt x="11348" y="13137"/>
                  </a:cubicBezTo>
                  <a:cubicBezTo>
                    <a:pt x="11527" y="13424"/>
                    <a:pt x="11777" y="13674"/>
                    <a:pt x="12099" y="13782"/>
                  </a:cubicBezTo>
                  <a:cubicBezTo>
                    <a:pt x="12171" y="13817"/>
                    <a:pt x="12242" y="13853"/>
                    <a:pt x="12314" y="13853"/>
                  </a:cubicBezTo>
                  <a:cubicBezTo>
                    <a:pt x="12457" y="13853"/>
                    <a:pt x="12600" y="13782"/>
                    <a:pt x="12672" y="13638"/>
                  </a:cubicBezTo>
                  <a:cubicBezTo>
                    <a:pt x="12744" y="13531"/>
                    <a:pt x="12744" y="13424"/>
                    <a:pt x="12708" y="13316"/>
                  </a:cubicBezTo>
                  <a:cubicBezTo>
                    <a:pt x="12672" y="13209"/>
                    <a:pt x="12600" y="13101"/>
                    <a:pt x="12529" y="13066"/>
                  </a:cubicBezTo>
                  <a:cubicBezTo>
                    <a:pt x="12421" y="12994"/>
                    <a:pt x="12350" y="12958"/>
                    <a:pt x="12242" y="12887"/>
                  </a:cubicBezTo>
                  <a:cubicBezTo>
                    <a:pt x="12207" y="12851"/>
                    <a:pt x="12135" y="12815"/>
                    <a:pt x="12099" y="12744"/>
                  </a:cubicBezTo>
                  <a:cubicBezTo>
                    <a:pt x="12028" y="12636"/>
                    <a:pt x="11992" y="12529"/>
                    <a:pt x="11920" y="12421"/>
                  </a:cubicBezTo>
                  <a:cubicBezTo>
                    <a:pt x="11849" y="12278"/>
                    <a:pt x="11813" y="12135"/>
                    <a:pt x="11777" y="11992"/>
                  </a:cubicBezTo>
                  <a:cubicBezTo>
                    <a:pt x="11777" y="11849"/>
                    <a:pt x="11777" y="11705"/>
                    <a:pt x="11777" y="11562"/>
                  </a:cubicBezTo>
                  <a:cubicBezTo>
                    <a:pt x="11884" y="11169"/>
                    <a:pt x="12099" y="10811"/>
                    <a:pt x="12386" y="10560"/>
                  </a:cubicBezTo>
                  <a:cubicBezTo>
                    <a:pt x="12421" y="10488"/>
                    <a:pt x="12457" y="10417"/>
                    <a:pt x="12529" y="10381"/>
                  </a:cubicBezTo>
                  <a:lnTo>
                    <a:pt x="12636" y="10274"/>
                  </a:lnTo>
                  <a:lnTo>
                    <a:pt x="12744" y="10166"/>
                  </a:lnTo>
                  <a:cubicBezTo>
                    <a:pt x="12851" y="10059"/>
                    <a:pt x="12887" y="9987"/>
                    <a:pt x="12958" y="9916"/>
                  </a:cubicBezTo>
                  <a:cubicBezTo>
                    <a:pt x="12994" y="9880"/>
                    <a:pt x="12994" y="9808"/>
                    <a:pt x="13030" y="9773"/>
                  </a:cubicBezTo>
                  <a:cubicBezTo>
                    <a:pt x="13066" y="9701"/>
                    <a:pt x="13066" y="9629"/>
                    <a:pt x="13066" y="9558"/>
                  </a:cubicBezTo>
                  <a:cubicBezTo>
                    <a:pt x="13066" y="9486"/>
                    <a:pt x="13066" y="9379"/>
                    <a:pt x="13030" y="9307"/>
                  </a:cubicBezTo>
                  <a:lnTo>
                    <a:pt x="13030" y="9200"/>
                  </a:lnTo>
                  <a:lnTo>
                    <a:pt x="13030" y="9128"/>
                  </a:lnTo>
                  <a:lnTo>
                    <a:pt x="13030" y="9057"/>
                  </a:lnTo>
                  <a:lnTo>
                    <a:pt x="13030" y="8985"/>
                  </a:lnTo>
                  <a:cubicBezTo>
                    <a:pt x="13030" y="8842"/>
                    <a:pt x="12994" y="8699"/>
                    <a:pt x="12994" y="8556"/>
                  </a:cubicBezTo>
                  <a:cubicBezTo>
                    <a:pt x="12958" y="8198"/>
                    <a:pt x="12958" y="7804"/>
                    <a:pt x="12994" y="7446"/>
                  </a:cubicBezTo>
                  <a:cubicBezTo>
                    <a:pt x="12994" y="7339"/>
                    <a:pt x="13030" y="7195"/>
                    <a:pt x="13066" y="7052"/>
                  </a:cubicBezTo>
                  <a:cubicBezTo>
                    <a:pt x="13102" y="6909"/>
                    <a:pt x="13137" y="6802"/>
                    <a:pt x="13209" y="6658"/>
                  </a:cubicBezTo>
                  <a:cubicBezTo>
                    <a:pt x="13280" y="6479"/>
                    <a:pt x="13388" y="6300"/>
                    <a:pt x="13495" y="6121"/>
                  </a:cubicBezTo>
                  <a:cubicBezTo>
                    <a:pt x="13603" y="5978"/>
                    <a:pt x="13710" y="5871"/>
                    <a:pt x="13817" y="5764"/>
                  </a:cubicBezTo>
                  <a:lnTo>
                    <a:pt x="14032" y="5620"/>
                  </a:lnTo>
                  <a:lnTo>
                    <a:pt x="14068" y="5549"/>
                  </a:lnTo>
                  <a:lnTo>
                    <a:pt x="14140" y="5513"/>
                  </a:lnTo>
                  <a:cubicBezTo>
                    <a:pt x="14283" y="5406"/>
                    <a:pt x="14390" y="5298"/>
                    <a:pt x="14498" y="5191"/>
                  </a:cubicBezTo>
                  <a:cubicBezTo>
                    <a:pt x="14569" y="5083"/>
                    <a:pt x="14605" y="5012"/>
                    <a:pt x="14676" y="4940"/>
                  </a:cubicBezTo>
                  <a:cubicBezTo>
                    <a:pt x="14676" y="4869"/>
                    <a:pt x="14712" y="4833"/>
                    <a:pt x="14748" y="4797"/>
                  </a:cubicBezTo>
                  <a:cubicBezTo>
                    <a:pt x="14748" y="4726"/>
                    <a:pt x="14784" y="4654"/>
                    <a:pt x="14784" y="4618"/>
                  </a:cubicBezTo>
                  <a:cubicBezTo>
                    <a:pt x="14784" y="4511"/>
                    <a:pt x="14784" y="4439"/>
                    <a:pt x="14784" y="4368"/>
                  </a:cubicBezTo>
                  <a:cubicBezTo>
                    <a:pt x="14784" y="4332"/>
                    <a:pt x="14784" y="4296"/>
                    <a:pt x="14784" y="4260"/>
                  </a:cubicBezTo>
                  <a:cubicBezTo>
                    <a:pt x="14784" y="4260"/>
                    <a:pt x="14748" y="4224"/>
                    <a:pt x="14748" y="4189"/>
                  </a:cubicBezTo>
                  <a:lnTo>
                    <a:pt x="14748" y="4153"/>
                  </a:lnTo>
                  <a:cubicBezTo>
                    <a:pt x="14748" y="4117"/>
                    <a:pt x="14712" y="4081"/>
                    <a:pt x="14712" y="4045"/>
                  </a:cubicBezTo>
                  <a:lnTo>
                    <a:pt x="14712" y="3938"/>
                  </a:lnTo>
                  <a:lnTo>
                    <a:pt x="14712" y="3831"/>
                  </a:lnTo>
                  <a:cubicBezTo>
                    <a:pt x="14712" y="3616"/>
                    <a:pt x="14712" y="3365"/>
                    <a:pt x="14712" y="3151"/>
                  </a:cubicBezTo>
                  <a:cubicBezTo>
                    <a:pt x="14748" y="3007"/>
                    <a:pt x="14784" y="2864"/>
                    <a:pt x="14820" y="2721"/>
                  </a:cubicBezTo>
                  <a:cubicBezTo>
                    <a:pt x="14927" y="2542"/>
                    <a:pt x="15034" y="2363"/>
                    <a:pt x="15142" y="2184"/>
                  </a:cubicBezTo>
                  <a:cubicBezTo>
                    <a:pt x="15357" y="1969"/>
                    <a:pt x="15571" y="1719"/>
                    <a:pt x="15822" y="1540"/>
                  </a:cubicBezTo>
                  <a:cubicBezTo>
                    <a:pt x="16216" y="1218"/>
                    <a:pt x="16681" y="1003"/>
                    <a:pt x="17182" y="860"/>
                  </a:cubicBezTo>
                  <a:cubicBezTo>
                    <a:pt x="17397" y="824"/>
                    <a:pt x="17612" y="788"/>
                    <a:pt x="17826" y="752"/>
                  </a:cubicBezTo>
                  <a:lnTo>
                    <a:pt x="18256" y="681"/>
                  </a:lnTo>
                  <a:close/>
                  <a:moveTo>
                    <a:pt x="18149" y="1"/>
                  </a:moveTo>
                  <a:cubicBezTo>
                    <a:pt x="18005" y="1"/>
                    <a:pt x="17826" y="1"/>
                    <a:pt x="17683" y="36"/>
                  </a:cubicBezTo>
                  <a:cubicBezTo>
                    <a:pt x="17468" y="72"/>
                    <a:pt x="17289" y="108"/>
                    <a:pt x="17075" y="144"/>
                  </a:cubicBezTo>
                  <a:cubicBezTo>
                    <a:pt x="16824" y="215"/>
                    <a:pt x="16609" y="287"/>
                    <a:pt x="16395" y="394"/>
                  </a:cubicBezTo>
                  <a:cubicBezTo>
                    <a:pt x="16216" y="466"/>
                    <a:pt x="16072" y="573"/>
                    <a:pt x="15965" y="645"/>
                  </a:cubicBezTo>
                  <a:cubicBezTo>
                    <a:pt x="15786" y="752"/>
                    <a:pt x="15643" y="860"/>
                    <a:pt x="15500" y="1003"/>
                  </a:cubicBezTo>
                  <a:lnTo>
                    <a:pt x="15464" y="1039"/>
                  </a:lnTo>
                  <a:cubicBezTo>
                    <a:pt x="15357" y="1146"/>
                    <a:pt x="15249" y="1253"/>
                    <a:pt x="15142" y="1361"/>
                  </a:cubicBezTo>
                  <a:cubicBezTo>
                    <a:pt x="15034" y="1504"/>
                    <a:pt x="14927" y="1647"/>
                    <a:pt x="14784" y="1790"/>
                  </a:cubicBezTo>
                  <a:cubicBezTo>
                    <a:pt x="14676" y="1969"/>
                    <a:pt x="14533" y="2112"/>
                    <a:pt x="14426" y="2291"/>
                  </a:cubicBezTo>
                  <a:cubicBezTo>
                    <a:pt x="14247" y="2578"/>
                    <a:pt x="14104" y="2936"/>
                    <a:pt x="14068" y="3294"/>
                  </a:cubicBezTo>
                  <a:cubicBezTo>
                    <a:pt x="14032" y="3437"/>
                    <a:pt x="14032" y="3616"/>
                    <a:pt x="13996" y="3795"/>
                  </a:cubicBezTo>
                  <a:cubicBezTo>
                    <a:pt x="13996" y="3902"/>
                    <a:pt x="13996" y="4010"/>
                    <a:pt x="13961" y="4117"/>
                  </a:cubicBezTo>
                  <a:lnTo>
                    <a:pt x="13961" y="4153"/>
                  </a:lnTo>
                  <a:cubicBezTo>
                    <a:pt x="13961" y="4189"/>
                    <a:pt x="13996" y="4189"/>
                    <a:pt x="13996" y="4224"/>
                  </a:cubicBezTo>
                  <a:lnTo>
                    <a:pt x="13996" y="4439"/>
                  </a:lnTo>
                  <a:cubicBezTo>
                    <a:pt x="13961" y="4511"/>
                    <a:pt x="13925" y="4547"/>
                    <a:pt x="13853" y="4582"/>
                  </a:cubicBezTo>
                  <a:lnTo>
                    <a:pt x="13603" y="4761"/>
                  </a:lnTo>
                  <a:lnTo>
                    <a:pt x="13531" y="4833"/>
                  </a:lnTo>
                  <a:cubicBezTo>
                    <a:pt x="13316" y="4940"/>
                    <a:pt x="13137" y="5083"/>
                    <a:pt x="12958" y="5262"/>
                  </a:cubicBezTo>
                  <a:cubicBezTo>
                    <a:pt x="12851" y="5370"/>
                    <a:pt x="12744" y="5513"/>
                    <a:pt x="12636" y="5656"/>
                  </a:cubicBezTo>
                  <a:cubicBezTo>
                    <a:pt x="12529" y="5764"/>
                    <a:pt x="12457" y="5907"/>
                    <a:pt x="12386" y="6050"/>
                  </a:cubicBezTo>
                  <a:cubicBezTo>
                    <a:pt x="12314" y="6193"/>
                    <a:pt x="12242" y="6372"/>
                    <a:pt x="12171" y="6551"/>
                  </a:cubicBezTo>
                  <a:cubicBezTo>
                    <a:pt x="12099" y="6694"/>
                    <a:pt x="12063" y="6873"/>
                    <a:pt x="12063" y="7052"/>
                  </a:cubicBezTo>
                  <a:cubicBezTo>
                    <a:pt x="12028" y="7231"/>
                    <a:pt x="12028" y="7410"/>
                    <a:pt x="11992" y="7589"/>
                  </a:cubicBezTo>
                  <a:lnTo>
                    <a:pt x="11992" y="7911"/>
                  </a:lnTo>
                  <a:lnTo>
                    <a:pt x="11884" y="7947"/>
                  </a:lnTo>
                  <a:cubicBezTo>
                    <a:pt x="11777" y="7983"/>
                    <a:pt x="11706" y="7983"/>
                    <a:pt x="11598" y="8019"/>
                  </a:cubicBezTo>
                  <a:cubicBezTo>
                    <a:pt x="11240" y="8162"/>
                    <a:pt x="10918" y="8341"/>
                    <a:pt x="10596" y="8591"/>
                  </a:cubicBezTo>
                  <a:cubicBezTo>
                    <a:pt x="10310" y="8806"/>
                    <a:pt x="10059" y="9092"/>
                    <a:pt x="9916" y="9415"/>
                  </a:cubicBezTo>
                  <a:cubicBezTo>
                    <a:pt x="9808" y="9594"/>
                    <a:pt x="9773" y="9773"/>
                    <a:pt x="9737" y="9987"/>
                  </a:cubicBezTo>
                  <a:lnTo>
                    <a:pt x="9737" y="10274"/>
                  </a:lnTo>
                  <a:lnTo>
                    <a:pt x="9737" y="10417"/>
                  </a:lnTo>
                  <a:lnTo>
                    <a:pt x="9701" y="10524"/>
                  </a:lnTo>
                  <a:cubicBezTo>
                    <a:pt x="9701" y="10560"/>
                    <a:pt x="9665" y="10596"/>
                    <a:pt x="9629" y="10632"/>
                  </a:cubicBezTo>
                  <a:cubicBezTo>
                    <a:pt x="9558" y="10739"/>
                    <a:pt x="9450" y="10811"/>
                    <a:pt x="9379" y="10882"/>
                  </a:cubicBezTo>
                  <a:cubicBezTo>
                    <a:pt x="9164" y="11025"/>
                    <a:pt x="9021" y="11169"/>
                    <a:pt x="8842" y="11276"/>
                  </a:cubicBezTo>
                  <a:cubicBezTo>
                    <a:pt x="8663" y="11455"/>
                    <a:pt x="8484" y="11634"/>
                    <a:pt x="8305" y="11813"/>
                  </a:cubicBezTo>
                  <a:cubicBezTo>
                    <a:pt x="8126" y="11992"/>
                    <a:pt x="7947" y="12135"/>
                    <a:pt x="7804" y="12350"/>
                  </a:cubicBezTo>
                  <a:cubicBezTo>
                    <a:pt x="7625" y="12565"/>
                    <a:pt x="7518" y="12851"/>
                    <a:pt x="7410" y="13101"/>
                  </a:cubicBezTo>
                  <a:cubicBezTo>
                    <a:pt x="7339" y="13352"/>
                    <a:pt x="7303" y="13638"/>
                    <a:pt x="7267" y="13925"/>
                  </a:cubicBezTo>
                  <a:cubicBezTo>
                    <a:pt x="7267" y="14175"/>
                    <a:pt x="7267" y="14426"/>
                    <a:pt x="7303" y="14712"/>
                  </a:cubicBezTo>
                  <a:cubicBezTo>
                    <a:pt x="7339" y="14855"/>
                    <a:pt x="7374" y="14999"/>
                    <a:pt x="7410" y="15142"/>
                  </a:cubicBezTo>
                  <a:lnTo>
                    <a:pt x="7446" y="15321"/>
                  </a:lnTo>
                  <a:lnTo>
                    <a:pt x="7303" y="15464"/>
                  </a:lnTo>
                  <a:cubicBezTo>
                    <a:pt x="7231" y="15500"/>
                    <a:pt x="7195" y="15571"/>
                    <a:pt x="7160" y="15607"/>
                  </a:cubicBezTo>
                  <a:cubicBezTo>
                    <a:pt x="6981" y="15786"/>
                    <a:pt x="6837" y="15965"/>
                    <a:pt x="6694" y="16180"/>
                  </a:cubicBezTo>
                  <a:cubicBezTo>
                    <a:pt x="6551" y="16395"/>
                    <a:pt x="6479" y="16609"/>
                    <a:pt x="6408" y="16860"/>
                  </a:cubicBezTo>
                  <a:cubicBezTo>
                    <a:pt x="6336" y="17110"/>
                    <a:pt x="6300" y="17397"/>
                    <a:pt x="6300" y="17683"/>
                  </a:cubicBezTo>
                  <a:cubicBezTo>
                    <a:pt x="6300" y="17898"/>
                    <a:pt x="6336" y="18149"/>
                    <a:pt x="6444" y="18363"/>
                  </a:cubicBezTo>
                  <a:cubicBezTo>
                    <a:pt x="6479" y="18506"/>
                    <a:pt x="6515" y="18614"/>
                    <a:pt x="6587" y="18721"/>
                  </a:cubicBezTo>
                  <a:cubicBezTo>
                    <a:pt x="6623" y="18829"/>
                    <a:pt x="6694" y="18936"/>
                    <a:pt x="6766" y="19043"/>
                  </a:cubicBezTo>
                  <a:cubicBezTo>
                    <a:pt x="6909" y="19222"/>
                    <a:pt x="7016" y="19366"/>
                    <a:pt x="7195" y="19509"/>
                  </a:cubicBezTo>
                  <a:lnTo>
                    <a:pt x="7303" y="19580"/>
                  </a:lnTo>
                  <a:cubicBezTo>
                    <a:pt x="7339" y="19652"/>
                    <a:pt x="7410" y="19688"/>
                    <a:pt x="7482" y="19759"/>
                  </a:cubicBezTo>
                  <a:cubicBezTo>
                    <a:pt x="7482" y="19831"/>
                    <a:pt x="7518" y="19938"/>
                    <a:pt x="7518" y="20046"/>
                  </a:cubicBezTo>
                  <a:cubicBezTo>
                    <a:pt x="7553" y="20296"/>
                    <a:pt x="7589" y="20511"/>
                    <a:pt x="7661" y="20762"/>
                  </a:cubicBezTo>
                  <a:lnTo>
                    <a:pt x="7661" y="20833"/>
                  </a:lnTo>
                  <a:cubicBezTo>
                    <a:pt x="7696" y="21084"/>
                    <a:pt x="7732" y="21334"/>
                    <a:pt x="7768" y="21585"/>
                  </a:cubicBezTo>
                  <a:cubicBezTo>
                    <a:pt x="7804" y="21907"/>
                    <a:pt x="7804" y="22229"/>
                    <a:pt x="7768" y="22551"/>
                  </a:cubicBezTo>
                  <a:lnTo>
                    <a:pt x="7768" y="22659"/>
                  </a:lnTo>
                  <a:cubicBezTo>
                    <a:pt x="7661" y="22623"/>
                    <a:pt x="7518" y="22623"/>
                    <a:pt x="7410" y="22623"/>
                  </a:cubicBezTo>
                  <a:lnTo>
                    <a:pt x="7124" y="22623"/>
                  </a:lnTo>
                  <a:cubicBezTo>
                    <a:pt x="6873" y="22659"/>
                    <a:pt x="6623" y="22730"/>
                    <a:pt x="6408" y="22873"/>
                  </a:cubicBezTo>
                  <a:cubicBezTo>
                    <a:pt x="6157" y="22945"/>
                    <a:pt x="5943" y="23088"/>
                    <a:pt x="5728" y="23231"/>
                  </a:cubicBezTo>
                  <a:cubicBezTo>
                    <a:pt x="5513" y="23375"/>
                    <a:pt x="5298" y="23589"/>
                    <a:pt x="5119" y="23840"/>
                  </a:cubicBezTo>
                  <a:cubicBezTo>
                    <a:pt x="4833" y="24198"/>
                    <a:pt x="4654" y="24627"/>
                    <a:pt x="4582" y="25093"/>
                  </a:cubicBezTo>
                  <a:lnTo>
                    <a:pt x="4547" y="25343"/>
                  </a:lnTo>
                  <a:lnTo>
                    <a:pt x="4547" y="25486"/>
                  </a:lnTo>
                  <a:cubicBezTo>
                    <a:pt x="4511" y="25522"/>
                    <a:pt x="4511" y="25594"/>
                    <a:pt x="4475" y="25665"/>
                  </a:cubicBezTo>
                  <a:cubicBezTo>
                    <a:pt x="4475" y="25701"/>
                    <a:pt x="4475" y="25737"/>
                    <a:pt x="4439" y="25737"/>
                  </a:cubicBezTo>
                  <a:cubicBezTo>
                    <a:pt x="4368" y="25844"/>
                    <a:pt x="4260" y="25952"/>
                    <a:pt x="4153" y="26023"/>
                  </a:cubicBezTo>
                  <a:lnTo>
                    <a:pt x="4117" y="26059"/>
                  </a:lnTo>
                  <a:cubicBezTo>
                    <a:pt x="3938" y="26202"/>
                    <a:pt x="3795" y="26345"/>
                    <a:pt x="3652" y="26489"/>
                  </a:cubicBezTo>
                  <a:cubicBezTo>
                    <a:pt x="3365" y="26811"/>
                    <a:pt x="3115" y="27169"/>
                    <a:pt x="2972" y="27598"/>
                  </a:cubicBezTo>
                  <a:cubicBezTo>
                    <a:pt x="2864" y="27813"/>
                    <a:pt x="2757" y="28028"/>
                    <a:pt x="2721" y="28278"/>
                  </a:cubicBezTo>
                  <a:cubicBezTo>
                    <a:pt x="2649" y="28493"/>
                    <a:pt x="2614" y="28744"/>
                    <a:pt x="2614" y="28994"/>
                  </a:cubicBezTo>
                  <a:cubicBezTo>
                    <a:pt x="2614" y="29281"/>
                    <a:pt x="2614" y="29531"/>
                    <a:pt x="2685" y="29818"/>
                  </a:cubicBezTo>
                  <a:lnTo>
                    <a:pt x="2685" y="29889"/>
                  </a:lnTo>
                  <a:cubicBezTo>
                    <a:pt x="2685" y="29925"/>
                    <a:pt x="2685" y="29961"/>
                    <a:pt x="2685" y="29997"/>
                  </a:cubicBezTo>
                  <a:lnTo>
                    <a:pt x="2685" y="30032"/>
                  </a:lnTo>
                  <a:cubicBezTo>
                    <a:pt x="2649" y="30068"/>
                    <a:pt x="2614" y="30140"/>
                    <a:pt x="2614" y="30176"/>
                  </a:cubicBezTo>
                  <a:cubicBezTo>
                    <a:pt x="2506" y="30283"/>
                    <a:pt x="2399" y="30390"/>
                    <a:pt x="2291" y="30498"/>
                  </a:cubicBezTo>
                  <a:lnTo>
                    <a:pt x="2220" y="30533"/>
                  </a:lnTo>
                  <a:cubicBezTo>
                    <a:pt x="2077" y="30712"/>
                    <a:pt x="1934" y="30891"/>
                    <a:pt x="1790" y="31070"/>
                  </a:cubicBezTo>
                  <a:cubicBezTo>
                    <a:pt x="1504" y="31428"/>
                    <a:pt x="1325" y="31858"/>
                    <a:pt x="1218" y="32323"/>
                  </a:cubicBezTo>
                  <a:cubicBezTo>
                    <a:pt x="1182" y="32574"/>
                    <a:pt x="1146" y="32824"/>
                    <a:pt x="1146" y="33075"/>
                  </a:cubicBezTo>
                  <a:cubicBezTo>
                    <a:pt x="1146" y="33325"/>
                    <a:pt x="1146" y="33540"/>
                    <a:pt x="1182" y="33791"/>
                  </a:cubicBezTo>
                  <a:cubicBezTo>
                    <a:pt x="1253" y="34006"/>
                    <a:pt x="1325" y="34256"/>
                    <a:pt x="1397" y="34471"/>
                  </a:cubicBezTo>
                  <a:cubicBezTo>
                    <a:pt x="1397" y="34471"/>
                    <a:pt x="1397" y="34507"/>
                    <a:pt x="1432" y="34507"/>
                  </a:cubicBezTo>
                  <a:lnTo>
                    <a:pt x="1218" y="34686"/>
                  </a:lnTo>
                  <a:lnTo>
                    <a:pt x="1146" y="34757"/>
                  </a:lnTo>
                  <a:cubicBezTo>
                    <a:pt x="1003" y="34900"/>
                    <a:pt x="824" y="35044"/>
                    <a:pt x="681" y="35223"/>
                  </a:cubicBezTo>
                  <a:cubicBezTo>
                    <a:pt x="538" y="35402"/>
                    <a:pt x="394" y="35581"/>
                    <a:pt x="287" y="35795"/>
                  </a:cubicBezTo>
                  <a:cubicBezTo>
                    <a:pt x="215" y="35938"/>
                    <a:pt x="180" y="36046"/>
                    <a:pt x="108" y="36189"/>
                  </a:cubicBezTo>
                  <a:cubicBezTo>
                    <a:pt x="72" y="36296"/>
                    <a:pt x="36" y="36404"/>
                    <a:pt x="36" y="36547"/>
                  </a:cubicBezTo>
                  <a:cubicBezTo>
                    <a:pt x="1" y="36654"/>
                    <a:pt x="1" y="36762"/>
                    <a:pt x="1" y="36869"/>
                  </a:cubicBezTo>
                  <a:cubicBezTo>
                    <a:pt x="1" y="37012"/>
                    <a:pt x="1" y="37120"/>
                    <a:pt x="36" y="37263"/>
                  </a:cubicBezTo>
                  <a:lnTo>
                    <a:pt x="36" y="37299"/>
                  </a:lnTo>
                  <a:cubicBezTo>
                    <a:pt x="72" y="37513"/>
                    <a:pt x="144" y="37728"/>
                    <a:pt x="215" y="37943"/>
                  </a:cubicBezTo>
                  <a:cubicBezTo>
                    <a:pt x="287" y="38122"/>
                    <a:pt x="359" y="38265"/>
                    <a:pt x="466" y="38444"/>
                  </a:cubicBezTo>
                  <a:lnTo>
                    <a:pt x="538" y="38551"/>
                  </a:lnTo>
                  <a:cubicBezTo>
                    <a:pt x="573" y="38623"/>
                    <a:pt x="609" y="38695"/>
                    <a:pt x="645" y="38766"/>
                  </a:cubicBezTo>
                  <a:cubicBezTo>
                    <a:pt x="645" y="38802"/>
                    <a:pt x="645" y="38838"/>
                    <a:pt x="645" y="38874"/>
                  </a:cubicBezTo>
                  <a:cubicBezTo>
                    <a:pt x="609" y="39124"/>
                    <a:pt x="538" y="39339"/>
                    <a:pt x="430" y="39590"/>
                  </a:cubicBezTo>
                  <a:lnTo>
                    <a:pt x="394" y="39625"/>
                  </a:lnTo>
                  <a:cubicBezTo>
                    <a:pt x="180" y="40162"/>
                    <a:pt x="108" y="40699"/>
                    <a:pt x="108" y="41272"/>
                  </a:cubicBezTo>
                  <a:cubicBezTo>
                    <a:pt x="180" y="41773"/>
                    <a:pt x="323" y="42274"/>
                    <a:pt x="573" y="42739"/>
                  </a:cubicBezTo>
                  <a:lnTo>
                    <a:pt x="609" y="42811"/>
                  </a:lnTo>
                  <a:lnTo>
                    <a:pt x="681" y="42990"/>
                  </a:lnTo>
                  <a:lnTo>
                    <a:pt x="752" y="43097"/>
                  </a:lnTo>
                  <a:lnTo>
                    <a:pt x="895" y="43348"/>
                  </a:lnTo>
                  <a:lnTo>
                    <a:pt x="895" y="43384"/>
                  </a:lnTo>
                  <a:cubicBezTo>
                    <a:pt x="895" y="43420"/>
                    <a:pt x="895" y="43455"/>
                    <a:pt x="895" y="43527"/>
                  </a:cubicBezTo>
                  <a:cubicBezTo>
                    <a:pt x="895" y="43563"/>
                    <a:pt x="860" y="43634"/>
                    <a:pt x="824" y="43706"/>
                  </a:cubicBezTo>
                  <a:cubicBezTo>
                    <a:pt x="824" y="43742"/>
                    <a:pt x="824" y="43742"/>
                    <a:pt x="824" y="43778"/>
                  </a:cubicBezTo>
                  <a:cubicBezTo>
                    <a:pt x="824" y="43849"/>
                    <a:pt x="788" y="43921"/>
                    <a:pt x="788" y="43992"/>
                  </a:cubicBezTo>
                  <a:cubicBezTo>
                    <a:pt x="788" y="44100"/>
                    <a:pt x="824" y="44243"/>
                    <a:pt x="860" y="44350"/>
                  </a:cubicBezTo>
                  <a:cubicBezTo>
                    <a:pt x="931" y="44493"/>
                    <a:pt x="967" y="44601"/>
                    <a:pt x="1039" y="44708"/>
                  </a:cubicBezTo>
                  <a:cubicBezTo>
                    <a:pt x="1432" y="45174"/>
                    <a:pt x="1934" y="45496"/>
                    <a:pt x="2542" y="45603"/>
                  </a:cubicBezTo>
                  <a:cubicBezTo>
                    <a:pt x="2793" y="45675"/>
                    <a:pt x="3043" y="45710"/>
                    <a:pt x="3330" y="45710"/>
                  </a:cubicBezTo>
                  <a:cubicBezTo>
                    <a:pt x="3652" y="45710"/>
                    <a:pt x="3974" y="45639"/>
                    <a:pt x="4296" y="45567"/>
                  </a:cubicBezTo>
                  <a:cubicBezTo>
                    <a:pt x="4439" y="45531"/>
                    <a:pt x="4582" y="45460"/>
                    <a:pt x="4726" y="45388"/>
                  </a:cubicBezTo>
                  <a:cubicBezTo>
                    <a:pt x="4869" y="45352"/>
                    <a:pt x="5012" y="45281"/>
                    <a:pt x="5119" y="45174"/>
                  </a:cubicBezTo>
                  <a:cubicBezTo>
                    <a:pt x="5227" y="45102"/>
                    <a:pt x="5334" y="44995"/>
                    <a:pt x="5441" y="44923"/>
                  </a:cubicBezTo>
                  <a:lnTo>
                    <a:pt x="5513" y="44816"/>
                  </a:lnTo>
                  <a:cubicBezTo>
                    <a:pt x="5585" y="44780"/>
                    <a:pt x="5620" y="44708"/>
                    <a:pt x="5692" y="44672"/>
                  </a:cubicBezTo>
                  <a:cubicBezTo>
                    <a:pt x="5728" y="44637"/>
                    <a:pt x="5764" y="44601"/>
                    <a:pt x="5799" y="44601"/>
                  </a:cubicBezTo>
                  <a:cubicBezTo>
                    <a:pt x="5943" y="44529"/>
                    <a:pt x="6086" y="44493"/>
                    <a:pt x="6229" y="44458"/>
                  </a:cubicBezTo>
                  <a:lnTo>
                    <a:pt x="6444" y="44422"/>
                  </a:lnTo>
                  <a:cubicBezTo>
                    <a:pt x="6694" y="44350"/>
                    <a:pt x="6981" y="44243"/>
                    <a:pt x="7195" y="44100"/>
                  </a:cubicBezTo>
                  <a:cubicBezTo>
                    <a:pt x="7446" y="43992"/>
                    <a:pt x="7661" y="43849"/>
                    <a:pt x="7875" y="43670"/>
                  </a:cubicBezTo>
                  <a:cubicBezTo>
                    <a:pt x="8054" y="43491"/>
                    <a:pt x="8233" y="43276"/>
                    <a:pt x="8377" y="43026"/>
                  </a:cubicBezTo>
                  <a:cubicBezTo>
                    <a:pt x="8448" y="42954"/>
                    <a:pt x="8484" y="42847"/>
                    <a:pt x="8556" y="42739"/>
                  </a:cubicBezTo>
                  <a:cubicBezTo>
                    <a:pt x="8591" y="42596"/>
                    <a:pt x="8663" y="42453"/>
                    <a:pt x="8699" y="42346"/>
                  </a:cubicBezTo>
                  <a:cubicBezTo>
                    <a:pt x="8735" y="42238"/>
                    <a:pt x="8770" y="42131"/>
                    <a:pt x="8770" y="42024"/>
                  </a:cubicBezTo>
                  <a:lnTo>
                    <a:pt x="8878" y="42024"/>
                  </a:lnTo>
                  <a:cubicBezTo>
                    <a:pt x="9057" y="42024"/>
                    <a:pt x="9200" y="42024"/>
                    <a:pt x="9379" y="41988"/>
                  </a:cubicBezTo>
                  <a:cubicBezTo>
                    <a:pt x="9558" y="41952"/>
                    <a:pt x="9773" y="41880"/>
                    <a:pt x="9952" y="41809"/>
                  </a:cubicBezTo>
                  <a:cubicBezTo>
                    <a:pt x="10131" y="41701"/>
                    <a:pt x="10310" y="41630"/>
                    <a:pt x="10453" y="41487"/>
                  </a:cubicBezTo>
                  <a:cubicBezTo>
                    <a:pt x="10596" y="41379"/>
                    <a:pt x="10739" y="41236"/>
                    <a:pt x="10846" y="41093"/>
                  </a:cubicBezTo>
                  <a:cubicBezTo>
                    <a:pt x="10954" y="40986"/>
                    <a:pt x="11061" y="40878"/>
                    <a:pt x="11133" y="40735"/>
                  </a:cubicBezTo>
                  <a:lnTo>
                    <a:pt x="11240" y="40520"/>
                  </a:lnTo>
                  <a:lnTo>
                    <a:pt x="11383" y="40305"/>
                  </a:lnTo>
                  <a:cubicBezTo>
                    <a:pt x="11455" y="40270"/>
                    <a:pt x="11527" y="40234"/>
                    <a:pt x="11598" y="40198"/>
                  </a:cubicBezTo>
                  <a:lnTo>
                    <a:pt x="11706" y="40126"/>
                  </a:lnTo>
                  <a:cubicBezTo>
                    <a:pt x="11813" y="40055"/>
                    <a:pt x="11956" y="40019"/>
                    <a:pt x="12063" y="39947"/>
                  </a:cubicBezTo>
                  <a:cubicBezTo>
                    <a:pt x="12314" y="39733"/>
                    <a:pt x="12600" y="39554"/>
                    <a:pt x="12851" y="39303"/>
                  </a:cubicBezTo>
                  <a:cubicBezTo>
                    <a:pt x="13066" y="39124"/>
                    <a:pt x="13280" y="38874"/>
                    <a:pt x="13459" y="38623"/>
                  </a:cubicBezTo>
                  <a:cubicBezTo>
                    <a:pt x="13674" y="38373"/>
                    <a:pt x="13782" y="38050"/>
                    <a:pt x="13853" y="37728"/>
                  </a:cubicBezTo>
                  <a:cubicBezTo>
                    <a:pt x="13961" y="37155"/>
                    <a:pt x="13961" y="36583"/>
                    <a:pt x="13817" y="36010"/>
                  </a:cubicBezTo>
                  <a:cubicBezTo>
                    <a:pt x="13817" y="35938"/>
                    <a:pt x="13782" y="35831"/>
                    <a:pt x="13782" y="35759"/>
                  </a:cubicBezTo>
                  <a:cubicBezTo>
                    <a:pt x="13746" y="35652"/>
                    <a:pt x="13710" y="35473"/>
                    <a:pt x="13674" y="35330"/>
                  </a:cubicBezTo>
                  <a:cubicBezTo>
                    <a:pt x="13710" y="35294"/>
                    <a:pt x="13710" y="35258"/>
                    <a:pt x="13710" y="35258"/>
                  </a:cubicBezTo>
                  <a:cubicBezTo>
                    <a:pt x="13782" y="35151"/>
                    <a:pt x="13817" y="35044"/>
                    <a:pt x="13889" y="34936"/>
                  </a:cubicBezTo>
                  <a:cubicBezTo>
                    <a:pt x="13925" y="34829"/>
                    <a:pt x="14032" y="34686"/>
                    <a:pt x="14068" y="34542"/>
                  </a:cubicBezTo>
                  <a:cubicBezTo>
                    <a:pt x="14140" y="34435"/>
                    <a:pt x="14211" y="34292"/>
                    <a:pt x="14283" y="34149"/>
                  </a:cubicBezTo>
                  <a:cubicBezTo>
                    <a:pt x="14319" y="34006"/>
                    <a:pt x="14354" y="33934"/>
                    <a:pt x="14390" y="33862"/>
                  </a:cubicBezTo>
                  <a:cubicBezTo>
                    <a:pt x="14426" y="33791"/>
                    <a:pt x="14426" y="33755"/>
                    <a:pt x="14462" y="33719"/>
                  </a:cubicBezTo>
                  <a:lnTo>
                    <a:pt x="14462" y="33683"/>
                  </a:lnTo>
                  <a:cubicBezTo>
                    <a:pt x="14498" y="33540"/>
                    <a:pt x="14569" y="33397"/>
                    <a:pt x="14605" y="33254"/>
                  </a:cubicBezTo>
                  <a:cubicBezTo>
                    <a:pt x="14748" y="32896"/>
                    <a:pt x="14820" y="32538"/>
                    <a:pt x="14891" y="32180"/>
                  </a:cubicBezTo>
                  <a:cubicBezTo>
                    <a:pt x="14999" y="31822"/>
                    <a:pt x="15034" y="31464"/>
                    <a:pt x="15034" y="31070"/>
                  </a:cubicBezTo>
                  <a:lnTo>
                    <a:pt x="15034" y="30641"/>
                  </a:lnTo>
                  <a:cubicBezTo>
                    <a:pt x="15034" y="30605"/>
                    <a:pt x="15034" y="30533"/>
                    <a:pt x="15034" y="30498"/>
                  </a:cubicBezTo>
                  <a:lnTo>
                    <a:pt x="15249" y="30319"/>
                  </a:lnTo>
                  <a:lnTo>
                    <a:pt x="15285" y="30319"/>
                  </a:lnTo>
                  <a:cubicBezTo>
                    <a:pt x="15428" y="30176"/>
                    <a:pt x="15536" y="30068"/>
                    <a:pt x="15643" y="29961"/>
                  </a:cubicBezTo>
                  <a:cubicBezTo>
                    <a:pt x="15929" y="29674"/>
                    <a:pt x="16144" y="29352"/>
                    <a:pt x="16359" y="29066"/>
                  </a:cubicBezTo>
                  <a:cubicBezTo>
                    <a:pt x="16538" y="28780"/>
                    <a:pt x="16681" y="28457"/>
                    <a:pt x="16824" y="28171"/>
                  </a:cubicBezTo>
                  <a:cubicBezTo>
                    <a:pt x="16932" y="27956"/>
                    <a:pt x="17003" y="27777"/>
                    <a:pt x="17039" y="27598"/>
                  </a:cubicBezTo>
                  <a:cubicBezTo>
                    <a:pt x="17111" y="27384"/>
                    <a:pt x="17146" y="27169"/>
                    <a:pt x="17182" y="26990"/>
                  </a:cubicBezTo>
                  <a:cubicBezTo>
                    <a:pt x="17254" y="26381"/>
                    <a:pt x="17289" y="25809"/>
                    <a:pt x="17254" y="25236"/>
                  </a:cubicBezTo>
                  <a:cubicBezTo>
                    <a:pt x="17397" y="25200"/>
                    <a:pt x="17576" y="25128"/>
                    <a:pt x="17719" y="25057"/>
                  </a:cubicBezTo>
                  <a:cubicBezTo>
                    <a:pt x="17791" y="25021"/>
                    <a:pt x="17898" y="24950"/>
                    <a:pt x="17970" y="24878"/>
                  </a:cubicBezTo>
                  <a:lnTo>
                    <a:pt x="18005" y="24842"/>
                  </a:lnTo>
                  <a:cubicBezTo>
                    <a:pt x="18113" y="24735"/>
                    <a:pt x="18220" y="24663"/>
                    <a:pt x="18328" y="24556"/>
                  </a:cubicBezTo>
                  <a:cubicBezTo>
                    <a:pt x="18399" y="24448"/>
                    <a:pt x="18471" y="24341"/>
                    <a:pt x="18542" y="24234"/>
                  </a:cubicBezTo>
                  <a:cubicBezTo>
                    <a:pt x="18614" y="24090"/>
                    <a:pt x="18650" y="23911"/>
                    <a:pt x="18650" y="23768"/>
                  </a:cubicBezTo>
                  <a:cubicBezTo>
                    <a:pt x="18685" y="23554"/>
                    <a:pt x="18650" y="23339"/>
                    <a:pt x="18614" y="23160"/>
                  </a:cubicBezTo>
                  <a:lnTo>
                    <a:pt x="18864" y="22981"/>
                  </a:lnTo>
                  <a:cubicBezTo>
                    <a:pt x="19043" y="22873"/>
                    <a:pt x="19222" y="22730"/>
                    <a:pt x="19401" y="22551"/>
                  </a:cubicBezTo>
                  <a:cubicBezTo>
                    <a:pt x="19545" y="22372"/>
                    <a:pt x="19652" y="22158"/>
                    <a:pt x="19724" y="21943"/>
                  </a:cubicBezTo>
                  <a:cubicBezTo>
                    <a:pt x="19795" y="21764"/>
                    <a:pt x="19831" y="21549"/>
                    <a:pt x="19867" y="21334"/>
                  </a:cubicBezTo>
                  <a:cubicBezTo>
                    <a:pt x="19867" y="21227"/>
                    <a:pt x="19867" y="21119"/>
                    <a:pt x="19903" y="21012"/>
                  </a:cubicBezTo>
                  <a:cubicBezTo>
                    <a:pt x="19903" y="20905"/>
                    <a:pt x="19867" y="20762"/>
                    <a:pt x="19867" y="20654"/>
                  </a:cubicBezTo>
                  <a:lnTo>
                    <a:pt x="19867" y="20583"/>
                  </a:lnTo>
                  <a:cubicBezTo>
                    <a:pt x="19831" y="20368"/>
                    <a:pt x="19759" y="20153"/>
                    <a:pt x="19616" y="19938"/>
                  </a:cubicBezTo>
                  <a:cubicBezTo>
                    <a:pt x="19580" y="19831"/>
                    <a:pt x="19545" y="19759"/>
                    <a:pt x="19473" y="19652"/>
                  </a:cubicBezTo>
                  <a:lnTo>
                    <a:pt x="19401" y="19580"/>
                  </a:lnTo>
                  <a:cubicBezTo>
                    <a:pt x="19473" y="19473"/>
                    <a:pt x="19509" y="19401"/>
                    <a:pt x="19580" y="19294"/>
                  </a:cubicBezTo>
                  <a:cubicBezTo>
                    <a:pt x="19759" y="18936"/>
                    <a:pt x="19831" y="18542"/>
                    <a:pt x="19831" y="18113"/>
                  </a:cubicBezTo>
                  <a:cubicBezTo>
                    <a:pt x="19795" y="18041"/>
                    <a:pt x="19795" y="17934"/>
                    <a:pt x="19795" y="17862"/>
                  </a:cubicBezTo>
                  <a:cubicBezTo>
                    <a:pt x="19759" y="17755"/>
                    <a:pt x="19724" y="17647"/>
                    <a:pt x="19652" y="17540"/>
                  </a:cubicBezTo>
                  <a:cubicBezTo>
                    <a:pt x="19616" y="17397"/>
                    <a:pt x="19545" y="17289"/>
                    <a:pt x="19473" y="17182"/>
                  </a:cubicBezTo>
                  <a:lnTo>
                    <a:pt x="19473" y="17146"/>
                  </a:lnTo>
                  <a:cubicBezTo>
                    <a:pt x="19366" y="17003"/>
                    <a:pt x="19258" y="16860"/>
                    <a:pt x="19151" y="16681"/>
                  </a:cubicBezTo>
                  <a:cubicBezTo>
                    <a:pt x="19151" y="16681"/>
                    <a:pt x="19151" y="16645"/>
                    <a:pt x="19151" y="16609"/>
                  </a:cubicBezTo>
                  <a:lnTo>
                    <a:pt x="19151" y="16574"/>
                  </a:lnTo>
                  <a:lnTo>
                    <a:pt x="19187" y="16502"/>
                  </a:lnTo>
                  <a:cubicBezTo>
                    <a:pt x="19258" y="16359"/>
                    <a:pt x="19330" y="16251"/>
                    <a:pt x="19437" y="16144"/>
                  </a:cubicBezTo>
                  <a:lnTo>
                    <a:pt x="19473" y="16072"/>
                  </a:lnTo>
                  <a:lnTo>
                    <a:pt x="19652" y="15858"/>
                  </a:lnTo>
                  <a:lnTo>
                    <a:pt x="19724" y="15750"/>
                  </a:lnTo>
                  <a:cubicBezTo>
                    <a:pt x="19831" y="15643"/>
                    <a:pt x="19903" y="15535"/>
                    <a:pt x="20010" y="15428"/>
                  </a:cubicBezTo>
                  <a:cubicBezTo>
                    <a:pt x="20153" y="15392"/>
                    <a:pt x="20332" y="15321"/>
                    <a:pt x="20511" y="15213"/>
                  </a:cubicBezTo>
                  <a:cubicBezTo>
                    <a:pt x="20726" y="15106"/>
                    <a:pt x="20976" y="14963"/>
                    <a:pt x="21191" y="14820"/>
                  </a:cubicBezTo>
                  <a:cubicBezTo>
                    <a:pt x="21334" y="14641"/>
                    <a:pt x="21477" y="14462"/>
                    <a:pt x="21585" y="14247"/>
                  </a:cubicBezTo>
                  <a:cubicBezTo>
                    <a:pt x="21692" y="14068"/>
                    <a:pt x="21764" y="13853"/>
                    <a:pt x="21800" y="13638"/>
                  </a:cubicBezTo>
                  <a:cubicBezTo>
                    <a:pt x="21835" y="13495"/>
                    <a:pt x="21835" y="13352"/>
                    <a:pt x="21835" y="13209"/>
                  </a:cubicBezTo>
                  <a:cubicBezTo>
                    <a:pt x="21835" y="13066"/>
                    <a:pt x="21835" y="12922"/>
                    <a:pt x="21835" y="12815"/>
                  </a:cubicBezTo>
                  <a:cubicBezTo>
                    <a:pt x="21835" y="12672"/>
                    <a:pt x="21764" y="12565"/>
                    <a:pt x="21764" y="12457"/>
                  </a:cubicBezTo>
                  <a:cubicBezTo>
                    <a:pt x="21728" y="12350"/>
                    <a:pt x="21692" y="12350"/>
                    <a:pt x="21692" y="12278"/>
                  </a:cubicBezTo>
                  <a:lnTo>
                    <a:pt x="21692" y="12207"/>
                  </a:lnTo>
                  <a:cubicBezTo>
                    <a:pt x="21656" y="12099"/>
                    <a:pt x="21621" y="11992"/>
                    <a:pt x="21585" y="11884"/>
                  </a:cubicBezTo>
                  <a:lnTo>
                    <a:pt x="21692" y="11777"/>
                  </a:lnTo>
                  <a:cubicBezTo>
                    <a:pt x="21764" y="11705"/>
                    <a:pt x="21835" y="11598"/>
                    <a:pt x="21907" y="11491"/>
                  </a:cubicBezTo>
                  <a:cubicBezTo>
                    <a:pt x="22014" y="11312"/>
                    <a:pt x="22122" y="11169"/>
                    <a:pt x="22193" y="10990"/>
                  </a:cubicBezTo>
                  <a:cubicBezTo>
                    <a:pt x="22301" y="10775"/>
                    <a:pt x="22372" y="10560"/>
                    <a:pt x="22408" y="10309"/>
                  </a:cubicBezTo>
                  <a:cubicBezTo>
                    <a:pt x="22444" y="10095"/>
                    <a:pt x="22444" y="9880"/>
                    <a:pt x="22444" y="9665"/>
                  </a:cubicBezTo>
                  <a:cubicBezTo>
                    <a:pt x="22444" y="9450"/>
                    <a:pt x="22372" y="9236"/>
                    <a:pt x="22337" y="9021"/>
                  </a:cubicBezTo>
                  <a:cubicBezTo>
                    <a:pt x="22265" y="8913"/>
                    <a:pt x="22193" y="8842"/>
                    <a:pt x="22122" y="8770"/>
                  </a:cubicBezTo>
                  <a:cubicBezTo>
                    <a:pt x="22050" y="8627"/>
                    <a:pt x="21943" y="8520"/>
                    <a:pt x="21835" y="8448"/>
                  </a:cubicBezTo>
                  <a:cubicBezTo>
                    <a:pt x="21764" y="8412"/>
                    <a:pt x="21656" y="8341"/>
                    <a:pt x="21585" y="8305"/>
                  </a:cubicBezTo>
                  <a:cubicBezTo>
                    <a:pt x="21692" y="8162"/>
                    <a:pt x="21800" y="7983"/>
                    <a:pt x="21907" y="7804"/>
                  </a:cubicBezTo>
                  <a:cubicBezTo>
                    <a:pt x="22014" y="7625"/>
                    <a:pt x="22086" y="7446"/>
                    <a:pt x="22158" y="7267"/>
                  </a:cubicBezTo>
                  <a:cubicBezTo>
                    <a:pt x="22229" y="7088"/>
                    <a:pt x="22301" y="6909"/>
                    <a:pt x="22337" y="6694"/>
                  </a:cubicBezTo>
                  <a:cubicBezTo>
                    <a:pt x="22337" y="6515"/>
                    <a:pt x="22337" y="6336"/>
                    <a:pt x="22265" y="6157"/>
                  </a:cubicBezTo>
                  <a:cubicBezTo>
                    <a:pt x="22229" y="5978"/>
                    <a:pt x="22122" y="5799"/>
                    <a:pt x="22014" y="5656"/>
                  </a:cubicBezTo>
                  <a:cubicBezTo>
                    <a:pt x="21943" y="5549"/>
                    <a:pt x="21835" y="5406"/>
                    <a:pt x="21764" y="5262"/>
                  </a:cubicBezTo>
                  <a:cubicBezTo>
                    <a:pt x="21764" y="5227"/>
                    <a:pt x="21764" y="5191"/>
                    <a:pt x="21728" y="5155"/>
                  </a:cubicBezTo>
                  <a:cubicBezTo>
                    <a:pt x="21728" y="5048"/>
                    <a:pt x="21728" y="4940"/>
                    <a:pt x="21728" y="4797"/>
                  </a:cubicBezTo>
                  <a:cubicBezTo>
                    <a:pt x="21728" y="4726"/>
                    <a:pt x="21728" y="4654"/>
                    <a:pt x="21728" y="4618"/>
                  </a:cubicBezTo>
                  <a:cubicBezTo>
                    <a:pt x="21764" y="4439"/>
                    <a:pt x="21764" y="4296"/>
                    <a:pt x="21728" y="4153"/>
                  </a:cubicBezTo>
                  <a:cubicBezTo>
                    <a:pt x="21728" y="3974"/>
                    <a:pt x="21692" y="3795"/>
                    <a:pt x="21656" y="3616"/>
                  </a:cubicBezTo>
                  <a:cubicBezTo>
                    <a:pt x="21621" y="3401"/>
                    <a:pt x="21549" y="3186"/>
                    <a:pt x="21442" y="3043"/>
                  </a:cubicBezTo>
                  <a:cubicBezTo>
                    <a:pt x="21370" y="2936"/>
                    <a:pt x="21299" y="2864"/>
                    <a:pt x="21227" y="2757"/>
                  </a:cubicBezTo>
                  <a:cubicBezTo>
                    <a:pt x="21155" y="2685"/>
                    <a:pt x="21048" y="2614"/>
                    <a:pt x="20976" y="2542"/>
                  </a:cubicBezTo>
                  <a:lnTo>
                    <a:pt x="20869" y="2506"/>
                  </a:lnTo>
                  <a:lnTo>
                    <a:pt x="20690" y="2435"/>
                  </a:lnTo>
                  <a:lnTo>
                    <a:pt x="20654" y="2435"/>
                  </a:lnTo>
                  <a:cubicBezTo>
                    <a:pt x="20654" y="2399"/>
                    <a:pt x="20654" y="2363"/>
                    <a:pt x="20654" y="2363"/>
                  </a:cubicBezTo>
                  <a:cubicBezTo>
                    <a:pt x="20654" y="2184"/>
                    <a:pt x="20654" y="2005"/>
                    <a:pt x="20654" y="1826"/>
                  </a:cubicBezTo>
                  <a:cubicBezTo>
                    <a:pt x="20618" y="1540"/>
                    <a:pt x="20547" y="1289"/>
                    <a:pt x="20439" y="1074"/>
                  </a:cubicBezTo>
                  <a:cubicBezTo>
                    <a:pt x="20368" y="967"/>
                    <a:pt x="20296" y="895"/>
                    <a:pt x="20260" y="788"/>
                  </a:cubicBezTo>
                  <a:lnTo>
                    <a:pt x="20189" y="752"/>
                  </a:lnTo>
                  <a:cubicBezTo>
                    <a:pt x="20117" y="645"/>
                    <a:pt x="20010" y="538"/>
                    <a:pt x="19938" y="466"/>
                  </a:cubicBezTo>
                  <a:cubicBezTo>
                    <a:pt x="19831" y="394"/>
                    <a:pt x="19724" y="287"/>
                    <a:pt x="19616" y="251"/>
                  </a:cubicBezTo>
                  <a:cubicBezTo>
                    <a:pt x="19509" y="180"/>
                    <a:pt x="19366" y="108"/>
                    <a:pt x="19258" y="72"/>
                  </a:cubicBezTo>
                  <a:cubicBezTo>
                    <a:pt x="19079" y="36"/>
                    <a:pt x="18900" y="1"/>
                    <a:pt x="18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3"/>
            <p:cNvSpPr/>
            <p:nvPr/>
          </p:nvSpPr>
          <p:spPr>
            <a:xfrm>
              <a:off x="743725" y="2465975"/>
              <a:ext cx="43875" cy="124425"/>
            </a:xfrm>
            <a:custGeom>
              <a:avLst/>
              <a:gdLst/>
              <a:ahLst/>
              <a:cxnLst/>
              <a:rect l="l" t="t" r="r" b="b"/>
              <a:pathLst>
                <a:path w="1755" h="4977" extrusionOk="0">
                  <a:moveTo>
                    <a:pt x="358" y="1"/>
                  </a:moveTo>
                  <a:cubicBezTo>
                    <a:pt x="286" y="1"/>
                    <a:pt x="179" y="37"/>
                    <a:pt x="143" y="108"/>
                  </a:cubicBezTo>
                  <a:cubicBezTo>
                    <a:pt x="0" y="216"/>
                    <a:pt x="0" y="430"/>
                    <a:pt x="143" y="574"/>
                  </a:cubicBezTo>
                  <a:cubicBezTo>
                    <a:pt x="179" y="609"/>
                    <a:pt x="251" y="645"/>
                    <a:pt x="358" y="645"/>
                  </a:cubicBezTo>
                  <a:lnTo>
                    <a:pt x="716" y="645"/>
                  </a:lnTo>
                  <a:lnTo>
                    <a:pt x="752" y="681"/>
                  </a:lnTo>
                  <a:lnTo>
                    <a:pt x="788" y="681"/>
                  </a:lnTo>
                  <a:cubicBezTo>
                    <a:pt x="823" y="717"/>
                    <a:pt x="859" y="753"/>
                    <a:pt x="859" y="788"/>
                  </a:cubicBezTo>
                  <a:cubicBezTo>
                    <a:pt x="895" y="824"/>
                    <a:pt x="895" y="896"/>
                    <a:pt x="895" y="931"/>
                  </a:cubicBezTo>
                  <a:cubicBezTo>
                    <a:pt x="895" y="1039"/>
                    <a:pt x="895" y="1182"/>
                    <a:pt x="895" y="1289"/>
                  </a:cubicBezTo>
                  <a:cubicBezTo>
                    <a:pt x="859" y="1540"/>
                    <a:pt x="788" y="1755"/>
                    <a:pt x="716" y="1970"/>
                  </a:cubicBezTo>
                  <a:cubicBezTo>
                    <a:pt x="644" y="2113"/>
                    <a:pt x="573" y="2256"/>
                    <a:pt x="501" y="2399"/>
                  </a:cubicBezTo>
                  <a:cubicBezTo>
                    <a:pt x="501" y="2435"/>
                    <a:pt x="465" y="2471"/>
                    <a:pt x="465" y="2542"/>
                  </a:cubicBezTo>
                  <a:cubicBezTo>
                    <a:pt x="394" y="2578"/>
                    <a:pt x="322" y="2650"/>
                    <a:pt x="286" y="2721"/>
                  </a:cubicBezTo>
                  <a:cubicBezTo>
                    <a:pt x="286" y="2829"/>
                    <a:pt x="286" y="2936"/>
                    <a:pt x="358" y="3043"/>
                  </a:cubicBezTo>
                  <a:cubicBezTo>
                    <a:pt x="394" y="3115"/>
                    <a:pt x="465" y="3187"/>
                    <a:pt x="573" y="3187"/>
                  </a:cubicBezTo>
                  <a:lnTo>
                    <a:pt x="609" y="3187"/>
                  </a:lnTo>
                  <a:lnTo>
                    <a:pt x="859" y="3258"/>
                  </a:lnTo>
                  <a:lnTo>
                    <a:pt x="931" y="3294"/>
                  </a:lnTo>
                  <a:cubicBezTo>
                    <a:pt x="931" y="3330"/>
                    <a:pt x="931" y="3366"/>
                    <a:pt x="931" y="3401"/>
                  </a:cubicBezTo>
                  <a:cubicBezTo>
                    <a:pt x="931" y="3473"/>
                    <a:pt x="931" y="3545"/>
                    <a:pt x="931" y="3616"/>
                  </a:cubicBezTo>
                  <a:cubicBezTo>
                    <a:pt x="931" y="3688"/>
                    <a:pt x="931" y="3795"/>
                    <a:pt x="931" y="3867"/>
                  </a:cubicBezTo>
                  <a:lnTo>
                    <a:pt x="931" y="3974"/>
                  </a:lnTo>
                  <a:lnTo>
                    <a:pt x="931" y="4117"/>
                  </a:lnTo>
                  <a:lnTo>
                    <a:pt x="931" y="4189"/>
                  </a:lnTo>
                  <a:lnTo>
                    <a:pt x="931" y="4332"/>
                  </a:lnTo>
                  <a:cubicBezTo>
                    <a:pt x="931" y="4404"/>
                    <a:pt x="931" y="4511"/>
                    <a:pt x="895" y="4583"/>
                  </a:cubicBezTo>
                  <a:cubicBezTo>
                    <a:pt x="895" y="4618"/>
                    <a:pt x="895" y="4618"/>
                    <a:pt x="895" y="4618"/>
                  </a:cubicBezTo>
                  <a:cubicBezTo>
                    <a:pt x="895" y="4690"/>
                    <a:pt x="931" y="4762"/>
                    <a:pt x="967" y="4797"/>
                  </a:cubicBezTo>
                  <a:cubicBezTo>
                    <a:pt x="1002" y="4905"/>
                    <a:pt x="1074" y="4940"/>
                    <a:pt x="1181" y="4976"/>
                  </a:cubicBezTo>
                  <a:lnTo>
                    <a:pt x="1253" y="4976"/>
                  </a:lnTo>
                  <a:cubicBezTo>
                    <a:pt x="1396" y="4976"/>
                    <a:pt x="1539" y="4905"/>
                    <a:pt x="1611" y="4797"/>
                  </a:cubicBezTo>
                  <a:cubicBezTo>
                    <a:pt x="1682" y="4511"/>
                    <a:pt x="1718" y="4225"/>
                    <a:pt x="1754" y="3938"/>
                  </a:cubicBezTo>
                  <a:lnTo>
                    <a:pt x="1754" y="3902"/>
                  </a:lnTo>
                  <a:lnTo>
                    <a:pt x="1754" y="3723"/>
                  </a:lnTo>
                  <a:cubicBezTo>
                    <a:pt x="1754" y="3652"/>
                    <a:pt x="1754" y="3545"/>
                    <a:pt x="1754" y="3473"/>
                  </a:cubicBezTo>
                  <a:cubicBezTo>
                    <a:pt x="1718" y="3401"/>
                    <a:pt x="1718" y="3294"/>
                    <a:pt x="1682" y="3222"/>
                  </a:cubicBezTo>
                  <a:cubicBezTo>
                    <a:pt x="1682" y="3115"/>
                    <a:pt x="1647" y="3043"/>
                    <a:pt x="1611" y="2972"/>
                  </a:cubicBezTo>
                  <a:cubicBezTo>
                    <a:pt x="1575" y="2900"/>
                    <a:pt x="1539" y="2864"/>
                    <a:pt x="1503" y="2829"/>
                  </a:cubicBezTo>
                  <a:cubicBezTo>
                    <a:pt x="1432" y="2793"/>
                    <a:pt x="1360" y="2721"/>
                    <a:pt x="1289" y="2685"/>
                  </a:cubicBezTo>
                  <a:cubicBezTo>
                    <a:pt x="1253" y="2650"/>
                    <a:pt x="1181" y="2650"/>
                    <a:pt x="1146" y="2614"/>
                  </a:cubicBezTo>
                  <a:lnTo>
                    <a:pt x="1146" y="2578"/>
                  </a:lnTo>
                  <a:lnTo>
                    <a:pt x="1253" y="2399"/>
                  </a:lnTo>
                  <a:lnTo>
                    <a:pt x="1253" y="2363"/>
                  </a:lnTo>
                  <a:lnTo>
                    <a:pt x="1396" y="2077"/>
                  </a:lnTo>
                  <a:cubicBezTo>
                    <a:pt x="1432" y="1970"/>
                    <a:pt x="1468" y="1862"/>
                    <a:pt x="1503" y="1791"/>
                  </a:cubicBezTo>
                  <a:cubicBezTo>
                    <a:pt x="1575" y="1576"/>
                    <a:pt x="1611" y="1397"/>
                    <a:pt x="1611" y="1182"/>
                  </a:cubicBezTo>
                  <a:cubicBezTo>
                    <a:pt x="1611" y="967"/>
                    <a:pt x="1575" y="717"/>
                    <a:pt x="1468" y="502"/>
                  </a:cubicBezTo>
                  <a:cubicBezTo>
                    <a:pt x="1432" y="430"/>
                    <a:pt x="1360" y="323"/>
                    <a:pt x="1289" y="251"/>
                  </a:cubicBezTo>
                  <a:cubicBezTo>
                    <a:pt x="1217" y="180"/>
                    <a:pt x="1110" y="108"/>
                    <a:pt x="1002" y="72"/>
                  </a:cubicBezTo>
                  <a:cubicBezTo>
                    <a:pt x="895" y="37"/>
                    <a:pt x="788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3"/>
            <p:cNvSpPr/>
            <p:nvPr/>
          </p:nvSpPr>
          <p:spPr>
            <a:xfrm>
              <a:off x="774150" y="2393500"/>
              <a:ext cx="72500" cy="247000"/>
            </a:xfrm>
            <a:custGeom>
              <a:avLst/>
              <a:gdLst/>
              <a:ahLst/>
              <a:cxnLst/>
              <a:rect l="l" t="t" r="r" b="b"/>
              <a:pathLst>
                <a:path w="2900" h="9880" extrusionOk="0">
                  <a:moveTo>
                    <a:pt x="1396" y="0"/>
                  </a:moveTo>
                  <a:cubicBezTo>
                    <a:pt x="1253" y="0"/>
                    <a:pt x="1146" y="0"/>
                    <a:pt x="1038" y="36"/>
                  </a:cubicBezTo>
                  <a:lnTo>
                    <a:pt x="573" y="108"/>
                  </a:lnTo>
                  <a:cubicBezTo>
                    <a:pt x="501" y="108"/>
                    <a:pt x="465" y="108"/>
                    <a:pt x="465" y="144"/>
                  </a:cubicBezTo>
                  <a:cubicBezTo>
                    <a:pt x="430" y="215"/>
                    <a:pt x="430" y="251"/>
                    <a:pt x="430" y="323"/>
                  </a:cubicBezTo>
                  <a:cubicBezTo>
                    <a:pt x="430" y="358"/>
                    <a:pt x="465" y="394"/>
                    <a:pt x="501" y="430"/>
                  </a:cubicBezTo>
                  <a:lnTo>
                    <a:pt x="859" y="430"/>
                  </a:lnTo>
                  <a:cubicBezTo>
                    <a:pt x="967" y="430"/>
                    <a:pt x="1074" y="394"/>
                    <a:pt x="1181" y="394"/>
                  </a:cubicBezTo>
                  <a:lnTo>
                    <a:pt x="1539" y="394"/>
                  </a:lnTo>
                  <a:cubicBezTo>
                    <a:pt x="1647" y="394"/>
                    <a:pt x="1718" y="394"/>
                    <a:pt x="1826" y="466"/>
                  </a:cubicBezTo>
                  <a:cubicBezTo>
                    <a:pt x="1897" y="502"/>
                    <a:pt x="1969" y="537"/>
                    <a:pt x="2040" y="573"/>
                  </a:cubicBezTo>
                  <a:cubicBezTo>
                    <a:pt x="2112" y="645"/>
                    <a:pt x="2184" y="716"/>
                    <a:pt x="2255" y="788"/>
                  </a:cubicBezTo>
                  <a:cubicBezTo>
                    <a:pt x="2291" y="860"/>
                    <a:pt x="2363" y="967"/>
                    <a:pt x="2398" y="1074"/>
                  </a:cubicBezTo>
                  <a:cubicBezTo>
                    <a:pt x="2434" y="1110"/>
                    <a:pt x="2434" y="1182"/>
                    <a:pt x="2470" y="1253"/>
                  </a:cubicBezTo>
                  <a:cubicBezTo>
                    <a:pt x="2470" y="1361"/>
                    <a:pt x="2470" y="1432"/>
                    <a:pt x="2470" y="1504"/>
                  </a:cubicBezTo>
                  <a:cubicBezTo>
                    <a:pt x="2434" y="1611"/>
                    <a:pt x="2434" y="1683"/>
                    <a:pt x="2398" y="1754"/>
                  </a:cubicBezTo>
                  <a:cubicBezTo>
                    <a:pt x="2327" y="1933"/>
                    <a:pt x="2219" y="2077"/>
                    <a:pt x="2112" y="2220"/>
                  </a:cubicBezTo>
                  <a:cubicBezTo>
                    <a:pt x="2005" y="2399"/>
                    <a:pt x="1861" y="2578"/>
                    <a:pt x="1754" y="2721"/>
                  </a:cubicBezTo>
                  <a:lnTo>
                    <a:pt x="1611" y="2900"/>
                  </a:lnTo>
                  <a:lnTo>
                    <a:pt x="1289" y="3329"/>
                  </a:lnTo>
                  <a:lnTo>
                    <a:pt x="1217" y="3401"/>
                  </a:lnTo>
                  <a:cubicBezTo>
                    <a:pt x="1181" y="3473"/>
                    <a:pt x="1110" y="3508"/>
                    <a:pt x="1074" y="3580"/>
                  </a:cubicBezTo>
                  <a:cubicBezTo>
                    <a:pt x="1038" y="3616"/>
                    <a:pt x="1038" y="3687"/>
                    <a:pt x="1038" y="3723"/>
                  </a:cubicBezTo>
                  <a:cubicBezTo>
                    <a:pt x="1038" y="3795"/>
                    <a:pt x="1038" y="3830"/>
                    <a:pt x="1074" y="3902"/>
                  </a:cubicBezTo>
                  <a:cubicBezTo>
                    <a:pt x="1110" y="3938"/>
                    <a:pt x="1146" y="3974"/>
                    <a:pt x="1217" y="4009"/>
                  </a:cubicBezTo>
                  <a:lnTo>
                    <a:pt x="1325" y="4081"/>
                  </a:lnTo>
                  <a:lnTo>
                    <a:pt x="1360" y="4081"/>
                  </a:lnTo>
                  <a:cubicBezTo>
                    <a:pt x="1503" y="4117"/>
                    <a:pt x="1647" y="4224"/>
                    <a:pt x="1790" y="4296"/>
                  </a:cubicBezTo>
                  <a:cubicBezTo>
                    <a:pt x="1826" y="4332"/>
                    <a:pt x="1861" y="4367"/>
                    <a:pt x="1897" y="4403"/>
                  </a:cubicBezTo>
                  <a:cubicBezTo>
                    <a:pt x="1969" y="4475"/>
                    <a:pt x="2005" y="4582"/>
                    <a:pt x="2040" y="4690"/>
                  </a:cubicBezTo>
                  <a:cubicBezTo>
                    <a:pt x="2076" y="4761"/>
                    <a:pt x="2112" y="4833"/>
                    <a:pt x="2112" y="4904"/>
                  </a:cubicBezTo>
                  <a:cubicBezTo>
                    <a:pt x="2148" y="5012"/>
                    <a:pt x="2148" y="5083"/>
                    <a:pt x="2112" y="5155"/>
                  </a:cubicBezTo>
                  <a:cubicBezTo>
                    <a:pt x="2112" y="5262"/>
                    <a:pt x="2076" y="5370"/>
                    <a:pt x="2040" y="5441"/>
                  </a:cubicBezTo>
                  <a:cubicBezTo>
                    <a:pt x="1969" y="5620"/>
                    <a:pt x="1897" y="5763"/>
                    <a:pt x="1790" y="5942"/>
                  </a:cubicBezTo>
                  <a:lnTo>
                    <a:pt x="1718" y="6086"/>
                  </a:lnTo>
                  <a:lnTo>
                    <a:pt x="1503" y="6408"/>
                  </a:lnTo>
                  <a:cubicBezTo>
                    <a:pt x="1432" y="6515"/>
                    <a:pt x="1396" y="6622"/>
                    <a:pt x="1360" y="6766"/>
                  </a:cubicBezTo>
                  <a:cubicBezTo>
                    <a:pt x="1360" y="6837"/>
                    <a:pt x="1360" y="6909"/>
                    <a:pt x="1360" y="6980"/>
                  </a:cubicBezTo>
                  <a:cubicBezTo>
                    <a:pt x="1360" y="7016"/>
                    <a:pt x="1360" y="7052"/>
                    <a:pt x="1396" y="7088"/>
                  </a:cubicBezTo>
                  <a:cubicBezTo>
                    <a:pt x="1432" y="7124"/>
                    <a:pt x="1468" y="7195"/>
                    <a:pt x="1468" y="7231"/>
                  </a:cubicBezTo>
                  <a:lnTo>
                    <a:pt x="1575" y="7446"/>
                  </a:lnTo>
                  <a:lnTo>
                    <a:pt x="1682" y="7625"/>
                  </a:lnTo>
                  <a:cubicBezTo>
                    <a:pt x="1718" y="7732"/>
                    <a:pt x="1754" y="7804"/>
                    <a:pt x="1754" y="7911"/>
                  </a:cubicBezTo>
                  <a:lnTo>
                    <a:pt x="1754" y="8018"/>
                  </a:lnTo>
                  <a:cubicBezTo>
                    <a:pt x="1754" y="8054"/>
                    <a:pt x="1754" y="8090"/>
                    <a:pt x="1718" y="8162"/>
                  </a:cubicBezTo>
                  <a:cubicBezTo>
                    <a:pt x="1682" y="8233"/>
                    <a:pt x="1647" y="8305"/>
                    <a:pt x="1575" y="8412"/>
                  </a:cubicBezTo>
                  <a:cubicBezTo>
                    <a:pt x="1468" y="8520"/>
                    <a:pt x="1360" y="8627"/>
                    <a:pt x="1253" y="8734"/>
                  </a:cubicBezTo>
                  <a:cubicBezTo>
                    <a:pt x="1110" y="8842"/>
                    <a:pt x="931" y="8913"/>
                    <a:pt x="752" y="9021"/>
                  </a:cubicBezTo>
                  <a:lnTo>
                    <a:pt x="716" y="9021"/>
                  </a:lnTo>
                  <a:lnTo>
                    <a:pt x="537" y="8949"/>
                  </a:lnTo>
                  <a:lnTo>
                    <a:pt x="322" y="8949"/>
                  </a:lnTo>
                  <a:cubicBezTo>
                    <a:pt x="215" y="8985"/>
                    <a:pt x="143" y="9057"/>
                    <a:pt x="107" y="9128"/>
                  </a:cubicBezTo>
                  <a:cubicBezTo>
                    <a:pt x="0" y="9307"/>
                    <a:pt x="72" y="9558"/>
                    <a:pt x="251" y="9665"/>
                  </a:cubicBezTo>
                  <a:cubicBezTo>
                    <a:pt x="358" y="9737"/>
                    <a:pt x="465" y="9772"/>
                    <a:pt x="573" y="9844"/>
                  </a:cubicBezTo>
                  <a:cubicBezTo>
                    <a:pt x="644" y="9844"/>
                    <a:pt x="680" y="9844"/>
                    <a:pt x="752" y="9880"/>
                  </a:cubicBezTo>
                  <a:lnTo>
                    <a:pt x="931" y="9880"/>
                  </a:lnTo>
                  <a:cubicBezTo>
                    <a:pt x="1002" y="9844"/>
                    <a:pt x="1038" y="9844"/>
                    <a:pt x="1110" y="9808"/>
                  </a:cubicBezTo>
                  <a:lnTo>
                    <a:pt x="1146" y="9808"/>
                  </a:lnTo>
                  <a:cubicBezTo>
                    <a:pt x="1181" y="9772"/>
                    <a:pt x="1217" y="9772"/>
                    <a:pt x="1289" y="9737"/>
                  </a:cubicBezTo>
                  <a:cubicBezTo>
                    <a:pt x="1360" y="9701"/>
                    <a:pt x="1396" y="9665"/>
                    <a:pt x="1468" y="9593"/>
                  </a:cubicBezTo>
                  <a:cubicBezTo>
                    <a:pt x="1575" y="9522"/>
                    <a:pt x="1682" y="9450"/>
                    <a:pt x="1790" y="9379"/>
                  </a:cubicBezTo>
                  <a:cubicBezTo>
                    <a:pt x="1933" y="9200"/>
                    <a:pt x="2112" y="9021"/>
                    <a:pt x="2219" y="8842"/>
                  </a:cubicBezTo>
                  <a:cubicBezTo>
                    <a:pt x="2327" y="8627"/>
                    <a:pt x="2398" y="8448"/>
                    <a:pt x="2434" y="8197"/>
                  </a:cubicBezTo>
                  <a:cubicBezTo>
                    <a:pt x="2470" y="8090"/>
                    <a:pt x="2470" y="7983"/>
                    <a:pt x="2434" y="7911"/>
                  </a:cubicBezTo>
                  <a:cubicBezTo>
                    <a:pt x="2434" y="7804"/>
                    <a:pt x="2398" y="7696"/>
                    <a:pt x="2363" y="7625"/>
                  </a:cubicBezTo>
                  <a:lnTo>
                    <a:pt x="2363" y="7589"/>
                  </a:lnTo>
                  <a:cubicBezTo>
                    <a:pt x="2291" y="7482"/>
                    <a:pt x="2219" y="7374"/>
                    <a:pt x="2184" y="7267"/>
                  </a:cubicBezTo>
                  <a:lnTo>
                    <a:pt x="2148" y="7231"/>
                  </a:lnTo>
                  <a:cubicBezTo>
                    <a:pt x="2076" y="7124"/>
                    <a:pt x="2040" y="7052"/>
                    <a:pt x="2005" y="6980"/>
                  </a:cubicBezTo>
                  <a:cubicBezTo>
                    <a:pt x="1969" y="6945"/>
                    <a:pt x="1969" y="6909"/>
                    <a:pt x="1969" y="6873"/>
                  </a:cubicBezTo>
                  <a:lnTo>
                    <a:pt x="1969" y="6837"/>
                  </a:lnTo>
                  <a:cubicBezTo>
                    <a:pt x="2005" y="6766"/>
                    <a:pt x="2005" y="6730"/>
                    <a:pt x="2076" y="6658"/>
                  </a:cubicBezTo>
                  <a:lnTo>
                    <a:pt x="2112" y="6587"/>
                  </a:lnTo>
                  <a:lnTo>
                    <a:pt x="2219" y="6444"/>
                  </a:lnTo>
                  <a:lnTo>
                    <a:pt x="2219" y="6408"/>
                  </a:lnTo>
                  <a:lnTo>
                    <a:pt x="2255" y="6336"/>
                  </a:lnTo>
                  <a:cubicBezTo>
                    <a:pt x="2470" y="6086"/>
                    <a:pt x="2613" y="5763"/>
                    <a:pt x="2721" y="5441"/>
                  </a:cubicBezTo>
                  <a:cubicBezTo>
                    <a:pt x="2721" y="5370"/>
                    <a:pt x="2756" y="5262"/>
                    <a:pt x="2756" y="5155"/>
                  </a:cubicBezTo>
                  <a:cubicBezTo>
                    <a:pt x="2756" y="5048"/>
                    <a:pt x="2756" y="4940"/>
                    <a:pt x="2721" y="4833"/>
                  </a:cubicBezTo>
                  <a:cubicBezTo>
                    <a:pt x="2685" y="4690"/>
                    <a:pt x="2613" y="4582"/>
                    <a:pt x="2542" y="4475"/>
                  </a:cubicBezTo>
                  <a:cubicBezTo>
                    <a:pt x="2506" y="4367"/>
                    <a:pt x="2434" y="4296"/>
                    <a:pt x="2363" y="4188"/>
                  </a:cubicBezTo>
                  <a:cubicBezTo>
                    <a:pt x="2327" y="4117"/>
                    <a:pt x="2255" y="4045"/>
                    <a:pt x="2184" y="3974"/>
                  </a:cubicBezTo>
                  <a:cubicBezTo>
                    <a:pt x="2112" y="3902"/>
                    <a:pt x="2040" y="3866"/>
                    <a:pt x="1933" y="3830"/>
                  </a:cubicBezTo>
                  <a:cubicBezTo>
                    <a:pt x="1826" y="3759"/>
                    <a:pt x="1718" y="3687"/>
                    <a:pt x="1611" y="3652"/>
                  </a:cubicBezTo>
                  <a:lnTo>
                    <a:pt x="1647" y="3616"/>
                  </a:lnTo>
                  <a:lnTo>
                    <a:pt x="1897" y="3294"/>
                  </a:lnTo>
                  <a:cubicBezTo>
                    <a:pt x="2040" y="3115"/>
                    <a:pt x="2184" y="2936"/>
                    <a:pt x="2291" y="2757"/>
                  </a:cubicBezTo>
                  <a:lnTo>
                    <a:pt x="2542" y="2399"/>
                  </a:lnTo>
                  <a:lnTo>
                    <a:pt x="2577" y="2363"/>
                  </a:lnTo>
                  <a:cubicBezTo>
                    <a:pt x="2685" y="2220"/>
                    <a:pt x="2756" y="2041"/>
                    <a:pt x="2828" y="1898"/>
                  </a:cubicBezTo>
                  <a:cubicBezTo>
                    <a:pt x="2864" y="1754"/>
                    <a:pt x="2899" y="1647"/>
                    <a:pt x="2899" y="1504"/>
                  </a:cubicBezTo>
                  <a:cubicBezTo>
                    <a:pt x="2899" y="1325"/>
                    <a:pt x="2899" y="1146"/>
                    <a:pt x="2828" y="1003"/>
                  </a:cubicBezTo>
                  <a:cubicBezTo>
                    <a:pt x="2792" y="860"/>
                    <a:pt x="2685" y="716"/>
                    <a:pt x="2613" y="609"/>
                  </a:cubicBezTo>
                  <a:cubicBezTo>
                    <a:pt x="2506" y="466"/>
                    <a:pt x="2398" y="358"/>
                    <a:pt x="2291" y="287"/>
                  </a:cubicBezTo>
                  <a:cubicBezTo>
                    <a:pt x="2184" y="215"/>
                    <a:pt x="2076" y="144"/>
                    <a:pt x="1933" y="72"/>
                  </a:cubicBezTo>
                  <a:cubicBezTo>
                    <a:pt x="1790" y="36"/>
                    <a:pt x="1647" y="0"/>
                    <a:pt x="15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3"/>
            <p:cNvSpPr/>
            <p:nvPr/>
          </p:nvSpPr>
          <p:spPr>
            <a:xfrm>
              <a:off x="869900" y="2424825"/>
              <a:ext cx="28650" cy="49225"/>
            </a:xfrm>
            <a:custGeom>
              <a:avLst/>
              <a:gdLst/>
              <a:ahLst/>
              <a:cxnLst/>
              <a:rect l="l" t="t" r="r" b="b"/>
              <a:pathLst>
                <a:path w="1146" h="1969" extrusionOk="0">
                  <a:moveTo>
                    <a:pt x="322" y="0"/>
                  </a:moveTo>
                  <a:lnTo>
                    <a:pt x="143" y="36"/>
                  </a:lnTo>
                  <a:cubicBezTo>
                    <a:pt x="72" y="36"/>
                    <a:pt x="36" y="72"/>
                    <a:pt x="36" y="143"/>
                  </a:cubicBezTo>
                  <a:cubicBezTo>
                    <a:pt x="0" y="179"/>
                    <a:pt x="0" y="215"/>
                    <a:pt x="36" y="287"/>
                  </a:cubicBezTo>
                  <a:cubicBezTo>
                    <a:pt x="36" y="322"/>
                    <a:pt x="72" y="358"/>
                    <a:pt x="108" y="394"/>
                  </a:cubicBezTo>
                  <a:lnTo>
                    <a:pt x="465" y="394"/>
                  </a:lnTo>
                  <a:lnTo>
                    <a:pt x="537" y="430"/>
                  </a:lnTo>
                  <a:lnTo>
                    <a:pt x="609" y="501"/>
                  </a:lnTo>
                  <a:cubicBezTo>
                    <a:pt x="609" y="537"/>
                    <a:pt x="644" y="573"/>
                    <a:pt x="644" y="609"/>
                  </a:cubicBezTo>
                  <a:cubicBezTo>
                    <a:pt x="680" y="680"/>
                    <a:pt x="716" y="752"/>
                    <a:pt x="716" y="859"/>
                  </a:cubicBezTo>
                  <a:cubicBezTo>
                    <a:pt x="716" y="895"/>
                    <a:pt x="716" y="931"/>
                    <a:pt x="716" y="967"/>
                  </a:cubicBezTo>
                  <a:cubicBezTo>
                    <a:pt x="716" y="1038"/>
                    <a:pt x="680" y="1146"/>
                    <a:pt x="644" y="1217"/>
                  </a:cubicBezTo>
                  <a:cubicBezTo>
                    <a:pt x="609" y="1360"/>
                    <a:pt x="537" y="1504"/>
                    <a:pt x="465" y="1611"/>
                  </a:cubicBezTo>
                  <a:cubicBezTo>
                    <a:pt x="394" y="1718"/>
                    <a:pt x="430" y="1862"/>
                    <a:pt x="537" y="1933"/>
                  </a:cubicBezTo>
                  <a:cubicBezTo>
                    <a:pt x="573" y="1969"/>
                    <a:pt x="609" y="1969"/>
                    <a:pt x="644" y="1969"/>
                  </a:cubicBezTo>
                  <a:cubicBezTo>
                    <a:pt x="752" y="1969"/>
                    <a:pt x="823" y="1933"/>
                    <a:pt x="859" y="1862"/>
                  </a:cubicBezTo>
                  <a:cubicBezTo>
                    <a:pt x="895" y="1754"/>
                    <a:pt x="967" y="1647"/>
                    <a:pt x="1002" y="1504"/>
                  </a:cubicBezTo>
                  <a:lnTo>
                    <a:pt x="1002" y="1468"/>
                  </a:lnTo>
                  <a:cubicBezTo>
                    <a:pt x="1038" y="1396"/>
                    <a:pt x="1074" y="1325"/>
                    <a:pt x="1074" y="1253"/>
                  </a:cubicBezTo>
                  <a:cubicBezTo>
                    <a:pt x="1110" y="1181"/>
                    <a:pt x="1110" y="1110"/>
                    <a:pt x="1110" y="1038"/>
                  </a:cubicBezTo>
                  <a:cubicBezTo>
                    <a:pt x="1146" y="967"/>
                    <a:pt x="1146" y="895"/>
                    <a:pt x="1110" y="824"/>
                  </a:cubicBezTo>
                  <a:cubicBezTo>
                    <a:pt x="1110" y="716"/>
                    <a:pt x="1074" y="573"/>
                    <a:pt x="1038" y="466"/>
                  </a:cubicBezTo>
                  <a:cubicBezTo>
                    <a:pt x="967" y="358"/>
                    <a:pt x="895" y="251"/>
                    <a:pt x="823" y="179"/>
                  </a:cubicBezTo>
                  <a:cubicBezTo>
                    <a:pt x="716" y="72"/>
                    <a:pt x="609" y="36"/>
                    <a:pt x="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3"/>
            <p:cNvSpPr/>
            <p:nvPr/>
          </p:nvSpPr>
          <p:spPr>
            <a:xfrm>
              <a:off x="814400" y="2142050"/>
              <a:ext cx="97575" cy="182575"/>
            </a:xfrm>
            <a:custGeom>
              <a:avLst/>
              <a:gdLst/>
              <a:ahLst/>
              <a:cxnLst/>
              <a:rect l="l" t="t" r="r" b="b"/>
              <a:pathLst>
                <a:path w="3903" h="7303" extrusionOk="0">
                  <a:moveTo>
                    <a:pt x="3616" y="0"/>
                  </a:moveTo>
                  <a:cubicBezTo>
                    <a:pt x="3473" y="36"/>
                    <a:pt x="3330" y="72"/>
                    <a:pt x="3187" y="143"/>
                  </a:cubicBezTo>
                  <a:cubicBezTo>
                    <a:pt x="3008" y="179"/>
                    <a:pt x="2864" y="287"/>
                    <a:pt x="2721" y="394"/>
                  </a:cubicBezTo>
                  <a:cubicBezTo>
                    <a:pt x="2614" y="465"/>
                    <a:pt x="2471" y="573"/>
                    <a:pt x="2363" y="716"/>
                  </a:cubicBezTo>
                  <a:cubicBezTo>
                    <a:pt x="2328" y="788"/>
                    <a:pt x="2292" y="859"/>
                    <a:pt x="2256" y="931"/>
                  </a:cubicBezTo>
                  <a:cubicBezTo>
                    <a:pt x="2184" y="1002"/>
                    <a:pt x="2149" y="1074"/>
                    <a:pt x="2113" y="1181"/>
                  </a:cubicBezTo>
                  <a:cubicBezTo>
                    <a:pt x="2077" y="1325"/>
                    <a:pt x="2041" y="1468"/>
                    <a:pt x="2041" y="1647"/>
                  </a:cubicBezTo>
                  <a:cubicBezTo>
                    <a:pt x="2077" y="1826"/>
                    <a:pt x="2077" y="2005"/>
                    <a:pt x="2113" y="2184"/>
                  </a:cubicBezTo>
                  <a:cubicBezTo>
                    <a:pt x="2149" y="2291"/>
                    <a:pt x="2149" y="2398"/>
                    <a:pt x="2184" y="2506"/>
                  </a:cubicBezTo>
                  <a:lnTo>
                    <a:pt x="2184" y="2577"/>
                  </a:lnTo>
                  <a:cubicBezTo>
                    <a:pt x="2184" y="2613"/>
                    <a:pt x="2220" y="2685"/>
                    <a:pt x="2220" y="2721"/>
                  </a:cubicBezTo>
                  <a:lnTo>
                    <a:pt x="2113" y="2792"/>
                  </a:lnTo>
                  <a:cubicBezTo>
                    <a:pt x="1862" y="2864"/>
                    <a:pt x="1647" y="2971"/>
                    <a:pt x="1433" y="3078"/>
                  </a:cubicBezTo>
                  <a:cubicBezTo>
                    <a:pt x="1182" y="3186"/>
                    <a:pt x="967" y="3365"/>
                    <a:pt x="788" y="3580"/>
                  </a:cubicBezTo>
                  <a:cubicBezTo>
                    <a:pt x="609" y="3759"/>
                    <a:pt x="466" y="4009"/>
                    <a:pt x="359" y="4260"/>
                  </a:cubicBezTo>
                  <a:cubicBezTo>
                    <a:pt x="216" y="4510"/>
                    <a:pt x="144" y="4761"/>
                    <a:pt x="108" y="5011"/>
                  </a:cubicBezTo>
                  <a:cubicBezTo>
                    <a:pt x="37" y="5298"/>
                    <a:pt x="1" y="5548"/>
                    <a:pt x="37" y="5835"/>
                  </a:cubicBezTo>
                  <a:cubicBezTo>
                    <a:pt x="37" y="5942"/>
                    <a:pt x="72" y="6085"/>
                    <a:pt x="108" y="6228"/>
                  </a:cubicBezTo>
                  <a:cubicBezTo>
                    <a:pt x="108" y="6372"/>
                    <a:pt x="180" y="6515"/>
                    <a:pt x="251" y="6622"/>
                  </a:cubicBezTo>
                  <a:cubicBezTo>
                    <a:pt x="359" y="6837"/>
                    <a:pt x="538" y="7016"/>
                    <a:pt x="753" y="7123"/>
                  </a:cubicBezTo>
                  <a:cubicBezTo>
                    <a:pt x="860" y="7195"/>
                    <a:pt x="1003" y="7266"/>
                    <a:pt x="1111" y="7302"/>
                  </a:cubicBezTo>
                  <a:lnTo>
                    <a:pt x="1254" y="7302"/>
                  </a:lnTo>
                  <a:cubicBezTo>
                    <a:pt x="1325" y="7302"/>
                    <a:pt x="1397" y="7231"/>
                    <a:pt x="1433" y="7159"/>
                  </a:cubicBezTo>
                  <a:cubicBezTo>
                    <a:pt x="1468" y="7087"/>
                    <a:pt x="1504" y="7016"/>
                    <a:pt x="1468" y="6944"/>
                  </a:cubicBezTo>
                  <a:cubicBezTo>
                    <a:pt x="1433" y="6873"/>
                    <a:pt x="1397" y="6801"/>
                    <a:pt x="1325" y="6765"/>
                  </a:cubicBezTo>
                  <a:cubicBezTo>
                    <a:pt x="1218" y="6694"/>
                    <a:pt x="1075" y="6622"/>
                    <a:pt x="967" y="6551"/>
                  </a:cubicBezTo>
                  <a:cubicBezTo>
                    <a:pt x="896" y="6515"/>
                    <a:pt x="860" y="6443"/>
                    <a:pt x="824" y="6407"/>
                  </a:cubicBezTo>
                  <a:cubicBezTo>
                    <a:pt x="788" y="6372"/>
                    <a:pt x="753" y="6300"/>
                    <a:pt x="717" y="6228"/>
                  </a:cubicBezTo>
                  <a:cubicBezTo>
                    <a:pt x="681" y="6121"/>
                    <a:pt x="645" y="5978"/>
                    <a:pt x="609" y="5835"/>
                  </a:cubicBezTo>
                  <a:cubicBezTo>
                    <a:pt x="609" y="5620"/>
                    <a:pt x="609" y="5441"/>
                    <a:pt x="681" y="5226"/>
                  </a:cubicBezTo>
                  <a:cubicBezTo>
                    <a:pt x="717" y="4976"/>
                    <a:pt x="753" y="4725"/>
                    <a:pt x="860" y="4510"/>
                  </a:cubicBezTo>
                  <a:cubicBezTo>
                    <a:pt x="932" y="4331"/>
                    <a:pt x="1039" y="4188"/>
                    <a:pt x="1146" y="4045"/>
                  </a:cubicBezTo>
                  <a:cubicBezTo>
                    <a:pt x="1218" y="3938"/>
                    <a:pt x="1325" y="3830"/>
                    <a:pt x="1433" y="3759"/>
                  </a:cubicBezTo>
                  <a:cubicBezTo>
                    <a:pt x="1647" y="3580"/>
                    <a:pt x="1898" y="3436"/>
                    <a:pt x="2184" y="3329"/>
                  </a:cubicBezTo>
                  <a:lnTo>
                    <a:pt x="2399" y="3222"/>
                  </a:lnTo>
                  <a:cubicBezTo>
                    <a:pt x="2506" y="3186"/>
                    <a:pt x="2578" y="3150"/>
                    <a:pt x="2650" y="3078"/>
                  </a:cubicBezTo>
                  <a:cubicBezTo>
                    <a:pt x="2721" y="3043"/>
                    <a:pt x="2757" y="2935"/>
                    <a:pt x="2793" y="2864"/>
                  </a:cubicBezTo>
                  <a:cubicBezTo>
                    <a:pt x="2793" y="2756"/>
                    <a:pt x="2793" y="2649"/>
                    <a:pt x="2757" y="2577"/>
                  </a:cubicBezTo>
                  <a:cubicBezTo>
                    <a:pt x="2757" y="2506"/>
                    <a:pt x="2721" y="2470"/>
                    <a:pt x="2685" y="2398"/>
                  </a:cubicBezTo>
                  <a:cubicBezTo>
                    <a:pt x="2685" y="2363"/>
                    <a:pt x="2685" y="2327"/>
                    <a:pt x="2650" y="2291"/>
                  </a:cubicBezTo>
                  <a:cubicBezTo>
                    <a:pt x="2614" y="2148"/>
                    <a:pt x="2578" y="1969"/>
                    <a:pt x="2542" y="1790"/>
                  </a:cubicBezTo>
                  <a:cubicBezTo>
                    <a:pt x="2542" y="1683"/>
                    <a:pt x="2542" y="1539"/>
                    <a:pt x="2542" y="1432"/>
                  </a:cubicBezTo>
                  <a:cubicBezTo>
                    <a:pt x="2578" y="1360"/>
                    <a:pt x="2578" y="1289"/>
                    <a:pt x="2614" y="1217"/>
                  </a:cubicBezTo>
                  <a:cubicBezTo>
                    <a:pt x="2650" y="1146"/>
                    <a:pt x="2685" y="1074"/>
                    <a:pt x="2757" y="1002"/>
                  </a:cubicBezTo>
                  <a:cubicBezTo>
                    <a:pt x="2829" y="895"/>
                    <a:pt x="2900" y="823"/>
                    <a:pt x="3008" y="752"/>
                  </a:cubicBezTo>
                  <a:cubicBezTo>
                    <a:pt x="3115" y="644"/>
                    <a:pt x="3222" y="609"/>
                    <a:pt x="3330" y="537"/>
                  </a:cubicBezTo>
                  <a:cubicBezTo>
                    <a:pt x="3473" y="501"/>
                    <a:pt x="3616" y="465"/>
                    <a:pt x="3759" y="430"/>
                  </a:cubicBezTo>
                  <a:cubicBezTo>
                    <a:pt x="3795" y="394"/>
                    <a:pt x="3831" y="358"/>
                    <a:pt x="3867" y="322"/>
                  </a:cubicBezTo>
                  <a:cubicBezTo>
                    <a:pt x="3902" y="287"/>
                    <a:pt x="3902" y="215"/>
                    <a:pt x="3902" y="143"/>
                  </a:cubicBezTo>
                  <a:cubicBezTo>
                    <a:pt x="3867" y="72"/>
                    <a:pt x="3759" y="0"/>
                    <a:pt x="3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3"/>
            <p:cNvSpPr/>
            <p:nvPr/>
          </p:nvSpPr>
          <p:spPr>
            <a:xfrm>
              <a:off x="877950" y="2210050"/>
              <a:ext cx="34025" cy="59975"/>
            </a:xfrm>
            <a:custGeom>
              <a:avLst/>
              <a:gdLst/>
              <a:ahLst/>
              <a:cxnLst/>
              <a:rect l="l" t="t" r="r" b="b"/>
              <a:pathLst>
                <a:path w="1361" h="2399" extrusionOk="0">
                  <a:moveTo>
                    <a:pt x="1074" y="1"/>
                  </a:moveTo>
                  <a:cubicBezTo>
                    <a:pt x="1038" y="1"/>
                    <a:pt x="1003" y="36"/>
                    <a:pt x="1003" y="36"/>
                  </a:cubicBezTo>
                  <a:cubicBezTo>
                    <a:pt x="859" y="108"/>
                    <a:pt x="752" y="180"/>
                    <a:pt x="645" y="251"/>
                  </a:cubicBezTo>
                  <a:cubicBezTo>
                    <a:pt x="573" y="323"/>
                    <a:pt x="537" y="358"/>
                    <a:pt x="501" y="430"/>
                  </a:cubicBezTo>
                  <a:cubicBezTo>
                    <a:pt x="430" y="502"/>
                    <a:pt x="394" y="573"/>
                    <a:pt x="358" y="645"/>
                  </a:cubicBezTo>
                  <a:cubicBezTo>
                    <a:pt x="251" y="788"/>
                    <a:pt x="179" y="931"/>
                    <a:pt x="143" y="1074"/>
                  </a:cubicBezTo>
                  <a:cubicBezTo>
                    <a:pt x="72" y="1253"/>
                    <a:pt x="36" y="1397"/>
                    <a:pt x="36" y="1576"/>
                  </a:cubicBezTo>
                  <a:cubicBezTo>
                    <a:pt x="0" y="1719"/>
                    <a:pt x="36" y="1898"/>
                    <a:pt x="108" y="2041"/>
                  </a:cubicBezTo>
                  <a:cubicBezTo>
                    <a:pt x="143" y="2077"/>
                    <a:pt x="179" y="2077"/>
                    <a:pt x="215" y="2112"/>
                  </a:cubicBezTo>
                  <a:cubicBezTo>
                    <a:pt x="215" y="2148"/>
                    <a:pt x="251" y="2184"/>
                    <a:pt x="287" y="2184"/>
                  </a:cubicBezTo>
                  <a:cubicBezTo>
                    <a:pt x="287" y="2220"/>
                    <a:pt x="322" y="2256"/>
                    <a:pt x="358" y="2256"/>
                  </a:cubicBezTo>
                  <a:lnTo>
                    <a:pt x="466" y="2327"/>
                  </a:lnTo>
                  <a:lnTo>
                    <a:pt x="501" y="2327"/>
                  </a:lnTo>
                  <a:cubicBezTo>
                    <a:pt x="573" y="2327"/>
                    <a:pt x="680" y="2363"/>
                    <a:pt x="752" y="2363"/>
                  </a:cubicBezTo>
                  <a:lnTo>
                    <a:pt x="824" y="2363"/>
                  </a:lnTo>
                  <a:cubicBezTo>
                    <a:pt x="895" y="2399"/>
                    <a:pt x="967" y="2399"/>
                    <a:pt x="1038" y="2399"/>
                  </a:cubicBezTo>
                  <a:cubicBezTo>
                    <a:pt x="1253" y="2399"/>
                    <a:pt x="1360" y="2148"/>
                    <a:pt x="1217" y="2041"/>
                  </a:cubicBezTo>
                  <a:cubicBezTo>
                    <a:pt x="1191" y="1988"/>
                    <a:pt x="1146" y="1955"/>
                    <a:pt x="1095" y="1955"/>
                  </a:cubicBezTo>
                  <a:cubicBezTo>
                    <a:pt x="1077" y="1955"/>
                    <a:pt x="1058" y="1960"/>
                    <a:pt x="1038" y="1969"/>
                  </a:cubicBezTo>
                  <a:lnTo>
                    <a:pt x="1003" y="1969"/>
                  </a:lnTo>
                  <a:cubicBezTo>
                    <a:pt x="859" y="1933"/>
                    <a:pt x="716" y="1898"/>
                    <a:pt x="609" y="1862"/>
                  </a:cubicBezTo>
                  <a:lnTo>
                    <a:pt x="537" y="1826"/>
                  </a:lnTo>
                  <a:lnTo>
                    <a:pt x="501" y="1754"/>
                  </a:lnTo>
                  <a:cubicBezTo>
                    <a:pt x="466" y="1754"/>
                    <a:pt x="466" y="1719"/>
                    <a:pt x="466" y="1719"/>
                  </a:cubicBezTo>
                  <a:cubicBezTo>
                    <a:pt x="430" y="1683"/>
                    <a:pt x="430" y="1647"/>
                    <a:pt x="430" y="1611"/>
                  </a:cubicBezTo>
                  <a:cubicBezTo>
                    <a:pt x="430" y="1540"/>
                    <a:pt x="430" y="1468"/>
                    <a:pt x="430" y="1432"/>
                  </a:cubicBezTo>
                  <a:cubicBezTo>
                    <a:pt x="466" y="1146"/>
                    <a:pt x="573" y="895"/>
                    <a:pt x="752" y="645"/>
                  </a:cubicBezTo>
                  <a:cubicBezTo>
                    <a:pt x="788" y="609"/>
                    <a:pt x="859" y="537"/>
                    <a:pt x="895" y="502"/>
                  </a:cubicBezTo>
                  <a:cubicBezTo>
                    <a:pt x="967" y="466"/>
                    <a:pt x="1074" y="394"/>
                    <a:pt x="1146" y="358"/>
                  </a:cubicBezTo>
                  <a:cubicBezTo>
                    <a:pt x="1217" y="323"/>
                    <a:pt x="1217" y="287"/>
                    <a:pt x="1253" y="251"/>
                  </a:cubicBezTo>
                  <a:cubicBezTo>
                    <a:pt x="1253" y="180"/>
                    <a:pt x="1253" y="144"/>
                    <a:pt x="1253" y="108"/>
                  </a:cubicBezTo>
                  <a:cubicBezTo>
                    <a:pt x="1217" y="72"/>
                    <a:pt x="1182" y="36"/>
                    <a:pt x="11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3"/>
            <p:cNvSpPr/>
            <p:nvPr/>
          </p:nvSpPr>
          <p:spPr>
            <a:xfrm>
              <a:off x="918225" y="2183200"/>
              <a:ext cx="15225" cy="59975"/>
            </a:xfrm>
            <a:custGeom>
              <a:avLst/>
              <a:gdLst/>
              <a:ahLst/>
              <a:cxnLst/>
              <a:rect l="l" t="t" r="r" b="b"/>
              <a:pathLst>
                <a:path w="609" h="2399" extrusionOk="0">
                  <a:moveTo>
                    <a:pt x="322" y="1"/>
                  </a:moveTo>
                  <a:cubicBezTo>
                    <a:pt x="251" y="1"/>
                    <a:pt x="215" y="37"/>
                    <a:pt x="179" y="108"/>
                  </a:cubicBezTo>
                  <a:cubicBezTo>
                    <a:pt x="107" y="215"/>
                    <a:pt x="72" y="359"/>
                    <a:pt x="36" y="466"/>
                  </a:cubicBezTo>
                  <a:cubicBezTo>
                    <a:pt x="0" y="609"/>
                    <a:pt x="0" y="788"/>
                    <a:pt x="0" y="931"/>
                  </a:cubicBezTo>
                  <a:cubicBezTo>
                    <a:pt x="36" y="1110"/>
                    <a:pt x="72" y="1289"/>
                    <a:pt x="107" y="1468"/>
                  </a:cubicBezTo>
                  <a:lnTo>
                    <a:pt x="107" y="1576"/>
                  </a:lnTo>
                  <a:cubicBezTo>
                    <a:pt x="107" y="1790"/>
                    <a:pt x="143" y="2041"/>
                    <a:pt x="179" y="2256"/>
                  </a:cubicBezTo>
                  <a:cubicBezTo>
                    <a:pt x="215" y="2292"/>
                    <a:pt x="215" y="2292"/>
                    <a:pt x="251" y="2327"/>
                  </a:cubicBezTo>
                  <a:cubicBezTo>
                    <a:pt x="286" y="2363"/>
                    <a:pt x="322" y="2399"/>
                    <a:pt x="394" y="2399"/>
                  </a:cubicBezTo>
                  <a:cubicBezTo>
                    <a:pt x="465" y="2399"/>
                    <a:pt x="501" y="2363"/>
                    <a:pt x="537" y="2327"/>
                  </a:cubicBezTo>
                  <a:cubicBezTo>
                    <a:pt x="573" y="2292"/>
                    <a:pt x="609" y="2220"/>
                    <a:pt x="609" y="2184"/>
                  </a:cubicBezTo>
                  <a:cubicBezTo>
                    <a:pt x="609" y="2005"/>
                    <a:pt x="573" y="1826"/>
                    <a:pt x="537" y="1683"/>
                  </a:cubicBezTo>
                  <a:lnTo>
                    <a:pt x="537" y="1576"/>
                  </a:lnTo>
                  <a:lnTo>
                    <a:pt x="501" y="1361"/>
                  </a:lnTo>
                  <a:cubicBezTo>
                    <a:pt x="501" y="1110"/>
                    <a:pt x="501" y="896"/>
                    <a:pt x="501" y="681"/>
                  </a:cubicBezTo>
                  <a:cubicBezTo>
                    <a:pt x="537" y="573"/>
                    <a:pt x="573" y="466"/>
                    <a:pt x="609" y="359"/>
                  </a:cubicBezTo>
                  <a:cubicBezTo>
                    <a:pt x="609" y="287"/>
                    <a:pt x="609" y="215"/>
                    <a:pt x="609" y="180"/>
                  </a:cubicBezTo>
                  <a:cubicBezTo>
                    <a:pt x="573" y="108"/>
                    <a:pt x="537" y="72"/>
                    <a:pt x="501" y="37"/>
                  </a:cubicBezTo>
                  <a:cubicBezTo>
                    <a:pt x="465" y="1"/>
                    <a:pt x="430" y="1"/>
                    <a:pt x="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3"/>
            <p:cNvSpPr/>
            <p:nvPr/>
          </p:nvSpPr>
          <p:spPr>
            <a:xfrm>
              <a:off x="716875" y="2309375"/>
              <a:ext cx="42075" cy="59100"/>
            </a:xfrm>
            <a:custGeom>
              <a:avLst/>
              <a:gdLst/>
              <a:ahLst/>
              <a:cxnLst/>
              <a:rect l="l" t="t" r="r" b="b"/>
              <a:pathLst>
                <a:path w="1683" h="2364" extrusionOk="0">
                  <a:moveTo>
                    <a:pt x="1396" y="1"/>
                  </a:moveTo>
                  <a:cubicBezTo>
                    <a:pt x="1325" y="1"/>
                    <a:pt x="1289" y="1"/>
                    <a:pt x="1253" y="37"/>
                  </a:cubicBezTo>
                  <a:lnTo>
                    <a:pt x="1181" y="72"/>
                  </a:lnTo>
                  <a:lnTo>
                    <a:pt x="1038" y="180"/>
                  </a:lnTo>
                  <a:lnTo>
                    <a:pt x="752" y="394"/>
                  </a:lnTo>
                  <a:cubicBezTo>
                    <a:pt x="645" y="466"/>
                    <a:pt x="573" y="502"/>
                    <a:pt x="537" y="573"/>
                  </a:cubicBezTo>
                  <a:cubicBezTo>
                    <a:pt x="430" y="681"/>
                    <a:pt x="358" y="788"/>
                    <a:pt x="322" y="860"/>
                  </a:cubicBezTo>
                  <a:cubicBezTo>
                    <a:pt x="215" y="1075"/>
                    <a:pt x="108" y="1254"/>
                    <a:pt x="72" y="1504"/>
                  </a:cubicBezTo>
                  <a:cubicBezTo>
                    <a:pt x="36" y="1719"/>
                    <a:pt x="0" y="1934"/>
                    <a:pt x="0" y="2148"/>
                  </a:cubicBezTo>
                  <a:cubicBezTo>
                    <a:pt x="0" y="2256"/>
                    <a:pt x="72" y="2363"/>
                    <a:pt x="179" y="2363"/>
                  </a:cubicBezTo>
                  <a:lnTo>
                    <a:pt x="251" y="2363"/>
                  </a:lnTo>
                  <a:cubicBezTo>
                    <a:pt x="358" y="2363"/>
                    <a:pt x="430" y="2292"/>
                    <a:pt x="466" y="2220"/>
                  </a:cubicBezTo>
                  <a:lnTo>
                    <a:pt x="466" y="2113"/>
                  </a:lnTo>
                  <a:cubicBezTo>
                    <a:pt x="466" y="2005"/>
                    <a:pt x="501" y="1898"/>
                    <a:pt x="537" y="1790"/>
                  </a:cubicBezTo>
                  <a:cubicBezTo>
                    <a:pt x="537" y="1647"/>
                    <a:pt x="573" y="1504"/>
                    <a:pt x="645" y="1361"/>
                  </a:cubicBezTo>
                  <a:cubicBezTo>
                    <a:pt x="680" y="1218"/>
                    <a:pt x="752" y="1110"/>
                    <a:pt x="824" y="1003"/>
                  </a:cubicBezTo>
                  <a:cubicBezTo>
                    <a:pt x="895" y="931"/>
                    <a:pt x="967" y="860"/>
                    <a:pt x="1074" y="788"/>
                  </a:cubicBezTo>
                  <a:lnTo>
                    <a:pt x="1217" y="681"/>
                  </a:lnTo>
                  <a:lnTo>
                    <a:pt x="1289" y="609"/>
                  </a:lnTo>
                  <a:cubicBezTo>
                    <a:pt x="1325" y="573"/>
                    <a:pt x="1396" y="538"/>
                    <a:pt x="1468" y="502"/>
                  </a:cubicBezTo>
                  <a:lnTo>
                    <a:pt x="1504" y="466"/>
                  </a:lnTo>
                  <a:cubicBezTo>
                    <a:pt x="1647" y="394"/>
                    <a:pt x="1683" y="251"/>
                    <a:pt x="1611" y="108"/>
                  </a:cubicBezTo>
                  <a:cubicBezTo>
                    <a:pt x="1575" y="37"/>
                    <a:pt x="1468" y="1"/>
                    <a:pt x="1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3"/>
            <p:cNvSpPr/>
            <p:nvPr/>
          </p:nvSpPr>
          <p:spPr>
            <a:xfrm>
              <a:off x="730300" y="2364875"/>
              <a:ext cx="29550" cy="56400"/>
            </a:xfrm>
            <a:custGeom>
              <a:avLst/>
              <a:gdLst/>
              <a:ahLst/>
              <a:cxnLst/>
              <a:rect l="l" t="t" r="r" b="b"/>
              <a:pathLst>
                <a:path w="1182" h="2256" extrusionOk="0">
                  <a:moveTo>
                    <a:pt x="931" y="0"/>
                  </a:moveTo>
                  <a:cubicBezTo>
                    <a:pt x="859" y="0"/>
                    <a:pt x="788" y="0"/>
                    <a:pt x="752" y="36"/>
                  </a:cubicBezTo>
                  <a:cubicBezTo>
                    <a:pt x="609" y="72"/>
                    <a:pt x="501" y="143"/>
                    <a:pt x="430" y="251"/>
                  </a:cubicBezTo>
                  <a:cubicBezTo>
                    <a:pt x="251" y="430"/>
                    <a:pt x="143" y="680"/>
                    <a:pt x="72" y="931"/>
                  </a:cubicBezTo>
                  <a:cubicBezTo>
                    <a:pt x="36" y="1038"/>
                    <a:pt x="36" y="1181"/>
                    <a:pt x="36" y="1324"/>
                  </a:cubicBezTo>
                  <a:cubicBezTo>
                    <a:pt x="0" y="1432"/>
                    <a:pt x="0" y="1575"/>
                    <a:pt x="0" y="1682"/>
                  </a:cubicBezTo>
                  <a:cubicBezTo>
                    <a:pt x="72" y="1861"/>
                    <a:pt x="179" y="2040"/>
                    <a:pt x="322" y="2184"/>
                  </a:cubicBezTo>
                  <a:cubicBezTo>
                    <a:pt x="358" y="2219"/>
                    <a:pt x="394" y="2255"/>
                    <a:pt x="430" y="2255"/>
                  </a:cubicBezTo>
                  <a:cubicBezTo>
                    <a:pt x="501" y="2255"/>
                    <a:pt x="537" y="2219"/>
                    <a:pt x="573" y="2184"/>
                  </a:cubicBezTo>
                  <a:cubicBezTo>
                    <a:pt x="609" y="2148"/>
                    <a:pt x="644" y="2112"/>
                    <a:pt x="644" y="2076"/>
                  </a:cubicBezTo>
                  <a:lnTo>
                    <a:pt x="644" y="2040"/>
                  </a:lnTo>
                  <a:lnTo>
                    <a:pt x="644" y="2005"/>
                  </a:lnTo>
                  <a:cubicBezTo>
                    <a:pt x="644" y="2005"/>
                    <a:pt x="609" y="1969"/>
                    <a:pt x="609" y="1933"/>
                  </a:cubicBezTo>
                  <a:cubicBezTo>
                    <a:pt x="537" y="1861"/>
                    <a:pt x="465" y="1754"/>
                    <a:pt x="430" y="1647"/>
                  </a:cubicBezTo>
                  <a:cubicBezTo>
                    <a:pt x="394" y="1575"/>
                    <a:pt x="358" y="1503"/>
                    <a:pt x="358" y="1432"/>
                  </a:cubicBezTo>
                  <a:cubicBezTo>
                    <a:pt x="358" y="1324"/>
                    <a:pt x="358" y="1217"/>
                    <a:pt x="358" y="1074"/>
                  </a:cubicBezTo>
                  <a:cubicBezTo>
                    <a:pt x="394" y="966"/>
                    <a:pt x="430" y="823"/>
                    <a:pt x="465" y="716"/>
                  </a:cubicBezTo>
                  <a:cubicBezTo>
                    <a:pt x="501" y="609"/>
                    <a:pt x="537" y="537"/>
                    <a:pt x="609" y="465"/>
                  </a:cubicBezTo>
                  <a:cubicBezTo>
                    <a:pt x="644" y="430"/>
                    <a:pt x="680" y="358"/>
                    <a:pt x="716" y="358"/>
                  </a:cubicBezTo>
                  <a:cubicBezTo>
                    <a:pt x="752" y="322"/>
                    <a:pt x="788" y="322"/>
                    <a:pt x="788" y="286"/>
                  </a:cubicBezTo>
                  <a:lnTo>
                    <a:pt x="1110" y="286"/>
                  </a:lnTo>
                  <a:cubicBezTo>
                    <a:pt x="1110" y="251"/>
                    <a:pt x="1146" y="215"/>
                    <a:pt x="1146" y="179"/>
                  </a:cubicBezTo>
                  <a:cubicBezTo>
                    <a:pt x="1181" y="143"/>
                    <a:pt x="1181" y="107"/>
                    <a:pt x="1146" y="72"/>
                  </a:cubicBezTo>
                  <a:cubicBezTo>
                    <a:pt x="1146" y="36"/>
                    <a:pt x="1110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53"/>
            <p:cNvSpPr/>
            <p:nvPr/>
          </p:nvSpPr>
          <p:spPr>
            <a:xfrm>
              <a:off x="673925" y="2682550"/>
              <a:ext cx="28650" cy="47450"/>
            </a:xfrm>
            <a:custGeom>
              <a:avLst/>
              <a:gdLst/>
              <a:ahLst/>
              <a:cxnLst/>
              <a:rect l="l" t="t" r="r" b="b"/>
              <a:pathLst>
                <a:path w="1146" h="1898" extrusionOk="0">
                  <a:moveTo>
                    <a:pt x="644" y="0"/>
                  </a:moveTo>
                  <a:cubicBezTo>
                    <a:pt x="537" y="36"/>
                    <a:pt x="430" y="108"/>
                    <a:pt x="358" y="179"/>
                  </a:cubicBezTo>
                  <a:cubicBezTo>
                    <a:pt x="251" y="251"/>
                    <a:pt x="179" y="358"/>
                    <a:pt x="107" y="465"/>
                  </a:cubicBezTo>
                  <a:cubicBezTo>
                    <a:pt x="36" y="573"/>
                    <a:pt x="0" y="680"/>
                    <a:pt x="0" y="823"/>
                  </a:cubicBezTo>
                  <a:cubicBezTo>
                    <a:pt x="0" y="931"/>
                    <a:pt x="0" y="1074"/>
                    <a:pt x="72" y="1181"/>
                  </a:cubicBezTo>
                  <a:cubicBezTo>
                    <a:pt x="107" y="1289"/>
                    <a:pt x="179" y="1396"/>
                    <a:pt x="251" y="1504"/>
                  </a:cubicBezTo>
                  <a:cubicBezTo>
                    <a:pt x="322" y="1575"/>
                    <a:pt x="430" y="1647"/>
                    <a:pt x="537" y="1718"/>
                  </a:cubicBezTo>
                  <a:cubicBezTo>
                    <a:pt x="609" y="1790"/>
                    <a:pt x="716" y="1826"/>
                    <a:pt x="823" y="1897"/>
                  </a:cubicBezTo>
                  <a:lnTo>
                    <a:pt x="895" y="1897"/>
                  </a:lnTo>
                  <a:cubicBezTo>
                    <a:pt x="1074" y="1897"/>
                    <a:pt x="1146" y="1682"/>
                    <a:pt x="1002" y="1575"/>
                  </a:cubicBezTo>
                  <a:cubicBezTo>
                    <a:pt x="859" y="1504"/>
                    <a:pt x="752" y="1432"/>
                    <a:pt x="680" y="1360"/>
                  </a:cubicBezTo>
                  <a:cubicBezTo>
                    <a:pt x="609" y="1289"/>
                    <a:pt x="573" y="1253"/>
                    <a:pt x="501" y="1217"/>
                  </a:cubicBezTo>
                  <a:cubicBezTo>
                    <a:pt x="501" y="1146"/>
                    <a:pt x="465" y="1110"/>
                    <a:pt x="430" y="1074"/>
                  </a:cubicBezTo>
                  <a:cubicBezTo>
                    <a:pt x="430" y="1002"/>
                    <a:pt x="394" y="967"/>
                    <a:pt x="394" y="895"/>
                  </a:cubicBezTo>
                  <a:lnTo>
                    <a:pt x="394" y="823"/>
                  </a:lnTo>
                  <a:cubicBezTo>
                    <a:pt x="394" y="788"/>
                    <a:pt x="430" y="716"/>
                    <a:pt x="430" y="680"/>
                  </a:cubicBezTo>
                  <a:cubicBezTo>
                    <a:pt x="465" y="644"/>
                    <a:pt x="465" y="573"/>
                    <a:pt x="501" y="537"/>
                  </a:cubicBezTo>
                  <a:lnTo>
                    <a:pt x="609" y="465"/>
                  </a:lnTo>
                  <a:lnTo>
                    <a:pt x="716" y="394"/>
                  </a:lnTo>
                  <a:lnTo>
                    <a:pt x="752" y="394"/>
                  </a:lnTo>
                  <a:cubicBezTo>
                    <a:pt x="859" y="358"/>
                    <a:pt x="931" y="251"/>
                    <a:pt x="895" y="143"/>
                  </a:cubicBezTo>
                  <a:cubicBezTo>
                    <a:pt x="859" y="72"/>
                    <a:pt x="788" y="0"/>
                    <a:pt x="6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3"/>
            <p:cNvSpPr/>
            <p:nvPr/>
          </p:nvSpPr>
          <p:spPr>
            <a:xfrm>
              <a:off x="630950" y="2707600"/>
              <a:ext cx="51950" cy="82350"/>
            </a:xfrm>
            <a:custGeom>
              <a:avLst/>
              <a:gdLst/>
              <a:ahLst/>
              <a:cxnLst/>
              <a:rect l="l" t="t" r="r" b="b"/>
              <a:pathLst>
                <a:path w="2078" h="3294" extrusionOk="0">
                  <a:moveTo>
                    <a:pt x="1469" y="0"/>
                  </a:moveTo>
                  <a:cubicBezTo>
                    <a:pt x="1361" y="0"/>
                    <a:pt x="1290" y="36"/>
                    <a:pt x="1254" y="108"/>
                  </a:cubicBezTo>
                  <a:cubicBezTo>
                    <a:pt x="896" y="394"/>
                    <a:pt x="609" y="752"/>
                    <a:pt x="359" y="1110"/>
                  </a:cubicBezTo>
                  <a:cubicBezTo>
                    <a:pt x="216" y="1289"/>
                    <a:pt x="108" y="1504"/>
                    <a:pt x="73" y="1719"/>
                  </a:cubicBezTo>
                  <a:cubicBezTo>
                    <a:pt x="1" y="1969"/>
                    <a:pt x="1" y="2220"/>
                    <a:pt x="73" y="2434"/>
                  </a:cubicBezTo>
                  <a:cubicBezTo>
                    <a:pt x="73" y="2542"/>
                    <a:pt x="144" y="2649"/>
                    <a:pt x="180" y="2721"/>
                  </a:cubicBezTo>
                  <a:cubicBezTo>
                    <a:pt x="287" y="2900"/>
                    <a:pt x="466" y="3043"/>
                    <a:pt x="645" y="3150"/>
                  </a:cubicBezTo>
                  <a:cubicBezTo>
                    <a:pt x="681" y="3186"/>
                    <a:pt x="753" y="3222"/>
                    <a:pt x="788" y="3258"/>
                  </a:cubicBezTo>
                  <a:cubicBezTo>
                    <a:pt x="860" y="3258"/>
                    <a:pt x="932" y="3294"/>
                    <a:pt x="1039" y="3294"/>
                  </a:cubicBezTo>
                  <a:lnTo>
                    <a:pt x="1111" y="3294"/>
                  </a:lnTo>
                  <a:cubicBezTo>
                    <a:pt x="1182" y="3294"/>
                    <a:pt x="1254" y="3294"/>
                    <a:pt x="1361" y="3258"/>
                  </a:cubicBezTo>
                  <a:lnTo>
                    <a:pt x="1576" y="3222"/>
                  </a:lnTo>
                  <a:lnTo>
                    <a:pt x="1826" y="3150"/>
                  </a:lnTo>
                  <a:cubicBezTo>
                    <a:pt x="1970" y="3115"/>
                    <a:pt x="2077" y="2971"/>
                    <a:pt x="2041" y="2828"/>
                  </a:cubicBezTo>
                  <a:cubicBezTo>
                    <a:pt x="2005" y="2757"/>
                    <a:pt x="1934" y="2721"/>
                    <a:pt x="1862" y="2685"/>
                  </a:cubicBezTo>
                  <a:cubicBezTo>
                    <a:pt x="1826" y="2649"/>
                    <a:pt x="1791" y="2649"/>
                    <a:pt x="1755" y="2649"/>
                  </a:cubicBezTo>
                  <a:lnTo>
                    <a:pt x="1039" y="2649"/>
                  </a:lnTo>
                  <a:cubicBezTo>
                    <a:pt x="1003" y="2649"/>
                    <a:pt x="967" y="2613"/>
                    <a:pt x="932" y="2578"/>
                  </a:cubicBezTo>
                  <a:cubicBezTo>
                    <a:pt x="860" y="2542"/>
                    <a:pt x="824" y="2470"/>
                    <a:pt x="753" y="2434"/>
                  </a:cubicBezTo>
                  <a:lnTo>
                    <a:pt x="681" y="2291"/>
                  </a:lnTo>
                  <a:cubicBezTo>
                    <a:pt x="681" y="2255"/>
                    <a:pt x="645" y="2184"/>
                    <a:pt x="645" y="2148"/>
                  </a:cubicBezTo>
                  <a:cubicBezTo>
                    <a:pt x="645" y="2112"/>
                    <a:pt x="645" y="2041"/>
                    <a:pt x="645" y="2005"/>
                  </a:cubicBezTo>
                  <a:cubicBezTo>
                    <a:pt x="681" y="1898"/>
                    <a:pt x="681" y="1790"/>
                    <a:pt x="717" y="1719"/>
                  </a:cubicBezTo>
                  <a:cubicBezTo>
                    <a:pt x="788" y="1540"/>
                    <a:pt x="896" y="1396"/>
                    <a:pt x="1003" y="1253"/>
                  </a:cubicBezTo>
                  <a:cubicBezTo>
                    <a:pt x="1218" y="1003"/>
                    <a:pt x="1433" y="752"/>
                    <a:pt x="1683" y="537"/>
                  </a:cubicBezTo>
                  <a:cubicBezTo>
                    <a:pt x="1755" y="466"/>
                    <a:pt x="1791" y="394"/>
                    <a:pt x="1791" y="323"/>
                  </a:cubicBezTo>
                  <a:cubicBezTo>
                    <a:pt x="1791" y="144"/>
                    <a:pt x="1647" y="0"/>
                    <a:pt x="1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3"/>
            <p:cNvSpPr/>
            <p:nvPr/>
          </p:nvSpPr>
          <p:spPr>
            <a:xfrm>
              <a:off x="574575" y="2675375"/>
              <a:ext cx="84150" cy="231800"/>
            </a:xfrm>
            <a:custGeom>
              <a:avLst/>
              <a:gdLst/>
              <a:ahLst/>
              <a:cxnLst/>
              <a:rect l="l" t="t" r="r" b="b"/>
              <a:pathLst>
                <a:path w="3366" h="9272" extrusionOk="0">
                  <a:moveTo>
                    <a:pt x="3008" y="1"/>
                  </a:moveTo>
                  <a:lnTo>
                    <a:pt x="2864" y="72"/>
                  </a:lnTo>
                  <a:lnTo>
                    <a:pt x="2757" y="144"/>
                  </a:lnTo>
                  <a:cubicBezTo>
                    <a:pt x="2685" y="180"/>
                    <a:pt x="2614" y="216"/>
                    <a:pt x="2542" y="251"/>
                  </a:cubicBezTo>
                  <a:lnTo>
                    <a:pt x="2506" y="287"/>
                  </a:lnTo>
                  <a:cubicBezTo>
                    <a:pt x="2363" y="359"/>
                    <a:pt x="2220" y="466"/>
                    <a:pt x="2077" y="574"/>
                  </a:cubicBezTo>
                  <a:cubicBezTo>
                    <a:pt x="1755" y="788"/>
                    <a:pt x="1540" y="1075"/>
                    <a:pt x="1361" y="1397"/>
                  </a:cubicBezTo>
                  <a:cubicBezTo>
                    <a:pt x="1325" y="1468"/>
                    <a:pt x="1289" y="1540"/>
                    <a:pt x="1289" y="1647"/>
                  </a:cubicBezTo>
                  <a:cubicBezTo>
                    <a:pt x="1254" y="1719"/>
                    <a:pt x="1218" y="1826"/>
                    <a:pt x="1218" y="1934"/>
                  </a:cubicBezTo>
                  <a:cubicBezTo>
                    <a:pt x="1218" y="2005"/>
                    <a:pt x="1218" y="2077"/>
                    <a:pt x="1218" y="2184"/>
                  </a:cubicBezTo>
                  <a:cubicBezTo>
                    <a:pt x="1218" y="2292"/>
                    <a:pt x="1218" y="2399"/>
                    <a:pt x="1254" y="2506"/>
                  </a:cubicBezTo>
                  <a:cubicBezTo>
                    <a:pt x="1289" y="2793"/>
                    <a:pt x="1397" y="3079"/>
                    <a:pt x="1540" y="3330"/>
                  </a:cubicBezTo>
                  <a:lnTo>
                    <a:pt x="1540" y="3365"/>
                  </a:lnTo>
                  <a:lnTo>
                    <a:pt x="1540" y="3401"/>
                  </a:lnTo>
                  <a:cubicBezTo>
                    <a:pt x="1504" y="3437"/>
                    <a:pt x="1468" y="3473"/>
                    <a:pt x="1433" y="3509"/>
                  </a:cubicBezTo>
                  <a:lnTo>
                    <a:pt x="1254" y="3652"/>
                  </a:lnTo>
                  <a:cubicBezTo>
                    <a:pt x="1110" y="3759"/>
                    <a:pt x="1003" y="3902"/>
                    <a:pt x="896" y="4010"/>
                  </a:cubicBezTo>
                  <a:cubicBezTo>
                    <a:pt x="788" y="4117"/>
                    <a:pt x="681" y="4260"/>
                    <a:pt x="609" y="4368"/>
                  </a:cubicBezTo>
                  <a:cubicBezTo>
                    <a:pt x="574" y="4439"/>
                    <a:pt x="538" y="4547"/>
                    <a:pt x="502" y="4618"/>
                  </a:cubicBezTo>
                  <a:cubicBezTo>
                    <a:pt x="466" y="4690"/>
                    <a:pt x="430" y="4797"/>
                    <a:pt x="430" y="4869"/>
                  </a:cubicBezTo>
                  <a:cubicBezTo>
                    <a:pt x="359" y="5227"/>
                    <a:pt x="395" y="5549"/>
                    <a:pt x="502" y="5871"/>
                  </a:cubicBezTo>
                  <a:cubicBezTo>
                    <a:pt x="538" y="5943"/>
                    <a:pt x="574" y="6014"/>
                    <a:pt x="574" y="6086"/>
                  </a:cubicBezTo>
                  <a:lnTo>
                    <a:pt x="574" y="6122"/>
                  </a:lnTo>
                  <a:lnTo>
                    <a:pt x="538" y="6193"/>
                  </a:lnTo>
                  <a:lnTo>
                    <a:pt x="502" y="6229"/>
                  </a:lnTo>
                  <a:cubicBezTo>
                    <a:pt x="395" y="6336"/>
                    <a:pt x="323" y="6480"/>
                    <a:pt x="251" y="6587"/>
                  </a:cubicBezTo>
                  <a:cubicBezTo>
                    <a:pt x="108" y="6873"/>
                    <a:pt x="37" y="7196"/>
                    <a:pt x="1" y="7482"/>
                  </a:cubicBezTo>
                  <a:cubicBezTo>
                    <a:pt x="1" y="7625"/>
                    <a:pt x="1" y="7732"/>
                    <a:pt x="1" y="7840"/>
                  </a:cubicBezTo>
                  <a:cubicBezTo>
                    <a:pt x="37" y="7983"/>
                    <a:pt x="72" y="8126"/>
                    <a:pt x="108" y="8269"/>
                  </a:cubicBezTo>
                  <a:cubicBezTo>
                    <a:pt x="144" y="8341"/>
                    <a:pt x="180" y="8413"/>
                    <a:pt x="216" y="8484"/>
                  </a:cubicBezTo>
                  <a:cubicBezTo>
                    <a:pt x="251" y="8556"/>
                    <a:pt x="287" y="8627"/>
                    <a:pt x="359" y="8663"/>
                  </a:cubicBezTo>
                  <a:cubicBezTo>
                    <a:pt x="502" y="8878"/>
                    <a:pt x="717" y="9021"/>
                    <a:pt x="967" y="9128"/>
                  </a:cubicBezTo>
                  <a:cubicBezTo>
                    <a:pt x="1110" y="9200"/>
                    <a:pt x="1254" y="9272"/>
                    <a:pt x="1397" y="9272"/>
                  </a:cubicBezTo>
                  <a:lnTo>
                    <a:pt x="1504" y="9272"/>
                  </a:lnTo>
                  <a:cubicBezTo>
                    <a:pt x="1647" y="9272"/>
                    <a:pt x="1755" y="9272"/>
                    <a:pt x="1862" y="9236"/>
                  </a:cubicBezTo>
                  <a:cubicBezTo>
                    <a:pt x="2005" y="9236"/>
                    <a:pt x="2113" y="9200"/>
                    <a:pt x="2256" y="9164"/>
                  </a:cubicBezTo>
                  <a:lnTo>
                    <a:pt x="2292" y="9128"/>
                  </a:lnTo>
                  <a:cubicBezTo>
                    <a:pt x="2506" y="9093"/>
                    <a:pt x="2721" y="9021"/>
                    <a:pt x="2936" y="8914"/>
                  </a:cubicBezTo>
                  <a:cubicBezTo>
                    <a:pt x="2972" y="8914"/>
                    <a:pt x="3008" y="8878"/>
                    <a:pt x="3043" y="8806"/>
                  </a:cubicBezTo>
                  <a:cubicBezTo>
                    <a:pt x="3079" y="8735"/>
                    <a:pt x="3079" y="8663"/>
                    <a:pt x="3079" y="8592"/>
                  </a:cubicBezTo>
                  <a:cubicBezTo>
                    <a:pt x="3043" y="8484"/>
                    <a:pt x="2936" y="8413"/>
                    <a:pt x="2829" y="8377"/>
                  </a:cubicBezTo>
                  <a:lnTo>
                    <a:pt x="2757" y="8377"/>
                  </a:lnTo>
                  <a:cubicBezTo>
                    <a:pt x="2650" y="8413"/>
                    <a:pt x="2542" y="8448"/>
                    <a:pt x="2435" y="8484"/>
                  </a:cubicBezTo>
                  <a:lnTo>
                    <a:pt x="2256" y="8520"/>
                  </a:lnTo>
                  <a:cubicBezTo>
                    <a:pt x="2113" y="8556"/>
                    <a:pt x="1970" y="8592"/>
                    <a:pt x="1826" y="8592"/>
                  </a:cubicBezTo>
                  <a:lnTo>
                    <a:pt x="1576" y="8592"/>
                  </a:lnTo>
                  <a:lnTo>
                    <a:pt x="1397" y="8556"/>
                  </a:lnTo>
                  <a:cubicBezTo>
                    <a:pt x="1289" y="8484"/>
                    <a:pt x="1182" y="8448"/>
                    <a:pt x="1110" y="8377"/>
                  </a:cubicBezTo>
                  <a:cubicBezTo>
                    <a:pt x="1039" y="8341"/>
                    <a:pt x="967" y="8269"/>
                    <a:pt x="932" y="8198"/>
                  </a:cubicBezTo>
                  <a:cubicBezTo>
                    <a:pt x="896" y="8126"/>
                    <a:pt x="860" y="8090"/>
                    <a:pt x="824" y="8019"/>
                  </a:cubicBezTo>
                  <a:cubicBezTo>
                    <a:pt x="788" y="7947"/>
                    <a:pt x="753" y="7840"/>
                    <a:pt x="753" y="7768"/>
                  </a:cubicBezTo>
                  <a:cubicBezTo>
                    <a:pt x="753" y="7661"/>
                    <a:pt x="753" y="7518"/>
                    <a:pt x="753" y="7410"/>
                  </a:cubicBezTo>
                  <a:cubicBezTo>
                    <a:pt x="788" y="7303"/>
                    <a:pt x="824" y="7160"/>
                    <a:pt x="860" y="7052"/>
                  </a:cubicBezTo>
                  <a:cubicBezTo>
                    <a:pt x="896" y="6909"/>
                    <a:pt x="967" y="6802"/>
                    <a:pt x="1039" y="6730"/>
                  </a:cubicBezTo>
                  <a:cubicBezTo>
                    <a:pt x="1075" y="6694"/>
                    <a:pt x="1075" y="6659"/>
                    <a:pt x="1110" y="6623"/>
                  </a:cubicBezTo>
                  <a:cubicBezTo>
                    <a:pt x="1146" y="6587"/>
                    <a:pt x="1146" y="6587"/>
                    <a:pt x="1182" y="6551"/>
                  </a:cubicBezTo>
                  <a:cubicBezTo>
                    <a:pt x="1218" y="6515"/>
                    <a:pt x="1254" y="6480"/>
                    <a:pt x="1289" y="6444"/>
                  </a:cubicBezTo>
                  <a:cubicBezTo>
                    <a:pt x="1325" y="6408"/>
                    <a:pt x="1325" y="6336"/>
                    <a:pt x="1325" y="6301"/>
                  </a:cubicBezTo>
                  <a:cubicBezTo>
                    <a:pt x="1361" y="6229"/>
                    <a:pt x="1361" y="6157"/>
                    <a:pt x="1325" y="6086"/>
                  </a:cubicBezTo>
                  <a:cubicBezTo>
                    <a:pt x="1325" y="6014"/>
                    <a:pt x="1289" y="5978"/>
                    <a:pt x="1254" y="5907"/>
                  </a:cubicBezTo>
                  <a:cubicBezTo>
                    <a:pt x="1254" y="5871"/>
                    <a:pt x="1218" y="5835"/>
                    <a:pt x="1218" y="5800"/>
                  </a:cubicBezTo>
                  <a:cubicBezTo>
                    <a:pt x="1182" y="5728"/>
                    <a:pt x="1146" y="5656"/>
                    <a:pt x="1110" y="5549"/>
                  </a:cubicBezTo>
                  <a:cubicBezTo>
                    <a:pt x="1075" y="5442"/>
                    <a:pt x="1039" y="5334"/>
                    <a:pt x="1003" y="5191"/>
                  </a:cubicBezTo>
                  <a:cubicBezTo>
                    <a:pt x="1003" y="5119"/>
                    <a:pt x="1003" y="5012"/>
                    <a:pt x="1003" y="4940"/>
                  </a:cubicBezTo>
                  <a:cubicBezTo>
                    <a:pt x="1003" y="4869"/>
                    <a:pt x="1039" y="4761"/>
                    <a:pt x="1075" y="4690"/>
                  </a:cubicBezTo>
                  <a:cubicBezTo>
                    <a:pt x="1110" y="4583"/>
                    <a:pt x="1182" y="4511"/>
                    <a:pt x="1254" y="4404"/>
                  </a:cubicBezTo>
                  <a:cubicBezTo>
                    <a:pt x="1361" y="4260"/>
                    <a:pt x="1468" y="4153"/>
                    <a:pt x="1612" y="4010"/>
                  </a:cubicBezTo>
                  <a:lnTo>
                    <a:pt x="1647" y="3974"/>
                  </a:lnTo>
                  <a:cubicBezTo>
                    <a:pt x="1791" y="3867"/>
                    <a:pt x="1898" y="3759"/>
                    <a:pt x="1970" y="3616"/>
                  </a:cubicBezTo>
                  <a:cubicBezTo>
                    <a:pt x="2041" y="3509"/>
                    <a:pt x="2041" y="3401"/>
                    <a:pt x="2041" y="3294"/>
                  </a:cubicBezTo>
                  <a:cubicBezTo>
                    <a:pt x="2005" y="3222"/>
                    <a:pt x="1970" y="3151"/>
                    <a:pt x="1934" y="3079"/>
                  </a:cubicBezTo>
                  <a:cubicBezTo>
                    <a:pt x="1862" y="2972"/>
                    <a:pt x="1826" y="2864"/>
                    <a:pt x="1791" y="2757"/>
                  </a:cubicBezTo>
                  <a:cubicBezTo>
                    <a:pt x="1755" y="2685"/>
                    <a:pt x="1719" y="2650"/>
                    <a:pt x="1719" y="2578"/>
                  </a:cubicBezTo>
                  <a:cubicBezTo>
                    <a:pt x="1683" y="2506"/>
                    <a:pt x="1683" y="2435"/>
                    <a:pt x="1647" y="2363"/>
                  </a:cubicBezTo>
                  <a:cubicBezTo>
                    <a:pt x="1647" y="2220"/>
                    <a:pt x="1647" y="2077"/>
                    <a:pt x="1647" y="1969"/>
                  </a:cubicBezTo>
                  <a:cubicBezTo>
                    <a:pt x="1683" y="1862"/>
                    <a:pt x="1719" y="1791"/>
                    <a:pt x="1719" y="1683"/>
                  </a:cubicBezTo>
                  <a:cubicBezTo>
                    <a:pt x="1791" y="1540"/>
                    <a:pt x="1898" y="1397"/>
                    <a:pt x="1970" y="1289"/>
                  </a:cubicBezTo>
                  <a:cubicBezTo>
                    <a:pt x="2077" y="1146"/>
                    <a:pt x="2184" y="1039"/>
                    <a:pt x="2292" y="967"/>
                  </a:cubicBezTo>
                  <a:cubicBezTo>
                    <a:pt x="2435" y="860"/>
                    <a:pt x="2578" y="752"/>
                    <a:pt x="2757" y="681"/>
                  </a:cubicBezTo>
                  <a:lnTo>
                    <a:pt x="2757" y="645"/>
                  </a:lnTo>
                  <a:lnTo>
                    <a:pt x="2972" y="538"/>
                  </a:lnTo>
                  <a:cubicBezTo>
                    <a:pt x="3008" y="502"/>
                    <a:pt x="3079" y="502"/>
                    <a:pt x="3115" y="466"/>
                  </a:cubicBezTo>
                  <a:lnTo>
                    <a:pt x="3222" y="430"/>
                  </a:lnTo>
                  <a:cubicBezTo>
                    <a:pt x="3294" y="395"/>
                    <a:pt x="3330" y="359"/>
                    <a:pt x="3330" y="287"/>
                  </a:cubicBezTo>
                  <a:cubicBezTo>
                    <a:pt x="3366" y="216"/>
                    <a:pt x="3330" y="144"/>
                    <a:pt x="3294" y="108"/>
                  </a:cubicBezTo>
                  <a:cubicBezTo>
                    <a:pt x="3258" y="37"/>
                    <a:pt x="3187" y="1"/>
                    <a:pt x="31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3"/>
            <p:cNvSpPr/>
            <p:nvPr/>
          </p:nvSpPr>
          <p:spPr>
            <a:xfrm>
              <a:off x="836775" y="2457925"/>
              <a:ext cx="25075" cy="41200"/>
            </a:xfrm>
            <a:custGeom>
              <a:avLst/>
              <a:gdLst/>
              <a:ahLst/>
              <a:cxnLst/>
              <a:rect l="l" t="t" r="r" b="b"/>
              <a:pathLst>
                <a:path w="1003" h="1648" extrusionOk="0">
                  <a:moveTo>
                    <a:pt x="359" y="1"/>
                  </a:moveTo>
                  <a:lnTo>
                    <a:pt x="216" y="72"/>
                  </a:lnTo>
                  <a:lnTo>
                    <a:pt x="72" y="108"/>
                  </a:lnTo>
                  <a:lnTo>
                    <a:pt x="37" y="108"/>
                  </a:lnTo>
                  <a:cubicBezTo>
                    <a:pt x="37" y="108"/>
                    <a:pt x="1" y="144"/>
                    <a:pt x="1" y="180"/>
                  </a:cubicBezTo>
                  <a:cubicBezTo>
                    <a:pt x="1" y="180"/>
                    <a:pt x="1" y="215"/>
                    <a:pt x="1" y="251"/>
                  </a:cubicBezTo>
                  <a:cubicBezTo>
                    <a:pt x="37" y="287"/>
                    <a:pt x="72" y="287"/>
                    <a:pt x="72" y="287"/>
                  </a:cubicBezTo>
                  <a:lnTo>
                    <a:pt x="144" y="287"/>
                  </a:lnTo>
                  <a:lnTo>
                    <a:pt x="251" y="251"/>
                  </a:lnTo>
                  <a:cubicBezTo>
                    <a:pt x="287" y="215"/>
                    <a:pt x="323" y="215"/>
                    <a:pt x="394" y="180"/>
                  </a:cubicBezTo>
                  <a:lnTo>
                    <a:pt x="466" y="251"/>
                  </a:lnTo>
                  <a:lnTo>
                    <a:pt x="573" y="323"/>
                  </a:lnTo>
                  <a:cubicBezTo>
                    <a:pt x="573" y="359"/>
                    <a:pt x="609" y="394"/>
                    <a:pt x="609" y="430"/>
                  </a:cubicBezTo>
                  <a:cubicBezTo>
                    <a:pt x="645" y="502"/>
                    <a:pt x="681" y="609"/>
                    <a:pt x="681" y="681"/>
                  </a:cubicBezTo>
                  <a:cubicBezTo>
                    <a:pt x="717" y="824"/>
                    <a:pt x="717" y="967"/>
                    <a:pt x="681" y="1110"/>
                  </a:cubicBezTo>
                  <a:lnTo>
                    <a:pt x="681" y="1253"/>
                  </a:lnTo>
                  <a:cubicBezTo>
                    <a:pt x="681" y="1289"/>
                    <a:pt x="681" y="1361"/>
                    <a:pt x="645" y="1432"/>
                  </a:cubicBezTo>
                  <a:cubicBezTo>
                    <a:pt x="645" y="1504"/>
                    <a:pt x="681" y="1611"/>
                    <a:pt x="788" y="1647"/>
                  </a:cubicBezTo>
                  <a:lnTo>
                    <a:pt x="824" y="1647"/>
                  </a:lnTo>
                  <a:cubicBezTo>
                    <a:pt x="860" y="1611"/>
                    <a:pt x="896" y="1611"/>
                    <a:pt x="896" y="1611"/>
                  </a:cubicBezTo>
                  <a:cubicBezTo>
                    <a:pt x="931" y="1576"/>
                    <a:pt x="967" y="1576"/>
                    <a:pt x="967" y="1540"/>
                  </a:cubicBezTo>
                  <a:cubicBezTo>
                    <a:pt x="967" y="1504"/>
                    <a:pt x="967" y="1504"/>
                    <a:pt x="967" y="1468"/>
                  </a:cubicBezTo>
                  <a:lnTo>
                    <a:pt x="967" y="1289"/>
                  </a:lnTo>
                  <a:lnTo>
                    <a:pt x="967" y="1182"/>
                  </a:lnTo>
                  <a:lnTo>
                    <a:pt x="1003" y="1218"/>
                  </a:lnTo>
                  <a:lnTo>
                    <a:pt x="1003" y="967"/>
                  </a:lnTo>
                  <a:cubicBezTo>
                    <a:pt x="1003" y="896"/>
                    <a:pt x="1003" y="896"/>
                    <a:pt x="967" y="824"/>
                  </a:cubicBezTo>
                  <a:lnTo>
                    <a:pt x="967" y="788"/>
                  </a:lnTo>
                  <a:cubicBezTo>
                    <a:pt x="967" y="752"/>
                    <a:pt x="931" y="681"/>
                    <a:pt x="931" y="609"/>
                  </a:cubicBezTo>
                  <a:cubicBezTo>
                    <a:pt x="896" y="502"/>
                    <a:pt x="860" y="430"/>
                    <a:pt x="824" y="323"/>
                  </a:cubicBezTo>
                  <a:cubicBezTo>
                    <a:pt x="788" y="251"/>
                    <a:pt x="717" y="144"/>
                    <a:pt x="609" y="108"/>
                  </a:cubicBezTo>
                  <a:cubicBezTo>
                    <a:pt x="573" y="36"/>
                    <a:pt x="466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3"/>
            <p:cNvSpPr/>
            <p:nvPr/>
          </p:nvSpPr>
          <p:spPr>
            <a:xfrm>
              <a:off x="910150" y="1979175"/>
              <a:ext cx="453725" cy="1174100"/>
            </a:xfrm>
            <a:custGeom>
              <a:avLst/>
              <a:gdLst/>
              <a:ahLst/>
              <a:cxnLst/>
              <a:rect l="l" t="t" r="r" b="b"/>
              <a:pathLst>
                <a:path w="18149" h="46964" extrusionOk="0">
                  <a:moveTo>
                    <a:pt x="15048" y="1083"/>
                  </a:moveTo>
                  <a:cubicBezTo>
                    <a:pt x="15142" y="1083"/>
                    <a:pt x="15232" y="1092"/>
                    <a:pt x="15321" y="1110"/>
                  </a:cubicBezTo>
                  <a:cubicBezTo>
                    <a:pt x="15464" y="1146"/>
                    <a:pt x="15607" y="1182"/>
                    <a:pt x="15786" y="1218"/>
                  </a:cubicBezTo>
                  <a:cubicBezTo>
                    <a:pt x="15858" y="1253"/>
                    <a:pt x="15930" y="1325"/>
                    <a:pt x="16037" y="1361"/>
                  </a:cubicBezTo>
                  <a:cubicBezTo>
                    <a:pt x="16109" y="1432"/>
                    <a:pt x="16180" y="1504"/>
                    <a:pt x="16216" y="1575"/>
                  </a:cubicBezTo>
                  <a:cubicBezTo>
                    <a:pt x="16252" y="1647"/>
                    <a:pt x="16288" y="1683"/>
                    <a:pt x="16323" y="1754"/>
                  </a:cubicBezTo>
                  <a:cubicBezTo>
                    <a:pt x="16359" y="1826"/>
                    <a:pt x="16395" y="1933"/>
                    <a:pt x="16395" y="2041"/>
                  </a:cubicBezTo>
                  <a:cubicBezTo>
                    <a:pt x="16431" y="2291"/>
                    <a:pt x="16431" y="2506"/>
                    <a:pt x="16395" y="2757"/>
                  </a:cubicBezTo>
                  <a:cubicBezTo>
                    <a:pt x="16395" y="2936"/>
                    <a:pt x="16359" y="3115"/>
                    <a:pt x="16359" y="3294"/>
                  </a:cubicBezTo>
                  <a:cubicBezTo>
                    <a:pt x="16323" y="3652"/>
                    <a:pt x="16359" y="4045"/>
                    <a:pt x="16502" y="4403"/>
                  </a:cubicBezTo>
                  <a:cubicBezTo>
                    <a:pt x="16538" y="4582"/>
                    <a:pt x="16610" y="4761"/>
                    <a:pt x="16717" y="4904"/>
                  </a:cubicBezTo>
                  <a:cubicBezTo>
                    <a:pt x="16789" y="5083"/>
                    <a:pt x="16860" y="5227"/>
                    <a:pt x="16932" y="5370"/>
                  </a:cubicBezTo>
                  <a:cubicBezTo>
                    <a:pt x="16968" y="5441"/>
                    <a:pt x="17003" y="5549"/>
                    <a:pt x="17039" y="5656"/>
                  </a:cubicBezTo>
                  <a:cubicBezTo>
                    <a:pt x="17039" y="5835"/>
                    <a:pt x="17003" y="6014"/>
                    <a:pt x="16968" y="6193"/>
                  </a:cubicBezTo>
                  <a:cubicBezTo>
                    <a:pt x="16932" y="6408"/>
                    <a:pt x="16896" y="6623"/>
                    <a:pt x="16860" y="6802"/>
                  </a:cubicBezTo>
                  <a:lnTo>
                    <a:pt x="16789" y="7303"/>
                  </a:lnTo>
                  <a:cubicBezTo>
                    <a:pt x="16717" y="7661"/>
                    <a:pt x="16681" y="8019"/>
                    <a:pt x="16717" y="8376"/>
                  </a:cubicBezTo>
                  <a:cubicBezTo>
                    <a:pt x="16717" y="8627"/>
                    <a:pt x="16753" y="8842"/>
                    <a:pt x="16789" y="9057"/>
                  </a:cubicBezTo>
                  <a:cubicBezTo>
                    <a:pt x="16824" y="9236"/>
                    <a:pt x="16860" y="9379"/>
                    <a:pt x="16896" y="9558"/>
                  </a:cubicBezTo>
                  <a:cubicBezTo>
                    <a:pt x="16932" y="9844"/>
                    <a:pt x="16932" y="10166"/>
                    <a:pt x="16896" y="10488"/>
                  </a:cubicBezTo>
                  <a:cubicBezTo>
                    <a:pt x="16860" y="10703"/>
                    <a:pt x="16789" y="10954"/>
                    <a:pt x="16717" y="11168"/>
                  </a:cubicBezTo>
                  <a:cubicBezTo>
                    <a:pt x="16681" y="11419"/>
                    <a:pt x="16574" y="11634"/>
                    <a:pt x="16502" y="11849"/>
                  </a:cubicBezTo>
                  <a:cubicBezTo>
                    <a:pt x="16431" y="12063"/>
                    <a:pt x="16359" y="12242"/>
                    <a:pt x="16288" y="12457"/>
                  </a:cubicBezTo>
                  <a:cubicBezTo>
                    <a:pt x="16216" y="12636"/>
                    <a:pt x="16180" y="12851"/>
                    <a:pt x="16144" y="13066"/>
                  </a:cubicBezTo>
                  <a:cubicBezTo>
                    <a:pt x="16073" y="13352"/>
                    <a:pt x="16037" y="13674"/>
                    <a:pt x="16073" y="13960"/>
                  </a:cubicBezTo>
                  <a:cubicBezTo>
                    <a:pt x="16073" y="14211"/>
                    <a:pt x="16144" y="14462"/>
                    <a:pt x="16216" y="14712"/>
                  </a:cubicBezTo>
                  <a:cubicBezTo>
                    <a:pt x="16252" y="14820"/>
                    <a:pt x="16288" y="14927"/>
                    <a:pt x="16323" y="15034"/>
                  </a:cubicBezTo>
                  <a:cubicBezTo>
                    <a:pt x="16359" y="15106"/>
                    <a:pt x="16395" y="15177"/>
                    <a:pt x="16395" y="15213"/>
                  </a:cubicBezTo>
                  <a:cubicBezTo>
                    <a:pt x="16431" y="15249"/>
                    <a:pt x="16431" y="15285"/>
                    <a:pt x="16431" y="15321"/>
                  </a:cubicBezTo>
                  <a:cubicBezTo>
                    <a:pt x="16431" y="15392"/>
                    <a:pt x="16431" y="15464"/>
                    <a:pt x="16431" y="15535"/>
                  </a:cubicBezTo>
                  <a:cubicBezTo>
                    <a:pt x="16395" y="15679"/>
                    <a:pt x="16359" y="15822"/>
                    <a:pt x="16323" y="15965"/>
                  </a:cubicBezTo>
                  <a:cubicBezTo>
                    <a:pt x="16144" y="16323"/>
                    <a:pt x="15965" y="16645"/>
                    <a:pt x="15715" y="16967"/>
                  </a:cubicBezTo>
                  <a:cubicBezTo>
                    <a:pt x="15607" y="17110"/>
                    <a:pt x="15428" y="17289"/>
                    <a:pt x="15285" y="17397"/>
                  </a:cubicBezTo>
                  <a:cubicBezTo>
                    <a:pt x="15142" y="17504"/>
                    <a:pt x="14999" y="17612"/>
                    <a:pt x="14820" y="17719"/>
                  </a:cubicBezTo>
                  <a:cubicBezTo>
                    <a:pt x="14569" y="17862"/>
                    <a:pt x="14462" y="18220"/>
                    <a:pt x="14641" y="18471"/>
                  </a:cubicBezTo>
                  <a:cubicBezTo>
                    <a:pt x="14713" y="18614"/>
                    <a:pt x="14820" y="18685"/>
                    <a:pt x="14963" y="18721"/>
                  </a:cubicBezTo>
                  <a:lnTo>
                    <a:pt x="15106" y="18757"/>
                  </a:lnTo>
                  <a:cubicBezTo>
                    <a:pt x="15214" y="18757"/>
                    <a:pt x="15321" y="18721"/>
                    <a:pt x="15393" y="18685"/>
                  </a:cubicBezTo>
                  <a:cubicBezTo>
                    <a:pt x="15572" y="18578"/>
                    <a:pt x="15786" y="18506"/>
                    <a:pt x="15965" y="18399"/>
                  </a:cubicBezTo>
                  <a:lnTo>
                    <a:pt x="15965" y="18542"/>
                  </a:lnTo>
                  <a:cubicBezTo>
                    <a:pt x="15965" y="18578"/>
                    <a:pt x="15894" y="18721"/>
                    <a:pt x="15858" y="18829"/>
                  </a:cubicBezTo>
                  <a:cubicBezTo>
                    <a:pt x="15786" y="19043"/>
                    <a:pt x="15679" y="19222"/>
                    <a:pt x="15572" y="19437"/>
                  </a:cubicBezTo>
                  <a:lnTo>
                    <a:pt x="15249" y="20117"/>
                  </a:lnTo>
                  <a:cubicBezTo>
                    <a:pt x="15142" y="20332"/>
                    <a:pt x="15035" y="20547"/>
                    <a:pt x="14927" y="20761"/>
                  </a:cubicBezTo>
                  <a:cubicBezTo>
                    <a:pt x="14784" y="21048"/>
                    <a:pt x="14677" y="21370"/>
                    <a:pt x="14569" y="21692"/>
                  </a:cubicBezTo>
                  <a:cubicBezTo>
                    <a:pt x="14534" y="21871"/>
                    <a:pt x="14498" y="22014"/>
                    <a:pt x="14426" y="22193"/>
                  </a:cubicBezTo>
                  <a:cubicBezTo>
                    <a:pt x="14355" y="22336"/>
                    <a:pt x="14283" y="22480"/>
                    <a:pt x="14211" y="22623"/>
                  </a:cubicBezTo>
                  <a:lnTo>
                    <a:pt x="14068" y="22838"/>
                  </a:lnTo>
                  <a:cubicBezTo>
                    <a:pt x="13997" y="23017"/>
                    <a:pt x="13889" y="23195"/>
                    <a:pt x="13818" y="23410"/>
                  </a:cubicBezTo>
                  <a:cubicBezTo>
                    <a:pt x="13782" y="23518"/>
                    <a:pt x="13746" y="23661"/>
                    <a:pt x="13746" y="23804"/>
                  </a:cubicBezTo>
                  <a:cubicBezTo>
                    <a:pt x="13710" y="23983"/>
                    <a:pt x="13710" y="24162"/>
                    <a:pt x="13710" y="24305"/>
                  </a:cubicBezTo>
                  <a:lnTo>
                    <a:pt x="13710" y="24770"/>
                  </a:lnTo>
                  <a:cubicBezTo>
                    <a:pt x="13710" y="24949"/>
                    <a:pt x="13710" y="24985"/>
                    <a:pt x="13746" y="25093"/>
                  </a:cubicBezTo>
                  <a:cubicBezTo>
                    <a:pt x="13782" y="25200"/>
                    <a:pt x="13782" y="25379"/>
                    <a:pt x="13818" y="25558"/>
                  </a:cubicBezTo>
                  <a:lnTo>
                    <a:pt x="13818" y="25594"/>
                  </a:lnTo>
                  <a:cubicBezTo>
                    <a:pt x="13818" y="25630"/>
                    <a:pt x="13818" y="25701"/>
                    <a:pt x="13818" y="25737"/>
                  </a:cubicBezTo>
                  <a:cubicBezTo>
                    <a:pt x="13818" y="25773"/>
                    <a:pt x="13818" y="25844"/>
                    <a:pt x="13818" y="25880"/>
                  </a:cubicBezTo>
                  <a:lnTo>
                    <a:pt x="13925" y="26453"/>
                  </a:lnTo>
                  <a:cubicBezTo>
                    <a:pt x="13961" y="26739"/>
                    <a:pt x="13961" y="27061"/>
                    <a:pt x="13961" y="27348"/>
                  </a:cubicBezTo>
                  <a:cubicBezTo>
                    <a:pt x="13889" y="27562"/>
                    <a:pt x="13854" y="27777"/>
                    <a:pt x="13746" y="27992"/>
                  </a:cubicBezTo>
                  <a:cubicBezTo>
                    <a:pt x="13675" y="28207"/>
                    <a:pt x="13567" y="28457"/>
                    <a:pt x="13460" y="28672"/>
                  </a:cubicBezTo>
                  <a:cubicBezTo>
                    <a:pt x="13388" y="28779"/>
                    <a:pt x="13352" y="28923"/>
                    <a:pt x="13317" y="29030"/>
                  </a:cubicBezTo>
                  <a:cubicBezTo>
                    <a:pt x="13281" y="29173"/>
                    <a:pt x="13245" y="29352"/>
                    <a:pt x="13281" y="29495"/>
                  </a:cubicBezTo>
                  <a:cubicBezTo>
                    <a:pt x="13281" y="29603"/>
                    <a:pt x="13317" y="29710"/>
                    <a:pt x="13317" y="29853"/>
                  </a:cubicBezTo>
                  <a:cubicBezTo>
                    <a:pt x="13317" y="29961"/>
                    <a:pt x="13317" y="30068"/>
                    <a:pt x="13352" y="30140"/>
                  </a:cubicBezTo>
                  <a:cubicBezTo>
                    <a:pt x="13352" y="30319"/>
                    <a:pt x="13352" y="30498"/>
                    <a:pt x="13388" y="30677"/>
                  </a:cubicBezTo>
                  <a:cubicBezTo>
                    <a:pt x="13388" y="30999"/>
                    <a:pt x="13388" y="31321"/>
                    <a:pt x="13388" y="31643"/>
                  </a:cubicBezTo>
                  <a:cubicBezTo>
                    <a:pt x="13352" y="31822"/>
                    <a:pt x="13281" y="32001"/>
                    <a:pt x="13245" y="32180"/>
                  </a:cubicBezTo>
                  <a:cubicBezTo>
                    <a:pt x="13173" y="32252"/>
                    <a:pt x="13138" y="32323"/>
                    <a:pt x="13102" y="32395"/>
                  </a:cubicBezTo>
                  <a:cubicBezTo>
                    <a:pt x="12959" y="32538"/>
                    <a:pt x="12815" y="32717"/>
                    <a:pt x="12636" y="32824"/>
                  </a:cubicBezTo>
                  <a:cubicBezTo>
                    <a:pt x="12458" y="32967"/>
                    <a:pt x="12314" y="33075"/>
                    <a:pt x="12135" y="33182"/>
                  </a:cubicBezTo>
                  <a:lnTo>
                    <a:pt x="12135" y="33039"/>
                  </a:lnTo>
                  <a:cubicBezTo>
                    <a:pt x="12064" y="32645"/>
                    <a:pt x="11992" y="32252"/>
                    <a:pt x="11849" y="31858"/>
                  </a:cubicBezTo>
                  <a:cubicBezTo>
                    <a:pt x="11777" y="31643"/>
                    <a:pt x="11706" y="31464"/>
                    <a:pt x="11634" y="31285"/>
                  </a:cubicBezTo>
                  <a:cubicBezTo>
                    <a:pt x="11563" y="31106"/>
                    <a:pt x="11491" y="30927"/>
                    <a:pt x="11419" y="30748"/>
                  </a:cubicBezTo>
                  <a:cubicBezTo>
                    <a:pt x="11312" y="30569"/>
                    <a:pt x="11240" y="30462"/>
                    <a:pt x="11169" y="30319"/>
                  </a:cubicBezTo>
                  <a:cubicBezTo>
                    <a:pt x="11133" y="30211"/>
                    <a:pt x="11133" y="30140"/>
                    <a:pt x="11097" y="30068"/>
                  </a:cubicBezTo>
                  <a:cubicBezTo>
                    <a:pt x="11026" y="29800"/>
                    <a:pt x="10811" y="29665"/>
                    <a:pt x="10596" y="29665"/>
                  </a:cubicBezTo>
                  <a:cubicBezTo>
                    <a:pt x="10381" y="29665"/>
                    <a:pt x="10167" y="29800"/>
                    <a:pt x="10095" y="30068"/>
                  </a:cubicBezTo>
                  <a:cubicBezTo>
                    <a:pt x="10059" y="30211"/>
                    <a:pt x="10023" y="30390"/>
                    <a:pt x="10023" y="30569"/>
                  </a:cubicBezTo>
                  <a:cubicBezTo>
                    <a:pt x="10023" y="30677"/>
                    <a:pt x="10023" y="30820"/>
                    <a:pt x="10059" y="30927"/>
                  </a:cubicBezTo>
                  <a:cubicBezTo>
                    <a:pt x="10059" y="30999"/>
                    <a:pt x="10059" y="31035"/>
                    <a:pt x="10095" y="31070"/>
                  </a:cubicBezTo>
                  <a:cubicBezTo>
                    <a:pt x="10131" y="31249"/>
                    <a:pt x="10202" y="31428"/>
                    <a:pt x="10238" y="31607"/>
                  </a:cubicBezTo>
                  <a:cubicBezTo>
                    <a:pt x="10310" y="31786"/>
                    <a:pt x="10346" y="31929"/>
                    <a:pt x="10417" y="32073"/>
                  </a:cubicBezTo>
                  <a:cubicBezTo>
                    <a:pt x="10560" y="32502"/>
                    <a:pt x="10668" y="32896"/>
                    <a:pt x="10739" y="33325"/>
                  </a:cubicBezTo>
                  <a:cubicBezTo>
                    <a:pt x="10739" y="33612"/>
                    <a:pt x="10739" y="33862"/>
                    <a:pt x="10739" y="34149"/>
                  </a:cubicBezTo>
                  <a:cubicBezTo>
                    <a:pt x="10632" y="34542"/>
                    <a:pt x="10525" y="34936"/>
                    <a:pt x="10381" y="35294"/>
                  </a:cubicBezTo>
                  <a:cubicBezTo>
                    <a:pt x="10274" y="35509"/>
                    <a:pt x="10202" y="35724"/>
                    <a:pt x="10131" y="35938"/>
                  </a:cubicBezTo>
                  <a:cubicBezTo>
                    <a:pt x="10059" y="36153"/>
                    <a:pt x="10023" y="36332"/>
                    <a:pt x="10023" y="36547"/>
                  </a:cubicBezTo>
                  <a:lnTo>
                    <a:pt x="10023" y="36654"/>
                  </a:lnTo>
                  <a:cubicBezTo>
                    <a:pt x="9988" y="36941"/>
                    <a:pt x="9916" y="37227"/>
                    <a:pt x="9809" y="37478"/>
                  </a:cubicBezTo>
                  <a:cubicBezTo>
                    <a:pt x="9773" y="37621"/>
                    <a:pt x="9701" y="37728"/>
                    <a:pt x="9594" y="37871"/>
                  </a:cubicBezTo>
                  <a:cubicBezTo>
                    <a:pt x="9451" y="38050"/>
                    <a:pt x="9308" y="38193"/>
                    <a:pt x="9129" y="38337"/>
                  </a:cubicBezTo>
                  <a:cubicBezTo>
                    <a:pt x="8878" y="38516"/>
                    <a:pt x="8627" y="38659"/>
                    <a:pt x="8377" y="38802"/>
                  </a:cubicBezTo>
                  <a:cubicBezTo>
                    <a:pt x="8270" y="38838"/>
                    <a:pt x="8126" y="38909"/>
                    <a:pt x="8019" y="38981"/>
                  </a:cubicBezTo>
                  <a:cubicBezTo>
                    <a:pt x="7876" y="39088"/>
                    <a:pt x="7768" y="39196"/>
                    <a:pt x="7661" y="39339"/>
                  </a:cubicBezTo>
                  <a:cubicBezTo>
                    <a:pt x="7625" y="39410"/>
                    <a:pt x="7589" y="39482"/>
                    <a:pt x="7554" y="39554"/>
                  </a:cubicBezTo>
                  <a:cubicBezTo>
                    <a:pt x="7518" y="39625"/>
                    <a:pt x="7518" y="39733"/>
                    <a:pt x="7518" y="39804"/>
                  </a:cubicBezTo>
                  <a:cubicBezTo>
                    <a:pt x="7518" y="39912"/>
                    <a:pt x="7518" y="40055"/>
                    <a:pt x="7518" y="40162"/>
                  </a:cubicBezTo>
                  <a:lnTo>
                    <a:pt x="7518" y="40413"/>
                  </a:lnTo>
                  <a:lnTo>
                    <a:pt x="7518" y="40699"/>
                  </a:lnTo>
                  <a:cubicBezTo>
                    <a:pt x="7518" y="40914"/>
                    <a:pt x="7518" y="41129"/>
                    <a:pt x="7518" y="41343"/>
                  </a:cubicBezTo>
                  <a:cubicBezTo>
                    <a:pt x="7482" y="41522"/>
                    <a:pt x="7446" y="41737"/>
                    <a:pt x="7375" y="41916"/>
                  </a:cubicBezTo>
                  <a:cubicBezTo>
                    <a:pt x="7339" y="41988"/>
                    <a:pt x="7303" y="42023"/>
                    <a:pt x="7267" y="42059"/>
                  </a:cubicBezTo>
                  <a:lnTo>
                    <a:pt x="7196" y="42202"/>
                  </a:lnTo>
                  <a:cubicBezTo>
                    <a:pt x="6945" y="42525"/>
                    <a:pt x="6659" y="42847"/>
                    <a:pt x="6408" y="43133"/>
                  </a:cubicBezTo>
                  <a:lnTo>
                    <a:pt x="6086" y="43455"/>
                  </a:lnTo>
                  <a:cubicBezTo>
                    <a:pt x="5943" y="43598"/>
                    <a:pt x="5800" y="43777"/>
                    <a:pt x="5692" y="43956"/>
                  </a:cubicBezTo>
                  <a:cubicBezTo>
                    <a:pt x="5585" y="44100"/>
                    <a:pt x="5513" y="44243"/>
                    <a:pt x="5478" y="44422"/>
                  </a:cubicBezTo>
                  <a:cubicBezTo>
                    <a:pt x="5442" y="44493"/>
                    <a:pt x="5406" y="44601"/>
                    <a:pt x="5406" y="44672"/>
                  </a:cubicBezTo>
                  <a:cubicBezTo>
                    <a:pt x="5370" y="44887"/>
                    <a:pt x="5299" y="45066"/>
                    <a:pt x="5227" y="45245"/>
                  </a:cubicBezTo>
                  <a:cubicBezTo>
                    <a:pt x="5120" y="45496"/>
                    <a:pt x="4941" y="45746"/>
                    <a:pt x="4726" y="45925"/>
                  </a:cubicBezTo>
                  <a:cubicBezTo>
                    <a:pt x="4618" y="45997"/>
                    <a:pt x="4547" y="46032"/>
                    <a:pt x="4439" y="46104"/>
                  </a:cubicBezTo>
                  <a:cubicBezTo>
                    <a:pt x="4296" y="46140"/>
                    <a:pt x="4117" y="46176"/>
                    <a:pt x="3938" y="46211"/>
                  </a:cubicBezTo>
                  <a:cubicBezTo>
                    <a:pt x="3795" y="46229"/>
                    <a:pt x="3643" y="46238"/>
                    <a:pt x="3486" y="46238"/>
                  </a:cubicBezTo>
                  <a:cubicBezTo>
                    <a:pt x="3330" y="46238"/>
                    <a:pt x="3169" y="46229"/>
                    <a:pt x="3008" y="46211"/>
                  </a:cubicBezTo>
                  <a:cubicBezTo>
                    <a:pt x="2721" y="46176"/>
                    <a:pt x="2399" y="46104"/>
                    <a:pt x="2113" y="45997"/>
                  </a:cubicBezTo>
                  <a:cubicBezTo>
                    <a:pt x="2005" y="45925"/>
                    <a:pt x="1898" y="45889"/>
                    <a:pt x="1791" y="45818"/>
                  </a:cubicBezTo>
                  <a:cubicBezTo>
                    <a:pt x="1755" y="45782"/>
                    <a:pt x="1719" y="45746"/>
                    <a:pt x="1683" y="45710"/>
                  </a:cubicBezTo>
                  <a:lnTo>
                    <a:pt x="1647" y="45603"/>
                  </a:lnTo>
                  <a:cubicBezTo>
                    <a:pt x="1647" y="45245"/>
                    <a:pt x="1647" y="44923"/>
                    <a:pt x="1647" y="44601"/>
                  </a:cubicBezTo>
                  <a:lnTo>
                    <a:pt x="1647" y="43813"/>
                  </a:lnTo>
                  <a:cubicBezTo>
                    <a:pt x="1647" y="43563"/>
                    <a:pt x="1647" y="43276"/>
                    <a:pt x="1719" y="42990"/>
                  </a:cubicBezTo>
                  <a:cubicBezTo>
                    <a:pt x="1755" y="42704"/>
                    <a:pt x="1755" y="42489"/>
                    <a:pt x="1791" y="42202"/>
                  </a:cubicBezTo>
                  <a:cubicBezTo>
                    <a:pt x="1826" y="41952"/>
                    <a:pt x="1862" y="41773"/>
                    <a:pt x="1898" y="41558"/>
                  </a:cubicBezTo>
                  <a:cubicBezTo>
                    <a:pt x="1934" y="41308"/>
                    <a:pt x="1934" y="41021"/>
                    <a:pt x="1934" y="40771"/>
                  </a:cubicBezTo>
                  <a:cubicBezTo>
                    <a:pt x="1934" y="40592"/>
                    <a:pt x="1934" y="40449"/>
                    <a:pt x="1898" y="40305"/>
                  </a:cubicBezTo>
                  <a:cubicBezTo>
                    <a:pt x="1862" y="40162"/>
                    <a:pt x="1826" y="40019"/>
                    <a:pt x="1791" y="39876"/>
                  </a:cubicBezTo>
                  <a:cubicBezTo>
                    <a:pt x="1647" y="39554"/>
                    <a:pt x="1468" y="39267"/>
                    <a:pt x="1325" y="38945"/>
                  </a:cubicBezTo>
                  <a:cubicBezTo>
                    <a:pt x="1290" y="38766"/>
                    <a:pt x="1218" y="38623"/>
                    <a:pt x="1182" y="38444"/>
                  </a:cubicBezTo>
                  <a:cubicBezTo>
                    <a:pt x="1182" y="38301"/>
                    <a:pt x="1182" y="38122"/>
                    <a:pt x="1182" y="37979"/>
                  </a:cubicBezTo>
                  <a:cubicBezTo>
                    <a:pt x="1218" y="37836"/>
                    <a:pt x="1254" y="37692"/>
                    <a:pt x="1290" y="37549"/>
                  </a:cubicBezTo>
                  <a:cubicBezTo>
                    <a:pt x="1361" y="37334"/>
                    <a:pt x="1433" y="37155"/>
                    <a:pt x="1540" y="36976"/>
                  </a:cubicBezTo>
                  <a:cubicBezTo>
                    <a:pt x="1612" y="36762"/>
                    <a:pt x="1647" y="36583"/>
                    <a:pt x="1683" y="36404"/>
                  </a:cubicBezTo>
                  <a:cubicBezTo>
                    <a:pt x="1719" y="36261"/>
                    <a:pt x="1719" y="36153"/>
                    <a:pt x="1719" y="36010"/>
                  </a:cubicBezTo>
                  <a:cubicBezTo>
                    <a:pt x="1719" y="35867"/>
                    <a:pt x="1683" y="35724"/>
                    <a:pt x="1647" y="35580"/>
                  </a:cubicBezTo>
                  <a:cubicBezTo>
                    <a:pt x="1612" y="35401"/>
                    <a:pt x="1576" y="35222"/>
                    <a:pt x="1540" y="35079"/>
                  </a:cubicBezTo>
                  <a:cubicBezTo>
                    <a:pt x="1433" y="34829"/>
                    <a:pt x="1397" y="34578"/>
                    <a:pt x="1361" y="34328"/>
                  </a:cubicBezTo>
                  <a:cubicBezTo>
                    <a:pt x="1325" y="34041"/>
                    <a:pt x="1325" y="33791"/>
                    <a:pt x="1361" y="33504"/>
                  </a:cubicBezTo>
                  <a:cubicBezTo>
                    <a:pt x="1397" y="33182"/>
                    <a:pt x="1504" y="32860"/>
                    <a:pt x="1612" y="32574"/>
                  </a:cubicBezTo>
                  <a:cubicBezTo>
                    <a:pt x="1791" y="32180"/>
                    <a:pt x="1970" y="31786"/>
                    <a:pt x="2220" y="31428"/>
                  </a:cubicBezTo>
                  <a:cubicBezTo>
                    <a:pt x="2292" y="31249"/>
                    <a:pt x="2399" y="31035"/>
                    <a:pt x="2507" y="30856"/>
                  </a:cubicBezTo>
                  <a:cubicBezTo>
                    <a:pt x="2542" y="30748"/>
                    <a:pt x="2578" y="30641"/>
                    <a:pt x="2614" y="30533"/>
                  </a:cubicBezTo>
                  <a:cubicBezTo>
                    <a:pt x="2650" y="30390"/>
                    <a:pt x="2650" y="30283"/>
                    <a:pt x="2686" y="30140"/>
                  </a:cubicBezTo>
                  <a:cubicBezTo>
                    <a:pt x="2686" y="29996"/>
                    <a:pt x="2686" y="29889"/>
                    <a:pt x="2686" y="29746"/>
                  </a:cubicBezTo>
                  <a:lnTo>
                    <a:pt x="2686" y="29531"/>
                  </a:lnTo>
                  <a:cubicBezTo>
                    <a:pt x="2650" y="29281"/>
                    <a:pt x="2650" y="29030"/>
                    <a:pt x="2686" y="28779"/>
                  </a:cubicBezTo>
                  <a:cubicBezTo>
                    <a:pt x="2686" y="28636"/>
                    <a:pt x="2721" y="28529"/>
                    <a:pt x="2793" y="28386"/>
                  </a:cubicBezTo>
                  <a:cubicBezTo>
                    <a:pt x="2864" y="28171"/>
                    <a:pt x="2972" y="27992"/>
                    <a:pt x="3115" y="27813"/>
                  </a:cubicBezTo>
                  <a:cubicBezTo>
                    <a:pt x="3151" y="28171"/>
                    <a:pt x="3187" y="28529"/>
                    <a:pt x="3222" y="28887"/>
                  </a:cubicBezTo>
                  <a:lnTo>
                    <a:pt x="3222" y="28923"/>
                  </a:lnTo>
                  <a:cubicBezTo>
                    <a:pt x="3222" y="28994"/>
                    <a:pt x="3222" y="29030"/>
                    <a:pt x="3258" y="29102"/>
                  </a:cubicBezTo>
                  <a:lnTo>
                    <a:pt x="3258" y="29209"/>
                  </a:lnTo>
                  <a:cubicBezTo>
                    <a:pt x="3294" y="29281"/>
                    <a:pt x="3330" y="29352"/>
                    <a:pt x="3366" y="29388"/>
                  </a:cubicBezTo>
                  <a:cubicBezTo>
                    <a:pt x="3437" y="29460"/>
                    <a:pt x="3545" y="29531"/>
                    <a:pt x="3652" y="29531"/>
                  </a:cubicBezTo>
                  <a:cubicBezTo>
                    <a:pt x="3903" y="29531"/>
                    <a:pt x="4082" y="29316"/>
                    <a:pt x="4082" y="29102"/>
                  </a:cubicBezTo>
                  <a:cubicBezTo>
                    <a:pt x="4082" y="28815"/>
                    <a:pt x="4046" y="28565"/>
                    <a:pt x="4010" y="28278"/>
                  </a:cubicBezTo>
                  <a:cubicBezTo>
                    <a:pt x="3974" y="27849"/>
                    <a:pt x="3974" y="27383"/>
                    <a:pt x="4010" y="26954"/>
                  </a:cubicBezTo>
                  <a:cubicBezTo>
                    <a:pt x="4082" y="26524"/>
                    <a:pt x="4189" y="26131"/>
                    <a:pt x="4332" y="25737"/>
                  </a:cubicBezTo>
                  <a:cubicBezTo>
                    <a:pt x="4439" y="25558"/>
                    <a:pt x="4547" y="25343"/>
                    <a:pt x="4690" y="25164"/>
                  </a:cubicBezTo>
                  <a:cubicBezTo>
                    <a:pt x="4941" y="24878"/>
                    <a:pt x="5227" y="24591"/>
                    <a:pt x="5513" y="24377"/>
                  </a:cubicBezTo>
                  <a:cubicBezTo>
                    <a:pt x="5728" y="24234"/>
                    <a:pt x="5871" y="24055"/>
                    <a:pt x="6014" y="23876"/>
                  </a:cubicBezTo>
                  <a:cubicBezTo>
                    <a:pt x="6122" y="23768"/>
                    <a:pt x="6158" y="23625"/>
                    <a:pt x="6193" y="23482"/>
                  </a:cubicBezTo>
                  <a:cubicBezTo>
                    <a:pt x="6229" y="23339"/>
                    <a:pt x="6265" y="23195"/>
                    <a:pt x="6229" y="23052"/>
                  </a:cubicBezTo>
                  <a:lnTo>
                    <a:pt x="6229" y="22694"/>
                  </a:lnTo>
                  <a:cubicBezTo>
                    <a:pt x="6229" y="22551"/>
                    <a:pt x="6265" y="22408"/>
                    <a:pt x="6265" y="22229"/>
                  </a:cubicBezTo>
                  <a:cubicBezTo>
                    <a:pt x="6301" y="22050"/>
                    <a:pt x="6337" y="21871"/>
                    <a:pt x="6408" y="21692"/>
                  </a:cubicBezTo>
                  <a:cubicBezTo>
                    <a:pt x="6444" y="21513"/>
                    <a:pt x="6480" y="21334"/>
                    <a:pt x="6516" y="21119"/>
                  </a:cubicBezTo>
                  <a:cubicBezTo>
                    <a:pt x="6551" y="20976"/>
                    <a:pt x="6551" y="20869"/>
                    <a:pt x="6516" y="20726"/>
                  </a:cubicBezTo>
                  <a:cubicBezTo>
                    <a:pt x="6516" y="20582"/>
                    <a:pt x="6480" y="20475"/>
                    <a:pt x="6444" y="20368"/>
                  </a:cubicBezTo>
                  <a:cubicBezTo>
                    <a:pt x="6408" y="20260"/>
                    <a:pt x="6372" y="20153"/>
                    <a:pt x="6337" y="20046"/>
                  </a:cubicBezTo>
                  <a:cubicBezTo>
                    <a:pt x="6301" y="19902"/>
                    <a:pt x="6229" y="19795"/>
                    <a:pt x="6193" y="19688"/>
                  </a:cubicBezTo>
                  <a:cubicBezTo>
                    <a:pt x="6158" y="19509"/>
                    <a:pt x="6086" y="19330"/>
                    <a:pt x="6086" y="19151"/>
                  </a:cubicBezTo>
                  <a:cubicBezTo>
                    <a:pt x="6050" y="18936"/>
                    <a:pt x="6050" y="18757"/>
                    <a:pt x="6086" y="18578"/>
                  </a:cubicBezTo>
                  <a:cubicBezTo>
                    <a:pt x="6122" y="18327"/>
                    <a:pt x="6193" y="18113"/>
                    <a:pt x="6265" y="17898"/>
                  </a:cubicBezTo>
                  <a:cubicBezTo>
                    <a:pt x="6372" y="17683"/>
                    <a:pt x="6480" y="17468"/>
                    <a:pt x="6551" y="17254"/>
                  </a:cubicBezTo>
                  <a:cubicBezTo>
                    <a:pt x="6659" y="17075"/>
                    <a:pt x="6695" y="16967"/>
                    <a:pt x="6730" y="16824"/>
                  </a:cubicBezTo>
                  <a:cubicBezTo>
                    <a:pt x="6802" y="16681"/>
                    <a:pt x="6838" y="16502"/>
                    <a:pt x="6838" y="16359"/>
                  </a:cubicBezTo>
                  <a:cubicBezTo>
                    <a:pt x="6838" y="16216"/>
                    <a:pt x="6838" y="16072"/>
                    <a:pt x="6802" y="15965"/>
                  </a:cubicBezTo>
                  <a:cubicBezTo>
                    <a:pt x="6766" y="15893"/>
                    <a:pt x="6766" y="15822"/>
                    <a:pt x="6730" y="15750"/>
                  </a:cubicBezTo>
                  <a:cubicBezTo>
                    <a:pt x="6659" y="15535"/>
                    <a:pt x="6587" y="15356"/>
                    <a:pt x="6551" y="15142"/>
                  </a:cubicBezTo>
                  <a:cubicBezTo>
                    <a:pt x="6551" y="14998"/>
                    <a:pt x="6551" y="14855"/>
                    <a:pt x="6551" y="14712"/>
                  </a:cubicBezTo>
                  <a:cubicBezTo>
                    <a:pt x="6587" y="14569"/>
                    <a:pt x="6623" y="14390"/>
                    <a:pt x="6695" y="14211"/>
                  </a:cubicBezTo>
                  <a:cubicBezTo>
                    <a:pt x="6766" y="14032"/>
                    <a:pt x="6874" y="13853"/>
                    <a:pt x="7017" y="13710"/>
                  </a:cubicBezTo>
                  <a:cubicBezTo>
                    <a:pt x="7231" y="13459"/>
                    <a:pt x="7446" y="13209"/>
                    <a:pt x="7697" y="12994"/>
                  </a:cubicBezTo>
                  <a:cubicBezTo>
                    <a:pt x="7697" y="13209"/>
                    <a:pt x="7733" y="13424"/>
                    <a:pt x="7733" y="13638"/>
                  </a:cubicBezTo>
                  <a:cubicBezTo>
                    <a:pt x="7768" y="13746"/>
                    <a:pt x="7840" y="13817"/>
                    <a:pt x="7912" y="13853"/>
                  </a:cubicBezTo>
                  <a:cubicBezTo>
                    <a:pt x="7974" y="13895"/>
                    <a:pt x="8025" y="13912"/>
                    <a:pt x="8078" y="13912"/>
                  </a:cubicBezTo>
                  <a:cubicBezTo>
                    <a:pt x="8115" y="13912"/>
                    <a:pt x="8153" y="13904"/>
                    <a:pt x="8198" y="13889"/>
                  </a:cubicBezTo>
                  <a:cubicBezTo>
                    <a:pt x="8305" y="13853"/>
                    <a:pt x="8377" y="13817"/>
                    <a:pt x="8413" y="13710"/>
                  </a:cubicBezTo>
                  <a:cubicBezTo>
                    <a:pt x="8484" y="13638"/>
                    <a:pt x="8484" y="13531"/>
                    <a:pt x="8448" y="13424"/>
                  </a:cubicBezTo>
                  <a:lnTo>
                    <a:pt x="8448" y="13388"/>
                  </a:lnTo>
                  <a:lnTo>
                    <a:pt x="8448" y="12851"/>
                  </a:lnTo>
                  <a:cubicBezTo>
                    <a:pt x="8448" y="12672"/>
                    <a:pt x="8448" y="12529"/>
                    <a:pt x="8448" y="12350"/>
                  </a:cubicBezTo>
                  <a:cubicBezTo>
                    <a:pt x="8484" y="12242"/>
                    <a:pt x="8520" y="12135"/>
                    <a:pt x="8556" y="12028"/>
                  </a:cubicBezTo>
                  <a:cubicBezTo>
                    <a:pt x="8699" y="11705"/>
                    <a:pt x="8878" y="11419"/>
                    <a:pt x="9057" y="11168"/>
                  </a:cubicBezTo>
                  <a:cubicBezTo>
                    <a:pt x="9415" y="10703"/>
                    <a:pt x="9844" y="10309"/>
                    <a:pt x="10238" y="9880"/>
                  </a:cubicBezTo>
                  <a:cubicBezTo>
                    <a:pt x="10381" y="9665"/>
                    <a:pt x="10525" y="9450"/>
                    <a:pt x="10560" y="9200"/>
                  </a:cubicBezTo>
                  <a:cubicBezTo>
                    <a:pt x="10596" y="8913"/>
                    <a:pt x="10596" y="8627"/>
                    <a:pt x="10560" y="8341"/>
                  </a:cubicBezTo>
                  <a:cubicBezTo>
                    <a:pt x="10453" y="7804"/>
                    <a:pt x="10453" y="7231"/>
                    <a:pt x="10453" y="6694"/>
                  </a:cubicBezTo>
                  <a:cubicBezTo>
                    <a:pt x="10489" y="6515"/>
                    <a:pt x="10525" y="6372"/>
                    <a:pt x="10560" y="6229"/>
                  </a:cubicBezTo>
                  <a:cubicBezTo>
                    <a:pt x="10632" y="6086"/>
                    <a:pt x="10704" y="5978"/>
                    <a:pt x="10775" y="5871"/>
                  </a:cubicBezTo>
                  <a:cubicBezTo>
                    <a:pt x="10954" y="5656"/>
                    <a:pt x="11169" y="5477"/>
                    <a:pt x="11348" y="5298"/>
                  </a:cubicBezTo>
                  <a:cubicBezTo>
                    <a:pt x="11491" y="5191"/>
                    <a:pt x="11598" y="5083"/>
                    <a:pt x="11706" y="4976"/>
                  </a:cubicBezTo>
                  <a:cubicBezTo>
                    <a:pt x="11885" y="4797"/>
                    <a:pt x="12028" y="4546"/>
                    <a:pt x="12135" y="4332"/>
                  </a:cubicBezTo>
                  <a:cubicBezTo>
                    <a:pt x="12279" y="4045"/>
                    <a:pt x="12386" y="3759"/>
                    <a:pt x="12493" y="3473"/>
                  </a:cubicBezTo>
                  <a:cubicBezTo>
                    <a:pt x="12601" y="3186"/>
                    <a:pt x="12672" y="2900"/>
                    <a:pt x="12780" y="2649"/>
                  </a:cubicBezTo>
                  <a:cubicBezTo>
                    <a:pt x="12923" y="2220"/>
                    <a:pt x="13209" y="1862"/>
                    <a:pt x="13567" y="1575"/>
                  </a:cubicBezTo>
                  <a:cubicBezTo>
                    <a:pt x="13710" y="1468"/>
                    <a:pt x="13889" y="1361"/>
                    <a:pt x="14068" y="1289"/>
                  </a:cubicBezTo>
                  <a:cubicBezTo>
                    <a:pt x="14283" y="1218"/>
                    <a:pt x="14534" y="1146"/>
                    <a:pt x="14748" y="1110"/>
                  </a:cubicBezTo>
                  <a:cubicBezTo>
                    <a:pt x="14856" y="1092"/>
                    <a:pt x="14954" y="1083"/>
                    <a:pt x="15048" y="1083"/>
                  </a:cubicBezTo>
                  <a:close/>
                  <a:moveTo>
                    <a:pt x="14641" y="1"/>
                  </a:moveTo>
                  <a:cubicBezTo>
                    <a:pt x="14498" y="1"/>
                    <a:pt x="14355" y="1"/>
                    <a:pt x="14247" y="36"/>
                  </a:cubicBezTo>
                  <a:cubicBezTo>
                    <a:pt x="13961" y="72"/>
                    <a:pt x="13710" y="108"/>
                    <a:pt x="13460" y="215"/>
                  </a:cubicBezTo>
                  <a:cubicBezTo>
                    <a:pt x="13173" y="287"/>
                    <a:pt x="12923" y="430"/>
                    <a:pt x="12708" y="609"/>
                  </a:cubicBezTo>
                  <a:cubicBezTo>
                    <a:pt x="12565" y="716"/>
                    <a:pt x="12458" y="788"/>
                    <a:pt x="12350" y="895"/>
                  </a:cubicBezTo>
                  <a:cubicBezTo>
                    <a:pt x="12243" y="1003"/>
                    <a:pt x="12171" y="1110"/>
                    <a:pt x="12064" y="1218"/>
                  </a:cubicBezTo>
                  <a:cubicBezTo>
                    <a:pt x="11992" y="1325"/>
                    <a:pt x="11885" y="1432"/>
                    <a:pt x="11813" y="1575"/>
                  </a:cubicBezTo>
                  <a:cubicBezTo>
                    <a:pt x="11742" y="1683"/>
                    <a:pt x="11670" y="1826"/>
                    <a:pt x="11634" y="1933"/>
                  </a:cubicBezTo>
                  <a:cubicBezTo>
                    <a:pt x="11563" y="2077"/>
                    <a:pt x="11491" y="2220"/>
                    <a:pt x="11455" y="2399"/>
                  </a:cubicBezTo>
                  <a:cubicBezTo>
                    <a:pt x="11384" y="2542"/>
                    <a:pt x="11384" y="2649"/>
                    <a:pt x="11348" y="2757"/>
                  </a:cubicBezTo>
                  <a:cubicBezTo>
                    <a:pt x="11312" y="2900"/>
                    <a:pt x="11276" y="2971"/>
                    <a:pt x="11240" y="3079"/>
                  </a:cubicBezTo>
                  <a:cubicBezTo>
                    <a:pt x="11169" y="3365"/>
                    <a:pt x="11097" y="3652"/>
                    <a:pt x="10990" y="3902"/>
                  </a:cubicBezTo>
                  <a:cubicBezTo>
                    <a:pt x="10954" y="4010"/>
                    <a:pt x="10883" y="4117"/>
                    <a:pt x="10847" y="4188"/>
                  </a:cubicBezTo>
                  <a:cubicBezTo>
                    <a:pt x="10704" y="4367"/>
                    <a:pt x="10525" y="4546"/>
                    <a:pt x="10346" y="4725"/>
                  </a:cubicBezTo>
                  <a:cubicBezTo>
                    <a:pt x="10238" y="4833"/>
                    <a:pt x="10131" y="4940"/>
                    <a:pt x="10059" y="5048"/>
                  </a:cubicBezTo>
                  <a:cubicBezTo>
                    <a:pt x="9880" y="5262"/>
                    <a:pt x="9701" y="5513"/>
                    <a:pt x="9594" y="5799"/>
                  </a:cubicBezTo>
                  <a:cubicBezTo>
                    <a:pt x="9451" y="6229"/>
                    <a:pt x="9379" y="6730"/>
                    <a:pt x="9451" y="7195"/>
                  </a:cubicBezTo>
                  <a:cubicBezTo>
                    <a:pt x="9451" y="7446"/>
                    <a:pt x="9522" y="7696"/>
                    <a:pt x="9558" y="7947"/>
                  </a:cubicBezTo>
                  <a:cubicBezTo>
                    <a:pt x="9594" y="8198"/>
                    <a:pt x="9630" y="8448"/>
                    <a:pt x="9666" y="8699"/>
                  </a:cubicBezTo>
                  <a:lnTo>
                    <a:pt x="9666" y="8878"/>
                  </a:lnTo>
                  <a:cubicBezTo>
                    <a:pt x="9666" y="8949"/>
                    <a:pt x="9666" y="9021"/>
                    <a:pt x="9666" y="9128"/>
                  </a:cubicBezTo>
                  <a:lnTo>
                    <a:pt x="9630" y="9271"/>
                  </a:lnTo>
                  <a:lnTo>
                    <a:pt x="9558" y="9379"/>
                  </a:lnTo>
                  <a:cubicBezTo>
                    <a:pt x="9200" y="9808"/>
                    <a:pt x="8842" y="10202"/>
                    <a:pt x="8484" y="10667"/>
                  </a:cubicBezTo>
                  <a:cubicBezTo>
                    <a:pt x="8162" y="11061"/>
                    <a:pt x="7912" y="11562"/>
                    <a:pt x="7733" y="12063"/>
                  </a:cubicBezTo>
                  <a:cubicBezTo>
                    <a:pt x="7697" y="12171"/>
                    <a:pt x="7697" y="12278"/>
                    <a:pt x="7697" y="12350"/>
                  </a:cubicBezTo>
                  <a:cubicBezTo>
                    <a:pt x="7410" y="12564"/>
                    <a:pt x="7124" y="12779"/>
                    <a:pt x="6909" y="12994"/>
                  </a:cubicBezTo>
                  <a:cubicBezTo>
                    <a:pt x="6587" y="13316"/>
                    <a:pt x="6337" y="13674"/>
                    <a:pt x="6122" y="14068"/>
                  </a:cubicBezTo>
                  <a:cubicBezTo>
                    <a:pt x="5943" y="14462"/>
                    <a:pt x="5871" y="14891"/>
                    <a:pt x="5907" y="15321"/>
                  </a:cubicBezTo>
                  <a:cubicBezTo>
                    <a:pt x="5907" y="15464"/>
                    <a:pt x="5943" y="15643"/>
                    <a:pt x="5979" y="15786"/>
                  </a:cubicBezTo>
                  <a:cubicBezTo>
                    <a:pt x="5979" y="15893"/>
                    <a:pt x="5979" y="16001"/>
                    <a:pt x="5979" y="16144"/>
                  </a:cubicBezTo>
                  <a:cubicBezTo>
                    <a:pt x="5943" y="16216"/>
                    <a:pt x="5943" y="16287"/>
                    <a:pt x="5907" y="16359"/>
                  </a:cubicBezTo>
                  <a:cubicBezTo>
                    <a:pt x="5764" y="16681"/>
                    <a:pt x="5513" y="16967"/>
                    <a:pt x="5334" y="17289"/>
                  </a:cubicBezTo>
                  <a:cubicBezTo>
                    <a:pt x="5227" y="17504"/>
                    <a:pt x="5155" y="17719"/>
                    <a:pt x="5048" y="17934"/>
                  </a:cubicBezTo>
                  <a:cubicBezTo>
                    <a:pt x="4976" y="18148"/>
                    <a:pt x="4941" y="18399"/>
                    <a:pt x="4905" y="18650"/>
                  </a:cubicBezTo>
                  <a:cubicBezTo>
                    <a:pt x="4905" y="18829"/>
                    <a:pt x="4905" y="19043"/>
                    <a:pt x="4905" y="19222"/>
                  </a:cubicBezTo>
                  <a:cubicBezTo>
                    <a:pt x="4941" y="19473"/>
                    <a:pt x="4976" y="19723"/>
                    <a:pt x="5048" y="19974"/>
                  </a:cubicBezTo>
                  <a:cubicBezTo>
                    <a:pt x="5120" y="20225"/>
                    <a:pt x="5227" y="20475"/>
                    <a:pt x="5299" y="20726"/>
                  </a:cubicBezTo>
                  <a:cubicBezTo>
                    <a:pt x="5299" y="20761"/>
                    <a:pt x="5299" y="20833"/>
                    <a:pt x="5299" y="20869"/>
                  </a:cubicBezTo>
                  <a:cubicBezTo>
                    <a:pt x="5263" y="21048"/>
                    <a:pt x="5227" y="21191"/>
                    <a:pt x="5191" y="21334"/>
                  </a:cubicBezTo>
                  <a:cubicBezTo>
                    <a:pt x="5191" y="21477"/>
                    <a:pt x="5155" y="21692"/>
                    <a:pt x="5120" y="21871"/>
                  </a:cubicBezTo>
                  <a:cubicBezTo>
                    <a:pt x="5084" y="22122"/>
                    <a:pt x="5084" y="22372"/>
                    <a:pt x="5084" y="22623"/>
                  </a:cubicBezTo>
                  <a:cubicBezTo>
                    <a:pt x="5084" y="22802"/>
                    <a:pt x="5084" y="23017"/>
                    <a:pt x="5084" y="23195"/>
                  </a:cubicBezTo>
                  <a:cubicBezTo>
                    <a:pt x="5084" y="23231"/>
                    <a:pt x="5084" y="23231"/>
                    <a:pt x="5084" y="23231"/>
                  </a:cubicBezTo>
                  <a:cubicBezTo>
                    <a:pt x="5012" y="23339"/>
                    <a:pt x="4905" y="23410"/>
                    <a:pt x="4797" y="23518"/>
                  </a:cubicBezTo>
                  <a:cubicBezTo>
                    <a:pt x="4690" y="23589"/>
                    <a:pt x="4547" y="23697"/>
                    <a:pt x="4439" y="23804"/>
                  </a:cubicBezTo>
                  <a:cubicBezTo>
                    <a:pt x="4153" y="24055"/>
                    <a:pt x="3938" y="24305"/>
                    <a:pt x="3724" y="24627"/>
                  </a:cubicBezTo>
                  <a:cubicBezTo>
                    <a:pt x="3545" y="24914"/>
                    <a:pt x="3366" y="25236"/>
                    <a:pt x="3258" y="25558"/>
                  </a:cubicBezTo>
                  <a:cubicBezTo>
                    <a:pt x="3187" y="25916"/>
                    <a:pt x="3115" y="26274"/>
                    <a:pt x="3079" y="26632"/>
                  </a:cubicBezTo>
                  <a:cubicBezTo>
                    <a:pt x="3079" y="26632"/>
                    <a:pt x="3079" y="26668"/>
                    <a:pt x="3079" y="26668"/>
                  </a:cubicBezTo>
                  <a:cubicBezTo>
                    <a:pt x="2900" y="26847"/>
                    <a:pt x="2757" y="27026"/>
                    <a:pt x="2614" y="27240"/>
                  </a:cubicBezTo>
                  <a:cubicBezTo>
                    <a:pt x="2328" y="27598"/>
                    <a:pt x="2077" y="27992"/>
                    <a:pt x="1934" y="28422"/>
                  </a:cubicBezTo>
                  <a:cubicBezTo>
                    <a:pt x="1862" y="28744"/>
                    <a:pt x="1826" y="29102"/>
                    <a:pt x="1826" y="29424"/>
                  </a:cubicBezTo>
                  <a:cubicBezTo>
                    <a:pt x="1826" y="29603"/>
                    <a:pt x="1826" y="29746"/>
                    <a:pt x="1791" y="29925"/>
                  </a:cubicBezTo>
                  <a:cubicBezTo>
                    <a:pt x="1755" y="30032"/>
                    <a:pt x="1755" y="30140"/>
                    <a:pt x="1719" y="30211"/>
                  </a:cubicBezTo>
                  <a:cubicBezTo>
                    <a:pt x="1576" y="30462"/>
                    <a:pt x="1468" y="30677"/>
                    <a:pt x="1325" y="30891"/>
                  </a:cubicBezTo>
                  <a:cubicBezTo>
                    <a:pt x="1146" y="31142"/>
                    <a:pt x="1003" y="31392"/>
                    <a:pt x="860" y="31643"/>
                  </a:cubicBezTo>
                  <a:cubicBezTo>
                    <a:pt x="717" y="31929"/>
                    <a:pt x="574" y="32252"/>
                    <a:pt x="466" y="32538"/>
                  </a:cubicBezTo>
                  <a:cubicBezTo>
                    <a:pt x="359" y="32860"/>
                    <a:pt x="287" y="33182"/>
                    <a:pt x="251" y="33504"/>
                  </a:cubicBezTo>
                  <a:cubicBezTo>
                    <a:pt x="180" y="34041"/>
                    <a:pt x="251" y="34578"/>
                    <a:pt x="395" y="35115"/>
                  </a:cubicBezTo>
                  <a:cubicBezTo>
                    <a:pt x="466" y="35366"/>
                    <a:pt x="538" y="35616"/>
                    <a:pt x="609" y="35867"/>
                  </a:cubicBezTo>
                  <a:cubicBezTo>
                    <a:pt x="609" y="35938"/>
                    <a:pt x="609" y="36010"/>
                    <a:pt x="609" y="36082"/>
                  </a:cubicBezTo>
                  <a:cubicBezTo>
                    <a:pt x="574" y="36225"/>
                    <a:pt x="538" y="36332"/>
                    <a:pt x="466" y="36475"/>
                  </a:cubicBezTo>
                  <a:cubicBezTo>
                    <a:pt x="359" y="36762"/>
                    <a:pt x="216" y="37048"/>
                    <a:pt x="108" y="37370"/>
                  </a:cubicBezTo>
                  <a:cubicBezTo>
                    <a:pt x="72" y="37549"/>
                    <a:pt x="37" y="37728"/>
                    <a:pt x="1" y="37943"/>
                  </a:cubicBezTo>
                  <a:cubicBezTo>
                    <a:pt x="1" y="38122"/>
                    <a:pt x="1" y="38337"/>
                    <a:pt x="1" y="38516"/>
                  </a:cubicBezTo>
                  <a:cubicBezTo>
                    <a:pt x="37" y="38730"/>
                    <a:pt x="72" y="38909"/>
                    <a:pt x="144" y="39124"/>
                  </a:cubicBezTo>
                  <a:cubicBezTo>
                    <a:pt x="180" y="39303"/>
                    <a:pt x="251" y="39446"/>
                    <a:pt x="323" y="39625"/>
                  </a:cubicBezTo>
                  <a:cubicBezTo>
                    <a:pt x="395" y="39768"/>
                    <a:pt x="466" y="39912"/>
                    <a:pt x="538" y="40091"/>
                  </a:cubicBezTo>
                  <a:cubicBezTo>
                    <a:pt x="574" y="40234"/>
                    <a:pt x="609" y="40341"/>
                    <a:pt x="645" y="40484"/>
                  </a:cubicBezTo>
                  <a:cubicBezTo>
                    <a:pt x="645" y="40950"/>
                    <a:pt x="609" y="41415"/>
                    <a:pt x="574" y="41880"/>
                  </a:cubicBezTo>
                  <a:cubicBezTo>
                    <a:pt x="538" y="42095"/>
                    <a:pt x="538" y="42310"/>
                    <a:pt x="502" y="42560"/>
                  </a:cubicBezTo>
                  <a:lnTo>
                    <a:pt x="502" y="42883"/>
                  </a:lnTo>
                  <a:lnTo>
                    <a:pt x="502" y="43169"/>
                  </a:lnTo>
                  <a:lnTo>
                    <a:pt x="502" y="43491"/>
                  </a:lnTo>
                  <a:cubicBezTo>
                    <a:pt x="502" y="43598"/>
                    <a:pt x="538" y="43742"/>
                    <a:pt x="538" y="43885"/>
                  </a:cubicBezTo>
                  <a:cubicBezTo>
                    <a:pt x="574" y="44135"/>
                    <a:pt x="645" y="44386"/>
                    <a:pt x="681" y="44672"/>
                  </a:cubicBezTo>
                  <a:cubicBezTo>
                    <a:pt x="717" y="44923"/>
                    <a:pt x="753" y="45066"/>
                    <a:pt x="788" y="45281"/>
                  </a:cubicBezTo>
                  <a:cubicBezTo>
                    <a:pt x="788" y="45352"/>
                    <a:pt x="824" y="45424"/>
                    <a:pt x="824" y="45496"/>
                  </a:cubicBezTo>
                  <a:cubicBezTo>
                    <a:pt x="860" y="45639"/>
                    <a:pt x="896" y="45782"/>
                    <a:pt x="967" y="45925"/>
                  </a:cubicBezTo>
                  <a:cubicBezTo>
                    <a:pt x="1039" y="46032"/>
                    <a:pt x="1111" y="46140"/>
                    <a:pt x="1182" y="46211"/>
                  </a:cubicBezTo>
                  <a:cubicBezTo>
                    <a:pt x="1290" y="46319"/>
                    <a:pt x="1433" y="46426"/>
                    <a:pt x="1576" y="46498"/>
                  </a:cubicBezTo>
                  <a:cubicBezTo>
                    <a:pt x="1826" y="46641"/>
                    <a:pt x="2113" y="46713"/>
                    <a:pt x="2399" y="46784"/>
                  </a:cubicBezTo>
                  <a:cubicBezTo>
                    <a:pt x="2721" y="46892"/>
                    <a:pt x="3043" y="46927"/>
                    <a:pt x="3401" y="46963"/>
                  </a:cubicBezTo>
                  <a:cubicBezTo>
                    <a:pt x="3759" y="46963"/>
                    <a:pt x="4117" y="46963"/>
                    <a:pt x="4475" y="46892"/>
                  </a:cubicBezTo>
                  <a:cubicBezTo>
                    <a:pt x="4833" y="46784"/>
                    <a:pt x="5155" y="46605"/>
                    <a:pt x="5442" y="46390"/>
                  </a:cubicBezTo>
                  <a:cubicBezTo>
                    <a:pt x="5585" y="46247"/>
                    <a:pt x="5692" y="46140"/>
                    <a:pt x="5800" y="45997"/>
                  </a:cubicBezTo>
                  <a:cubicBezTo>
                    <a:pt x="5907" y="45818"/>
                    <a:pt x="6014" y="45675"/>
                    <a:pt x="6122" y="45460"/>
                  </a:cubicBezTo>
                  <a:cubicBezTo>
                    <a:pt x="6193" y="45245"/>
                    <a:pt x="6265" y="45030"/>
                    <a:pt x="6337" y="44815"/>
                  </a:cubicBezTo>
                  <a:cubicBezTo>
                    <a:pt x="6372" y="44744"/>
                    <a:pt x="6408" y="44672"/>
                    <a:pt x="6444" y="44636"/>
                  </a:cubicBezTo>
                  <a:cubicBezTo>
                    <a:pt x="6587" y="44458"/>
                    <a:pt x="6766" y="44314"/>
                    <a:pt x="6945" y="44135"/>
                  </a:cubicBezTo>
                  <a:cubicBezTo>
                    <a:pt x="7088" y="43992"/>
                    <a:pt x="7124" y="43956"/>
                    <a:pt x="7231" y="43849"/>
                  </a:cubicBezTo>
                  <a:cubicBezTo>
                    <a:pt x="7482" y="43634"/>
                    <a:pt x="7697" y="43384"/>
                    <a:pt x="7947" y="43133"/>
                  </a:cubicBezTo>
                  <a:lnTo>
                    <a:pt x="8091" y="42990"/>
                  </a:lnTo>
                  <a:cubicBezTo>
                    <a:pt x="8162" y="42918"/>
                    <a:pt x="8198" y="42847"/>
                    <a:pt x="8270" y="42811"/>
                  </a:cubicBezTo>
                  <a:cubicBezTo>
                    <a:pt x="8305" y="42739"/>
                    <a:pt x="8341" y="42668"/>
                    <a:pt x="8377" y="42632"/>
                  </a:cubicBezTo>
                  <a:cubicBezTo>
                    <a:pt x="8413" y="42560"/>
                    <a:pt x="8448" y="42489"/>
                    <a:pt x="8484" y="42417"/>
                  </a:cubicBezTo>
                  <a:cubicBezTo>
                    <a:pt x="8556" y="42238"/>
                    <a:pt x="8627" y="42023"/>
                    <a:pt x="8699" y="41809"/>
                  </a:cubicBezTo>
                  <a:cubicBezTo>
                    <a:pt x="8735" y="41558"/>
                    <a:pt x="8771" y="41308"/>
                    <a:pt x="8806" y="41057"/>
                  </a:cubicBezTo>
                  <a:cubicBezTo>
                    <a:pt x="8806" y="40842"/>
                    <a:pt x="8806" y="40592"/>
                    <a:pt x="8806" y="40377"/>
                  </a:cubicBezTo>
                  <a:cubicBezTo>
                    <a:pt x="8806" y="40270"/>
                    <a:pt x="8806" y="40162"/>
                    <a:pt x="8771" y="40055"/>
                  </a:cubicBezTo>
                  <a:cubicBezTo>
                    <a:pt x="8950" y="39947"/>
                    <a:pt x="9129" y="39840"/>
                    <a:pt x="9308" y="39768"/>
                  </a:cubicBezTo>
                  <a:cubicBezTo>
                    <a:pt x="9737" y="39518"/>
                    <a:pt x="10167" y="39196"/>
                    <a:pt x="10525" y="38802"/>
                  </a:cubicBezTo>
                  <a:cubicBezTo>
                    <a:pt x="10704" y="38623"/>
                    <a:pt x="10847" y="38408"/>
                    <a:pt x="10990" y="38158"/>
                  </a:cubicBezTo>
                  <a:cubicBezTo>
                    <a:pt x="11133" y="37907"/>
                    <a:pt x="11205" y="37585"/>
                    <a:pt x="11276" y="37299"/>
                  </a:cubicBezTo>
                  <a:cubicBezTo>
                    <a:pt x="11312" y="37155"/>
                    <a:pt x="11348" y="36976"/>
                    <a:pt x="11384" y="36833"/>
                  </a:cubicBezTo>
                  <a:lnTo>
                    <a:pt x="11384" y="36618"/>
                  </a:lnTo>
                  <a:cubicBezTo>
                    <a:pt x="11419" y="36475"/>
                    <a:pt x="11455" y="36332"/>
                    <a:pt x="11527" y="36225"/>
                  </a:cubicBezTo>
                  <a:cubicBezTo>
                    <a:pt x="11634" y="35903"/>
                    <a:pt x="11777" y="35616"/>
                    <a:pt x="11885" y="35330"/>
                  </a:cubicBezTo>
                  <a:cubicBezTo>
                    <a:pt x="11992" y="35079"/>
                    <a:pt x="12064" y="34829"/>
                    <a:pt x="12100" y="34578"/>
                  </a:cubicBezTo>
                  <a:cubicBezTo>
                    <a:pt x="12135" y="34435"/>
                    <a:pt x="12171" y="34292"/>
                    <a:pt x="12171" y="34149"/>
                  </a:cubicBezTo>
                  <a:lnTo>
                    <a:pt x="12744" y="33791"/>
                  </a:lnTo>
                  <a:cubicBezTo>
                    <a:pt x="12923" y="33683"/>
                    <a:pt x="13102" y="33576"/>
                    <a:pt x="13245" y="33469"/>
                  </a:cubicBezTo>
                  <a:cubicBezTo>
                    <a:pt x="13424" y="33325"/>
                    <a:pt x="13603" y="33182"/>
                    <a:pt x="13782" y="33039"/>
                  </a:cubicBezTo>
                  <a:cubicBezTo>
                    <a:pt x="13925" y="32860"/>
                    <a:pt x="14068" y="32681"/>
                    <a:pt x="14140" y="32466"/>
                  </a:cubicBezTo>
                  <a:cubicBezTo>
                    <a:pt x="14247" y="32252"/>
                    <a:pt x="14319" y="32001"/>
                    <a:pt x="14390" y="31786"/>
                  </a:cubicBezTo>
                  <a:cubicBezTo>
                    <a:pt x="14426" y="31500"/>
                    <a:pt x="14462" y="31213"/>
                    <a:pt x="14462" y="30927"/>
                  </a:cubicBezTo>
                  <a:lnTo>
                    <a:pt x="14462" y="30426"/>
                  </a:lnTo>
                  <a:lnTo>
                    <a:pt x="14462" y="29961"/>
                  </a:lnTo>
                  <a:lnTo>
                    <a:pt x="14462" y="29460"/>
                  </a:lnTo>
                  <a:cubicBezTo>
                    <a:pt x="14462" y="29424"/>
                    <a:pt x="14462" y="29388"/>
                    <a:pt x="14462" y="29388"/>
                  </a:cubicBezTo>
                  <a:cubicBezTo>
                    <a:pt x="14569" y="29137"/>
                    <a:pt x="14713" y="28923"/>
                    <a:pt x="14820" y="28708"/>
                  </a:cubicBezTo>
                  <a:cubicBezTo>
                    <a:pt x="15321" y="27849"/>
                    <a:pt x="15464" y="26847"/>
                    <a:pt x="15214" y="25916"/>
                  </a:cubicBezTo>
                  <a:lnTo>
                    <a:pt x="15214" y="25844"/>
                  </a:lnTo>
                  <a:lnTo>
                    <a:pt x="15214" y="25773"/>
                  </a:lnTo>
                  <a:lnTo>
                    <a:pt x="15214" y="25701"/>
                  </a:lnTo>
                  <a:cubicBezTo>
                    <a:pt x="15214" y="25665"/>
                    <a:pt x="15214" y="25665"/>
                    <a:pt x="15214" y="25630"/>
                  </a:cubicBezTo>
                  <a:lnTo>
                    <a:pt x="15214" y="25594"/>
                  </a:lnTo>
                  <a:cubicBezTo>
                    <a:pt x="15214" y="25522"/>
                    <a:pt x="15178" y="25486"/>
                    <a:pt x="15178" y="25415"/>
                  </a:cubicBezTo>
                  <a:lnTo>
                    <a:pt x="15178" y="25379"/>
                  </a:lnTo>
                  <a:cubicBezTo>
                    <a:pt x="15142" y="25164"/>
                    <a:pt x="15142" y="24985"/>
                    <a:pt x="15106" y="24806"/>
                  </a:cubicBezTo>
                  <a:cubicBezTo>
                    <a:pt x="15071" y="24484"/>
                    <a:pt x="15035" y="24162"/>
                    <a:pt x="15071" y="23840"/>
                  </a:cubicBezTo>
                  <a:cubicBezTo>
                    <a:pt x="15106" y="23697"/>
                    <a:pt x="15142" y="23518"/>
                    <a:pt x="15214" y="23374"/>
                  </a:cubicBezTo>
                  <a:cubicBezTo>
                    <a:pt x="15321" y="23124"/>
                    <a:pt x="15428" y="22838"/>
                    <a:pt x="15536" y="22551"/>
                  </a:cubicBezTo>
                  <a:cubicBezTo>
                    <a:pt x="15572" y="22408"/>
                    <a:pt x="15607" y="22265"/>
                    <a:pt x="15643" y="22122"/>
                  </a:cubicBezTo>
                  <a:cubicBezTo>
                    <a:pt x="15679" y="21943"/>
                    <a:pt x="15715" y="21799"/>
                    <a:pt x="15786" y="21656"/>
                  </a:cubicBezTo>
                  <a:cubicBezTo>
                    <a:pt x="15894" y="21370"/>
                    <a:pt x="16073" y="21084"/>
                    <a:pt x="16216" y="20797"/>
                  </a:cubicBezTo>
                  <a:lnTo>
                    <a:pt x="16610" y="20046"/>
                  </a:lnTo>
                  <a:cubicBezTo>
                    <a:pt x="16681" y="19938"/>
                    <a:pt x="16753" y="19795"/>
                    <a:pt x="16789" y="19688"/>
                  </a:cubicBezTo>
                  <a:cubicBezTo>
                    <a:pt x="16860" y="19544"/>
                    <a:pt x="16932" y="19437"/>
                    <a:pt x="16968" y="19294"/>
                  </a:cubicBezTo>
                  <a:cubicBezTo>
                    <a:pt x="17003" y="19222"/>
                    <a:pt x="17039" y="19151"/>
                    <a:pt x="17039" y="19043"/>
                  </a:cubicBezTo>
                  <a:cubicBezTo>
                    <a:pt x="17075" y="18936"/>
                    <a:pt x="17111" y="18829"/>
                    <a:pt x="17111" y="18721"/>
                  </a:cubicBezTo>
                  <a:cubicBezTo>
                    <a:pt x="17111" y="18435"/>
                    <a:pt x="17111" y="18148"/>
                    <a:pt x="17039" y="17862"/>
                  </a:cubicBezTo>
                  <a:cubicBezTo>
                    <a:pt x="17003" y="17719"/>
                    <a:pt x="16968" y="17612"/>
                    <a:pt x="16932" y="17468"/>
                  </a:cubicBezTo>
                  <a:cubicBezTo>
                    <a:pt x="16968" y="17397"/>
                    <a:pt x="17003" y="17361"/>
                    <a:pt x="17039" y="17289"/>
                  </a:cubicBezTo>
                  <a:cubicBezTo>
                    <a:pt x="17182" y="17039"/>
                    <a:pt x="17290" y="16824"/>
                    <a:pt x="17361" y="16573"/>
                  </a:cubicBezTo>
                  <a:cubicBezTo>
                    <a:pt x="17469" y="16323"/>
                    <a:pt x="17505" y="16072"/>
                    <a:pt x="17540" y="15786"/>
                  </a:cubicBezTo>
                  <a:cubicBezTo>
                    <a:pt x="17576" y="15500"/>
                    <a:pt x="17540" y="15213"/>
                    <a:pt x="17433" y="14963"/>
                  </a:cubicBezTo>
                  <a:cubicBezTo>
                    <a:pt x="17326" y="14748"/>
                    <a:pt x="17182" y="14569"/>
                    <a:pt x="17111" y="14354"/>
                  </a:cubicBezTo>
                  <a:cubicBezTo>
                    <a:pt x="17039" y="14247"/>
                    <a:pt x="17003" y="14104"/>
                    <a:pt x="16968" y="13996"/>
                  </a:cubicBezTo>
                  <a:cubicBezTo>
                    <a:pt x="16968" y="13853"/>
                    <a:pt x="16968" y="13710"/>
                    <a:pt x="16968" y="13567"/>
                  </a:cubicBezTo>
                  <a:cubicBezTo>
                    <a:pt x="17111" y="12958"/>
                    <a:pt x="17290" y="12385"/>
                    <a:pt x="17576" y="11849"/>
                  </a:cubicBezTo>
                  <a:cubicBezTo>
                    <a:pt x="17648" y="11598"/>
                    <a:pt x="17755" y="11347"/>
                    <a:pt x="17827" y="11061"/>
                  </a:cubicBezTo>
                  <a:cubicBezTo>
                    <a:pt x="17898" y="10811"/>
                    <a:pt x="17934" y="10524"/>
                    <a:pt x="17970" y="10238"/>
                  </a:cubicBezTo>
                  <a:cubicBezTo>
                    <a:pt x="18006" y="9701"/>
                    <a:pt x="17970" y="9164"/>
                    <a:pt x="17863" y="8627"/>
                  </a:cubicBezTo>
                  <a:cubicBezTo>
                    <a:pt x="17827" y="8305"/>
                    <a:pt x="17827" y="7983"/>
                    <a:pt x="17863" y="7696"/>
                  </a:cubicBezTo>
                  <a:cubicBezTo>
                    <a:pt x="17970" y="7267"/>
                    <a:pt x="18041" y="6837"/>
                    <a:pt x="18113" y="6372"/>
                  </a:cubicBezTo>
                  <a:cubicBezTo>
                    <a:pt x="18113" y="6157"/>
                    <a:pt x="18149" y="5978"/>
                    <a:pt x="18113" y="5763"/>
                  </a:cubicBezTo>
                  <a:cubicBezTo>
                    <a:pt x="18113" y="5620"/>
                    <a:pt x="18113" y="5513"/>
                    <a:pt x="18077" y="5370"/>
                  </a:cubicBezTo>
                  <a:cubicBezTo>
                    <a:pt x="18077" y="5334"/>
                    <a:pt x="18041" y="5298"/>
                    <a:pt x="18041" y="5227"/>
                  </a:cubicBezTo>
                  <a:cubicBezTo>
                    <a:pt x="18006" y="5155"/>
                    <a:pt x="17970" y="5048"/>
                    <a:pt x="17898" y="4976"/>
                  </a:cubicBezTo>
                  <a:cubicBezTo>
                    <a:pt x="17827" y="4797"/>
                    <a:pt x="17719" y="4654"/>
                    <a:pt x="17612" y="4475"/>
                  </a:cubicBezTo>
                  <a:cubicBezTo>
                    <a:pt x="17505" y="4332"/>
                    <a:pt x="17433" y="4188"/>
                    <a:pt x="17361" y="4045"/>
                  </a:cubicBezTo>
                  <a:cubicBezTo>
                    <a:pt x="17290" y="3902"/>
                    <a:pt x="17254" y="3759"/>
                    <a:pt x="17254" y="3580"/>
                  </a:cubicBezTo>
                  <a:cubicBezTo>
                    <a:pt x="17218" y="3294"/>
                    <a:pt x="17218" y="3007"/>
                    <a:pt x="17254" y="2685"/>
                  </a:cubicBezTo>
                  <a:lnTo>
                    <a:pt x="17254" y="2220"/>
                  </a:lnTo>
                  <a:cubicBezTo>
                    <a:pt x="17218" y="2077"/>
                    <a:pt x="17218" y="1933"/>
                    <a:pt x="17182" y="1790"/>
                  </a:cubicBezTo>
                  <a:cubicBezTo>
                    <a:pt x="17147" y="1647"/>
                    <a:pt x="17111" y="1468"/>
                    <a:pt x="17039" y="1325"/>
                  </a:cubicBezTo>
                  <a:cubicBezTo>
                    <a:pt x="16824" y="860"/>
                    <a:pt x="16395" y="502"/>
                    <a:pt x="15930" y="287"/>
                  </a:cubicBezTo>
                  <a:cubicBezTo>
                    <a:pt x="15786" y="215"/>
                    <a:pt x="15679" y="179"/>
                    <a:pt x="15536" y="144"/>
                  </a:cubicBezTo>
                  <a:cubicBezTo>
                    <a:pt x="15357" y="72"/>
                    <a:pt x="15214" y="36"/>
                    <a:pt x="15035" y="36"/>
                  </a:cubicBezTo>
                  <a:cubicBezTo>
                    <a:pt x="14892" y="1"/>
                    <a:pt x="14784" y="1"/>
                    <a:pt x="14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3"/>
            <p:cNvSpPr/>
            <p:nvPr/>
          </p:nvSpPr>
          <p:spPr>
            <a:xfrm>
              <a:off x="1122250" y="2269100"/>
              <a:ext cx="82350" cy="163800"/>
            </a:xfrm>
            <a:custGeom>
              <a:avLst/>
              <a:gdLst/>
              <a:ahLst/>
              <a:cxnLst/>
              <a:rect l="l" t="t" r="r" b="b"/>
              <a:pathLst>
                <a:path w="3294" h="6552" extrusionOk="0">
                  <a:moveTo>
                    <a:pt x="3043" y="1"/>
                  </a:moveTo>
                  <a:cubicBezTo>
                    <a:pt x="2685" y="108"/>
                    <a:pt x="2327" y="216"/>
                    <a:pt x="2005" y="359"/>
                  </a:cubicBezTo>
                  <a:cubicBezTo>
                    <a:pt x="1862" y="395"/>
                    <a:pt x="1683" y="466"/>
                    <a:pt x="1575" y="538"/>
                  </a:cubicBezTo>
                  <a:cubicBezTo>
                    <a:pt x="1432" y="645"/>
                    <a:pt x="1325" y="753"/>
                    <a:pt x="1253" y="860"/>
                  </a:cubicBezTo>
                  <a:cubicBezTo>
                    <a:pt x="1146" y="1003"/>
                    <a:pt x="1110" y="1146"/>
                    <a:pt x="1074" y="1325"/>
                  </a:cubicBezTo>
                  <a:cubicBezTo>
                    <a:pt x="1074" y="1397"/>
                    <a:pt x="1038" y="1469"/>
                    <a:pt x="1038" y="1540"/>
                  </a:cubicBezTo>
                  <a:cubicBezTo>
                    <a:pt x="1038" y="1648"/>
                    <a:pt x="1038" y="1755"/>
                    <a:pt x="1038" y="1862"/>
                  </a:cubicBezTo>
                  <a:cubicBezTo>
                    <a:pt x="1038" y="2041"/>
                    <a:pt x="1110" y="2256"/>
                    <a:pt x="1110" y="2435"/>
                  </a:cubicBezTo>
                  <a:cubicBezTo>
                    <a:pt x="1146" y="2507"/>
                    <a:pt x="1146" y="2578"/>
                    <a:pt x="1110" y="2686"/>
                  </a:cubicBezTo>
                  <a:cubicBezTo>
                    <a:pt x="1038" y="2757"/>
                    <a:pt x="967" y="2829"/>
                    <a:pt x="895" y="2900"/>
                  </a:cubicBezTo>
                  <a:cubicBezTo>
                    <a:pt x="824" y="2972"/>
                    <a:pt x="752" y="3044"/>
                    <a:pt x="680" y="3151"/>
                  </a:cubicBezTo>
                  <a:cubicBezTo>
                    <a:pt x="501" y="3330"/>
                    <a:pt x="394" y="3509"/>
                    <a:pt x="287" y="3724"/>
                  </a:cubicBezTo>
                  <a:cubicBezTo>
                    <a:pt x="143" y="3938"/>
                    <a:pt x="72" y="4189"/>
                    <a:pt x="36" y="4440"/>
                  </a:cubicBezTo>
                  <a:cubicBezTo>
                    <a:pt x="0" y="4547"/>
                    <a:pt x="0" y="4690"/>
                    <a:pt x="0" y="4833"/>
                  </a:cubicBezTo>
                  <a:cubicBezTo>
                    <a:pt x="0" y="4976"/>
                    <a:pt x="36" y="5120"/>
                    <a:pt x="108" y="5263"/>
                  </a:cubicBezTo>
                  <a:cubicBezTo>
                    <a:pt x="179" y="5513"/>
                    <a:pt x="322" y="5764"/>
                    <a:pt x="537" y="5979"/>
                  </a:cubicBezTo>
                  <a:cubicBezTo>
                    <a:pt x="609" y="6050"/>
                    <a:pt x="716" y="6158"/>
                    <a:pt x="824" y="6229"/>
                  </a:cubicBezTo>
                  <a:cubicBezTo>
                    <a:pt x="931" y="6301"/>
                    <a:pt x="1038" y="6337"/>
                    <a:pt x="1146" y="6372"/>
                  </a:cubicBezTo>
                  <a:cubicBezTo>
                    <a:pt x="1325" y="6444"/>
                    <a:pt x="1468" y="6480"/>
                    <a:pt x="1647" y="6516"/>
                  </a:cubicBezTo>
                  <a:cubicBezTo>
                    <a:pt x="1754" y="6516"/>
                    <a:pt x="1897" y="6551"/>
                    <a:pt x="2041" y="6551"/>
                  </a:cubicBezTo>
                  <a:cubicBezTo>
                    <a:pt x="2220" y="6551"/>
                    <a:pt x="2363" y="6444"/>
                    <a:pt x="2434" y="6265"/>
                  </a:cubicBezTo>
                  <a:cubicBezTo>
                    <a:pt x="2434" y="6158"/>
                    <a:pt x="2434" y="6050"/>
                    <a:pt x="2399" y="5943"/>
                  </a:cubicBezTo>
                  <a:cubicBezTo>
                    <a:pt x="2327" y="5836"/>
                    <a:pt x="2255" y="5764"/>
                    <a:pt x="2148" y="5764"/>
                  </a:cubicBezTo>
                  <a:cubicBezTo>
                    <a:pt x="2041" y="5728"/>
                    <a:pt x="1933" y="5728"/>
                    <a:pt x="1862" y="5692"/>
                  </a:cubicBezTo>
                  <a:cubicBezTo>
                    <a:pt x="1718" y="5657"/>
                    <a:pt x="1575" y="5621"/>
                    <a:pt x="1468" y="5585"/>
                  </a:cubicBezTo>
                  <a:cubicBezTo>
                    <a:pt x="1396" y="5549"/>
                    <a:pt x="1325" y="5513"/>
                    <a:pt x="1253" y="5442"/>
                  </a:cubicBezTo>
                  <a:cubicBezTo>
                    <a:pt x="1182" y="5370"/>
                    <a:pt x="1110" y="5299"/>
                    <a:pt x="1038" y="5227"/>
                  </a:cubicBezTo>
                  <a:cubicBezTo>
                    <a:pt x="967" y="5155"/>
                    <a:pt x="931" y="5084"/>
                    <a:pt x="895" y="5012"/>
                  </a:cubicBezTo>
                  <a:cubicBezTo>
                    <a:pt x="859" y="4905"/>
                    <a:pt x="859" y="4833"/>
                    <a:pt x="824" y="4762"/>
                  </a:cubicBezTo>
                  <a:cubicBezTo>
                    <a:pt x="824" y="4690"/>
                    <a:pt x="824" y="4619"/>
                    <a:pt x="824" y="4547"/>
                  </a:cubicBezTo>
                  <a:cubicBezTo>
                    <a:pt x="859" y="4404"/>
                    <a:pt x="895" y="4261"/>
                    <a:pt x="967" y="4153"/>
                  </a:cubicBezTo>
                  <a:cubicBezTo>
                    <a:pt x="1038" y="3903"/>
                    <a:pt x="1182" y="3688"/>
                    <a:pt x="1325" y="3509"/>
                  </a:cubicBezTo>
                  <a:cubicBezTo>
                    <a:pt x="1432" y="3366"/>
                    <a:pt x="1539" y="3223"/>
                    <a:pt x="1647" y="3079"/>
                  </a:cubicBezTo>
                  <a:cubicBezTo>
                    <a:pt x="1683" y="2972"/>
                    <a:pt x="1718" y="2900"/>
                    <a:pt x="1718" y="2793"/>
                  </a:cubicBezTo>
                  <a:cubicBezTo>
                    <a:pt x="1718" y="2686"/>
                    <a:pt x="1718" y="2614"/>
                    <a:pt x="1683" y="2507"/>
                  </a:cubicBezTo>
                  <a:cubicBezTo>
                    <a:pt x="1683" y="2399"/>
                    <a:pt x="1647" y="2328"/>
                    <a:pt x="1611" y="2220"/>
                  </a:cubicBezTo>
                  <a:cubicBezTo>
                    <a:pt x="1575" y="2113"/>
                    <a:pt x="1539" y="1970"/>
                    <a:pt x="1539" y="1827"/>
                  </a:cubicBezTo>
                  <a:cubicBezTo>
                    <a:pt x="1504" y="1683"/>
                    <a:pt x="1539" y="1683"/>
                    <a:pt x="1539" y="1612"/>
                  </a:cubicBezTo>
                  <a:cubicBezTo>
                    <a:pt x="1504" y="1540"/>
                    <a:pt x="1504" y="1469"/>
                    <a:pt x="1539" y="1433"/>
                  </a:cubicBezTo>
                  <a:cubicBezTo>
                    <a:pt x="1539" y="1325"/>
                    <a:pt x="1539" y="1254"/>
                    <a:pt x="1575" y="1182"/>
                  </a:cubicBezTo>
                  <a:cubicBezTo>
                    <a:pt x="1575" y="1146"/>
                    <a:pt x="1611" y="1111"/>
                    <a:pt x="1647" y="1075"/>
                  </a:cubicBezTo>
                  <a:cubicBezTo>
                    <a:pt x="1683" y="1003"/>
                    <a:pt x="1754" y="967"/>
                    <a:pt x="1790" y="896"/>
                  </a:cubicBezTo>
                  <a:cubicBezTo>
                    <a:pt x="1862" y="860"/>
                    <a:pt x="1933" y="824"/>
                    <a:pt x="2005" y="824"/>
                  </a:cubicBezTo>
                  <a:cubicBezTo>
                    <a:pt x="2148" y="753"/>
                    <a:pt x="2327" y="681"/>
                    <a:pt x="2506" y="610"/>
                  </a:cubicBezTo>
                  <a:cubicBezTo>
                    <a:pt x="2685" y="538"/>
                    <a:pt x="2935" y="466"/>
                    <a:pt x="3150" y="395"/>
                  </a:cubicBezTo>
                  <a:cubicBezTo>
                    <a:pt x="3258" y="359"/>
                    <a:pt x="3293" y="252"/>
                    <a:pt x="3293" y="144"/>
                  </a:cubicBezTo>
                  <a:cubicBezTo>
                    <a:pt x="3258" y="37"/>
                    <a:pt x="3186" y="1"/>
                    <a:pt x="30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3"/>
            <p:cNvSpPr/>
            <p:nvPr/>
          </p:nvSpPr>
          <p:spPr>
            <a:xfrm>
              <a:off x="1167875" y="2329975"/>
              <a:ext cx="39400" cy="45650"/>
            </a:xfrm>
            <a:custGeom>
              <a:avLst/>
              <a:gdLst/>
              <a:ahLst/>
              <a:cxnLst/>
              <a:rect l="l" t="t" r="r" b="b"/>
              <a:pathLst>
                <a:path w="1576" h="1826" extrusionOk="0">
                  <a:moveTo>
                    <a:pt x="967" y="0"/>
                  </a:moveTo>
                  <a:cubicBezTo>
                    <a:pt x="931" y="0"/>
                    <a:pt x="896" y="36"/>
                    <a:pt x="860" y="36"/>
                  </a:cubicBezTo>
                  <a:cubicBezTo>
                    <a:pt x="574" y="179"/>
                    <a:pt x="359" y="394"/>
                    <a:pt x="180" y="680"/>
                  </a:cubicBezTo>
                  <a:cubicBezTo>
                    <a:pt x="144" y="752"/>
                    <a:pt x="108" y="823"/>
                    <a:pt x="72" y="895"/>
                  </a:cubicBezTo>
                  <a:cubicBezTo>
                    <a:pt x="37" y="966"/>
                    <a:pt x="37" y="1038"/>
                    <a:pt x="37" y="1145"/>
                  </a:cubicBezTo>
                  <a:cubicBezTo>
                    <a:pt x="1" y="1217"/>
                    <a:pt x="37" y="1289"/>
                    <a:pt x="37" y="1360"/>
                  </a:cubicBezTo>
                  <a:cubicBezTo>
                    <a:pt x="72" y="1432"/>
                    <a:pt x="144" y="1539"/>
                    <a:pt x="180" y="1611"/>
                  </a:cubicBezTo>
                  <a:cubicBezTo>
                    <a:pt x="251" y="1647"/>
                    <a:pt x="287" y="1718"/>
                    <a:pt x="359" y="1754"/>
                  </a:cubicBezTo>
                  <a:lnTo>
                    <a:pt x="466" y="1790"/>
                  </a:lnTo>
                  <a:cubicBezTo>
                    <a:pt x="502" y="1790"/>
                    <a:pt x="574" y="1790"/>
                    <a:pt x="609" y="1826"/>
                  </a:cubicBezTo>
                  <a:lnTo>
                    <a:pt x="824" y="1826"/>
                  </a:lnTo>
                  <a:cubicBezTo>
                    <a:pt x="896" y="1790"/>
                    <a:pt x="967" y="1754"/>
                    <a:pt x="1039" y="1718"/>
                  </a:cubicBezTo>
                  <a:cubicBezTo>
                    <a:pt x="1182" y="1682"/>
                    <a:pt x="1325" y="1611"/>
                    <a:pt x="1468" y="1539"/>
                  </a:cubicBezTo>
                  <a:cubicBezTo>
                    <a:pt x="1540" y="1503"/>
                    <a:pt x="1576" y="1396"/>
                    <a:pt x="1540" y="1324"/>
                  </a:cubicBezTo>
                  <a:cubicBezTo>
                    <a:pt x="1504" y="1289"/>
                    <a:pt x="1468" y="1253"/>
                    <a:pt x="1433" y="1253"/>
                  </a:cubicBezTo>
                  <a:cubicBezTo>
                    <a:pt x="1415" y="1235"/>
                    <a:pt x="1388" y="1226"/>
                    <a:pt x="1361" y="1226"/>
                  </a:cubicBezTo>
                  <a:cubicBezTo>
                    <a:pt x="1334" y="1226"/>
                    <a:pt x="1307" y="1235"/>
                    <a:pt x="1289" y="1253"/>
                  </a:cubicBezTo>
                  <a:cubicBezTo>
                    <a:pt x="1218" y="1289"/>
                    <a:pt x="1182" y="1289"/>
                    <a:pt x="1110" y="1324"/>
                  </a:cubicBezTo>
                  <a:lnTo>
                    <a:pt x="967" y="1360"/>
                  </a:lnTo>
                  <a:lnTo>
                    <a:pt x="824" y="1396"/>
                  </a:lnTo>
                  <a:lnTo>
                    <a:pt x="609" y="1396"/>
                  </a:lnTo>
                  <a:lnTo>
                    <a:pt x="574" y="1360"/>
                  </a:lnTo>
                  <a:lnTo>
                    <a:pt x="502" y="1289"/>
                  </a:lnTo>
                  <a:lnTo>
                    <a:pt x="466" y="1253"/>
                  </a:lnTo>
                  <a:cubicBezTo>
                    <a:pt x="466" y="1217"/>
                    <a:pt x="466" y="1181"/>
                    <a:pt x="466" y="1181"/>
                  </a:cubicBezTo>
                  <a:cubicBezTo>
                    <a:pt x="466" y="1145"/>
                    <a:pt x="466" y="1110"/>
                    <a:pt x="466" y="1074"/>
                  </a:cubicBezTo>
                  <a:cubicBezTo>
                    <a:pt x="466" y="1038"/>
                    <a:pt x="466" y="1002"/>
                    <a:pt x="502" y="966"/>
                  </a:cubicBezTo>
                  <a:cubicBezTo>
                    <a:pt x="502" y="895"/>
                    <a:pt x="538" y="823"/>
                    <a:pt x="574" y="788"/>
                  </a:cubicBezTo>
                  <a:cubicBezTo>
                    <a:pt x="645" y="680"/>
                    <a:pt x="717" y="609"/>
                    <a:pt x="824" y="537"/>
                  </a:cubicBezTo>
                  <a:lnTo>
                    <a:pt x="931" y="465"/>
                  </a:lnTo>
                  <a:lnTo>
                    <a:pt x="1075" y="358"/>
                  </a:lnTo>
                  <a:cubicBezTo>
                    <a:pt x="1146" y="322"/>
                    <a:pt x="1182" y="179"/>
                    <a:pt x="1146" y="107"/>
                  </a:cubicBezTo>
                  <a:cubicBezTo>
                    <a:pt x="1110" y="36"/>
                    <a:pt x="1039" y="0"/>
                    <a:pt x="9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3"/>
            <p:cNvSpPr/>
            <p:nvPr/>
          </p:nvSpPr>
          <p:spPr>
            <a:xfrm>
              <a:off x="1202775" y="2282525"/>
              <a:ext cx="22400" cy="49250"/>
            </a:xfrm>
            <a:custGeom>
              <a:avLst/>
              <a:gdLst/>
              <a:ahLst/>
              <a:cxnLst/>
              <a:rect l="l" t="t" r="r" b="b"/>
              <a:pathLst>
                <a:path w="896" h="1970" extrusionOk="0">
                  <a:moveTo>
                    <a:pt x="645" y="1"/>
                  </a:moveTo>
                  <a:cubicBezTo>
                    <a:pt x="574" y="1"/>
                    <a:pt x="502" y="37"/>
                    <a:pt x="466" y="73"/>
                  </a:cubicBezTo>
                  <a:cubicBezTo>
                    <a:pt x="323" y="180"/>
                    <a:pt x="216" y="323"/>
                    <a:pt x="144" y="466"/>
                  </a:cubicBezTo>
                  <a:cubicBezTo>
                    <a:pt x="72" y="645"/>
                    <a:pt x="1" y="860"/>
                    <a:pt x="1" y="1039"/>
                  </a:cubicBezTo>
                  <a:cubicBezTo>
                    <a:pt x="1" y="1146"/>
                    <a:pt x="1" y="1218"/>
                    <a:pt x="37" y="1290"/>
                  </a:cubicBezTo>
                  <a:cubicBezTo>
                    <a:pt x="1" y="1397"/>
                    <a:pt x="37" y="1504"/>
                    <a:pt x="108" y="1576"/>
                  </a:cubicBezTo>
                  <a:cubicBezTo>
                    <a:pt x="144" y="1683"/>
                    <a:pt x="216" y="1755"/>
                    <a:pt x="287" y="1791"/>
                  </a:cubicBezTo>
                  <a:cubicBezTo>
                    <a:pt x="359" y="1862"/>
                    <a:pt x="466" y="1898"/>
                    <a:pt x="538" y="1934"/>
                  </a:cubicBezTo>
                  <a:cubicBezTo>
                    <a:pt x="574" y="1970"/>
                    <a:pt x="645" y="1970"/>
                    <a:pt x="681" y="1970"/>
                  </a:cubicBezTo>
                  <a:cubicBezTo>
                    <a:pt x="753" y="1934"/>
                    <a:pt x="788" y="1898"/>
                    <a:pt x="824" y="1862"/>
                  </a:cubicBezTo>
                  <a:cubicBezTo>
                    <a:pt x="860" y="1791"/>
                    <a:pt x="860" y="1755"/>
                    <a:pt x="824" y="1683"/>
                  </a:cubicBezTo>
                  <a:cubicBezTo>
                    <a:pt x="824" y="1647"/>
                    <a:pt x="788" y="1576"/>
                    <a:pt x="717" y="1576"/>
                  </a:cubicBezTo>
                  <a:lnTo>
                    <a:pt x="681" y="1540"/>
                  </a:lnTo>
                  <a:cubicBezTo>
                    <a:pt x="609" y="1468"/>
                    <a:pt x="574" y="1433"/>
                    <a:pt x="538" y="1397"/>
                  </a:cubicBezTo>
                  <a:cubicBezTo>
                    <a:pt x="502" y="1397"/>
                    <a:pt x="502" y="1361"/>
                    <a:pt x="502" y="1361"/>
                  </a:cubicBezTo>
                  <a:cubicBezTo>
                    <a:pt x="502" y="1290"/>
                    <a:pt x="502" y="1254"/>
                    <a:pt x="502" y="1218"/>
                  </a:cubicBezTo>
                  <a:lnTo>
                    <a:pt x="502" y="1039"/>
                  </a:lnTo>
                  <a:cubicBezTo>
                    <a:pt x="502" y="932"/>
                    <a:pt x="538" y="824"/>
                    <a:pt x="574" y="681"/>
                  </a:cubicBezTo>
                  <a:cubicBezTo>
                    <a:pt x="609" y="681"/>
                    <a:pt x="609" y="645"/>
                    <a:pt x="645" y="609"/>
                  </a:cubicBezTo>
                  <a:cubicBezTo>
                    <a:pt x="681" y="538"/>
                    <a:pt x="753" y="502"/>
                    <a:pt x="824" y="430"/>
                  </a:cubicBezTo>
                  <a:cubicBezTo>
                    <a:pt x="896" y="323"/>
                    <a:pt x="896" y="180"/>
                    <a:pt x="824" y="73"/>
                  </a:cubicBezTo>
                  <a:cubicBezTo>
                    <a:pt x="753" y="37"/>
                    <a:pt x="717" y="1"/>
                    <a:pt x="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3"/>
            <p:cNvSpPr/>
            <p:nvPr/>
          </p:nvSpPr>
          <p:spPr>
            <a:xfrm>
              <a:off x="988025" y="2754125"/>
              <a:ext cx="63550" cy="173625"/>
            </a:xfrm>
            <a:custGeom>
              <a:avLst/>
              <a:gdLst/>
              <a:ahLst/>
              <a:cxnLst/>
              <a:rect l="l" t="t" r="r" b="b"/>
              <a:pathLst>
                <a:path w="2542" h="6945" extrusionOk="0">
                  <a:moveTo>
                    <a:pt x="2076" y="1"/>
                  </a:moveTo>
                  <a:cubicBezTo>
                    <a:pt x="2005" y="1"/>
                    <a:pt x="1933" y="1"/>
                    <a:pt x="1861" y="37"/>
                  </a:cubicBezTo>
                  <a:cubicBezTo>
                    <a:pt x="1718" y="144"/>
                    <a:pt x="1575" y="251"/>
                    <a:pt x="1468" y="359"/>
                  </a:cubicBezTo>
                  <a:cubicBezTo>
                    <a:pt x="1324" y="466"/>
                    <a:pt x="1217" y="573"/>
                    <a:pt x="1110" y="717"/>
                  </a:cubicBezTo>
                  <a:cubicBezTo>
                    <a:pt x="1074" y="788"/>
                    <a:pt x="1038" y="824"/>
                    <a:pt x="1002" y="896"/>
                  </a:cubicBezTo>
                  <a:cubicBezTo>
                    <a:pt x="967" y="1003"/>
                    <a:pt x="931" y="1075"/>
                    <a:pt x="895" y="1182"/>
                  </a:cubicBezTo>
                  <a:cubicBezTo>
                    <a:pt x="859" y="1361"/>
                    <a:pt x="823" y="1576"/>
                    <a:pt x="788" y="1755"/>
                  </a:cubicBezTo>
                  <a:cubicBezTo>
                    <a:pt x="788" y="1934"/>
                    <a:pt x="788" y="2148"/>
                    <a:pt x="823" y="2327"/>
                  </a:cubicBezTo>
                  <a:cubicBezTo>
                    <a:pt x="823" y="2435"/>
                    <a:pt x="859" y="2542"/>
                    <a:pt x="895" y="2685"/>
                  </a:cubicBezTo>
                  <a:cubicBezTo>
                    <a:pt x="895" y="2757"/>
                    <a:pt x="931" y="2864"/>
                    <a:pt x="967" y="2972"/>
                  </a:cubicBezTo>
                  <a:cubicBezTo>
                    <a:pt x="1002" y="3043"/>
                    <a:pt x="1074" y="3222"/>
                    <a:pt x="1145" y="3365"/>
                  </a:cubicBezTo>
                  <a:cubicBezTo>
                    <a:pt x="1145" y="3401"/>
                    <a:pt x="1145" y="3437"/>
                    <a:pt x="1181" y="3509"/>
                  </a:cubicBezTo>
                  <a:cubicBezTo>
                    <a:pt x="1074" y="3544"/>
                    <a:pt x="967" y="3616"/>
                    <a:pt x="895" y="3688"/>
                  </a:cubicBezTo>
                  <a:cubicBezTo>
                    <a:pt x="823" y="3759"/>
                    <a:pt x="680" y="3831"/>
                    <a:pt x="609" y="3938"/>
                  </a:cubicBezTo>
                  <a:cubicBezTo>
                    <a:pt x="501" y="4010"/>
                    <a:pt x="430" y="4117"/>
                    <a:pt x="358" y="4224"/>
                  </a:cubicBezTo>
                  <a:cubicBezTo>
                    <a:pt x="215" y="4439"/>
                    <a:pt x="107" y="4654"/>
                    <a:pt x="36" y="4905"/>
                  </a:cubicBezTo>
                  <a:cubicBezTo>
                    <a:pt x="0" y="5012"/>
                    <a:pt x="0" y="5155"/>
                    <a:pt x="0" y="5298"/>
                  </a:cubicBezTo>
                  <a:cubicBezTo>
                    <a:pt x="0" y="5442"/>
                    <a:pt x="0" y="5585"/>
                    <a:pt x="36" y="5692"/>
                  </a:cubicBezTo>
                  <a:cubicBezTo>
                    <a:pt x="36" y="5799"/>
                    <a:pt x="72" y="5907"/>
                    <a:pt x="107" y="5978"/>
                  </a:cubicBezTo>
                  <a:cubicBezTo>
                    <a:pt x="143" y="6122"/>
                    <a:pt x="215" y="6229"/>
                    <a:pt x="286" y="6336"/>
                  </a:cubicBezTo>
                  <a:cubicBezTo>
                    <a:pt x="358" y="6444"/>
                    <a:pt x="430" y="6551"/>
                    <a:pt x="537" y="6623"/>
                  </a:cubicBezTo>
                  <a:cubicBezTo>
                    <a:pt x="644" y="6730"/>
                    <a:pt x="788" y="6802"/>
                    <a:pt x="931" y="6873"/>
                  </a:cubicBezTo>
                  <a:cubicBezTo>
                    <a:pt x="1074" y="6909"/>
                    <a:pt x="1181" y="6945"/>
                    <a:pt x="1324" y="6945"/>
                  </a:cubicBezTo>
                  <a:lnTo>
                    <a:pt x="1468" y="6945"/>
                  </a:lnTo>
                  <a:lnTo>
                    <a:pt x="1718" y="6909"/>
                  </a:lnTo>
                  <a:cubicBezTo>
                    <a:pt x="1897" y="6838"/>
                    <a:pt x="2076" y="6766"/>
                    <a:pt x="2219" y="6694"/>
                  </a:cubicBezTo>
                  <a:cubicBezTo>
                    <a:pt x="2291" y="6659"/>
                    <a:pt x="2327" y="6587"/>
                    <a:pt x="2398" y="6551"/>
                  </a:cubicBezTo>
                  <a:cubicBezTo>
                    <a:pt x="2434" y="6444"/>
                    <a:pt x="2470" y="6301"/>
                    <a:pt x="2434" y="6193"/>
                  </a:cubicBezTo>
                  <a:cubicBezTo>
                    <a:pt x="2398" y="6086"/>
                    <a:pt x="2327" y="5978"/>
                    <a:pt x="2219" y="5907"/>
                  </a:cubicBezTo>
                  <a:cubicBezTo>
                    <a:pt x="2143" y="5882"/>
                    <a:pt x="2067" y="5856"/>
                    <a:pt x="1979" y="5856"/>
                  </a:cubicBezTo>
                  <a:cubicBezTo>
                    <a:pt x="1942" y="5856"/>
                    <a:pt x="1903" y="5861"/>
                    <a:pt x="1861" y="5871"/>
                  </a:cubicBezTo>
                  <a:cubicBezTo>
                    <a:pt x="1754" y="5907"/>
                    <a:pt x="1611" y="5943"/>
                    <a:pt x="1468" y="5943"/>
                  </a:cubicBezTo>
                  <a:lnTo>
                    <a:pt x="1324" y="5943"/>
                  </a:lnTo>
                  <a:lnTo>
                    <a:pt x="1217" y="5907"/>
                  </a:lnTo>
                  <a:lnTo>
                    <a:pt x="1145" y="5871"/>
                  </a:lnTo>
                  <a:lnTo>
                    <a:pt x="1038" y="5764"/>
                  </a:lnTo>
                  <a:cubicBezTo>
                    <a:pt x="1002" y="5728"/>
                    <a:pt x="967" y="5656"/>
                    <a:pt x="967" y="5620"/>
                  </a:cubicBezTo>
                  <a:cubicBezTo>
                    <a:pt x="931" y="5549"/>
                    <a:pt x="895" y="5477"/>
                    <a:pt x="895" y="5406"/>
                  </a:cubicBezTo>
                  <a:cubicBezTo>
                    <a:pt x="895" y="5298"/>
                    <a:pt x="895" y="5227"/>
                    <a:pt x="895" y="5119"/>
                  </a:cubicBezTo>
                  <a:cubicBezTo>
                    <a:pt x="895" y="5048"/>
                    <a:pt x="931" y="4976"/>
                    <a:pt x="967" y="4905"/>
                  </a:cubicBezTo>
                  <a:cubicBezTo>
                    <a:pt x="1002" y="4797"/>
                    <a:pt x="1038" y="4726"/>
                    <a:pt x="1074" y="4654"/>
                  </a:cubicBezTo>
                  <a:cubicBezTo>
                    <a:pt x="1145" y="4582"/>
                    <a:pt x="1253" y="4475"/>
                    <a:pt x="1324" y="4403"/>
                  </a:cubicBezTo>
                  <a:cubicBezTo>
                    <a:pt x="1468" y="4332"/>
                    <a:pt x="1575" y="4260"/>
                    <a:pt x="1718" y="4189"/>
                  </a:cubicBezTo>
                  <a:cubicBezTo>
                    <a:pt x="1790" y="4117"/>
                    <a:pt x="1861" y="4081"/>
                    <a:pt x="1897" y="4010"/>
                  </a:cubicBezTo>
                  <a:cubicBezTo>
                    <a:pt x="1969" y="3974"/>
                    <a:pt x="2005" y="3902"/>
                    <a:pt x="2005" y="3867"/>
                  </a:cubicBezTo>
                  <a:cubicBezTo>
                    <a:pt x="2076" y="3759"/>
                    <a:pt x="2112" y="3652"/>
                    <a:pt x="2112" y="3580"/>
                  </a:cubicBezTo>
                  <a:lnTo>
                    <a:pt x="2076" y="3401"/>
                  </a:lnTo>
                  <a:cubicBezTo>
                    <a:pt x="2076" y="3330"/>
                    <a:pt x="2040" y="3258"/>
                    <a:pt x="2005" y="3222"/>
                  </a:cubicBezTo>
                  <a:cubicBezTo>
                    <a:pt x="2005" y="3151"/>
                    <a:pt x="1969" y="3115"/>
                    <a:pt x="1933" y="3079"/>
                  </a:cubicBezTo>
                  <a:cubicBezTo>
                    <a:pt x="1897" y="3007"/>
                    <a:pt x="1826" y="2900"/>
                    <a:pt x="1790" y="2793"/>
                  </a:cubicBezTo>
                  <a:cubicBezTo>
                    <a:pt x="1647" y="2471"/>
                    <a:pt x="1575" y="2077"/>
                    <a:pt x="1611" y="1719"/>
                  </a:cubicBezTo>
                  <a:cubicBezTo>
                    <a:pt x="1647" y="1576"/>
                    <a:pt x="1682" y="1433"/>
                    <a:pt x="1754" y="1289"/>
                  </a:cubicBezTo>
                  <a:lnTo>
                    <a:pt x="1826" y="1110"/>
                  </a:lnTo>
                  <a:cubicBezTo>
                    <a:pt x="1897" y="1075"/>
                    <a:pt x="1969" y="1003"/>
                    <a:pt x="2040" y="931"/>
                  </a:cubicBezTo>
                  <a:cubicBezTo>
                    <a:pt x="2112" y="860"/>
                    <a:pt x="2219" y="824"/>
                    <a:pt x="2291" y="752"/>
                  </a:cubicBezTo>
                  <a:cubicBezTo>
                    <a:pt x="2470" y="645"/>
                    <a:pt x="2541" y="394"/>
                    <a:pt x="2434" y="215"/>
                  </a:cubicBezTo>
                  <a:cubicBezTo>
                    <a:pt x="2363" y="72"/>
                    <a:pt x="2219" y="1"/>
                    <a:pt x="2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3"/>
            <p:cNvSpPr/>
            <p:nvPr/>
          </p:nvSpPr>
          <p:spPr>
            <a:xfrm>
              <a:off x="1041700" y="2698650"/>
              <a:ext cx="43875" cy="71625"/>
            </a:xfrm>
            <a:custGeom>
              <a:avLst/>
              <a:gdLst/>
              <a:ahLst/>
              <a:cxnLst/>
              <a:rect l="l" t="t" r="r" b="b"/>
              <a:pathLst>
                <a:path w="1755" h="2865" extrusionOk="0">
                  <a:moveTo>
                    <a:pt x="1146" y="0"/>
                  </a:moveTo>
                  <a:cubicBezTo>
                    <a:pt x="967" y="36"/>
                    <a:pt x="824" y="108"/>
                    <a:pt x="681" y="215"/>
                  </a:cubicBezTo>
                  <a:cubicBezTo>
                    <a:pt x="609" y="287"/>
                    <a:pt x="538" y="323"/>
                    <a:pt x="502" y="394"/>
                  </a:cubicBezTo>
                  <a:cubicBezTo>
                    <a:pt x="430" y="466"/>
                    <a:pt x="359" y="537"/>
                    <a:pt x="323" y="609"/>
                  </a:cubicBezTo>
                  <a:cubicBezTo>
                    <a:pt x="216" y="752"/>
                    <a:pt x="144" y="895"/>
                    <a:pt x="72" y="1038"/>
                  </a:cubicBezTo>
                  <a:cubicBezTo>
                    <a:pt x="72" y="1110"/>
                    <a:pt x="37" y="1182"/>
                    <a:pt x="37" y="1289"/>
                  </a:cubicBezTo>
                  <a:lnTo>
                    <a:pt x="37" y="1432"/>
                  </a:lnTo>
                  <a:cubicBezTo>
                    <a:pt x="1" y="1504"/>
                    <a:pt x="1" y="1575"/>
                    <a:pt x="37" y="1647"/>
                  </a:cubicBezTo>
                  <a:cubicBezTo>
                    <a:pt x="37" y="1826"/>
                    <a:pt x="108" y="1969"/>
                    <a:pt x="180" y="2112"/>
                  </a:cubicBezTo>
                  <a:cubicBezTo>
                    <a:pt x="323" y="2256"/>
                    <a:pt x="430" y="2399"/>
                    <a:pt x="573" y="2506"/>
                  </a:cubicBezTo>
                  <a:cubicBezTo>
                    <a:pt x="717" y="2613"/>
                    <a:pt x="824" y="2721"/>
                    <a:pt x="967" y="2828"/>
                  </a:cubicBezTo>
                  <a:cubicBezTo>
                    <a:pt x="1003" y="2828"/>
                    <a:pt x="1075" y="2864"/>
                    <a:pt x="1146" y="2864"/>
                  </a:cubicBezTo>
                  <a:cubicBezTo>
                    <a:pt x="1218" y="2864"/>
                    <a:pt x="1325" y="2828"/>
                    <a:pt x="1397" y="2757"/>
                  </a:cubicBezTo>
                  <a:cubicBezTo>
                    <a:pt x="1504" y="2613"/>
                    <a:pt x="1504" y="2399"/>
                    <a:pt x="1397" y="2256"/>
                  </a:cubicBezTo>
                  <a:cubicBezTo>
                    <a:pt x="1325" y="2220"/>
                    <a:pt x="1254" y="2148"/>
                    <a:pt x="1182" y="2077"/>
                  </a:cubicBezTo>
                  <a:cubicBezTo>
                    <a:pt x="1110" y="2005"/>
                    <a:pt x="967" y="1862"/>
                    <a:pt x="860" y="1754"/>
                  </a:cubicBezTo>
                  <a:cubicBezTo>
                    <a:pt x="824" y="1719"/>
                    <a:pt x="824" y="1647"/>
                    <a:pt x="788" y="1611"/>
                  </a:cubicBezTo>
                  <a:lnTo>
                    <a:pt x="752" y="1504"/>
                  </a:lnTo>
                  <a:lnTo>
                    <a:pt x="752" y="1396"/>
                  </a:lnTo>
                  <a:cubicBezTo>
                    <a:pt x="752" y="1361"/>
                    <a:pt x="788" y="1289"/>
                    <a:pt x="824" y="1253"/>
                  </a:cubicBezTo>
                  <a:cubicBezTo>
                    <a:pt x="860" y="1146"/>
                    <a:pt x="896" y="1074"/>
                    <a:pt x="967" y="967"/>
                  </a:cubicBezTo>
                  <a:cubicBezTo>
                    <a:pt x="1003" y="931"/>
                    <a:pt x="1075" y="895"/>
                    <a:pt x="1110" y="824"/>
                  </a:cubicBezTo>
                  <a:cubicBezTo>
                    <a:pt x="1182" y="788"/>
                    <a:pt x="1254" y="752"/>
                    <a:pt x="1289" y="716"/>
                  </a:cubicBezTo>
                  <a:lnTo>
                    <a:pt x="1325" y="716"/>
                  </a:lnTo>
                  <a:cubicBezTo>
                    <a:pt x="1755" y="609"/>
                    <a:pt x="1647" y="0"/>
                    <a:pt x="1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3"/>
            <p:cNvSpPr/>
            <p:nvPr/>
          </p:nvSpPr>
          <p:spPr>
            <a:xfrm>
              <a:off x="1067650" y="2763075"/>
              <a:ext cx="43500" cy="55500"/>
            </a:xfrm>
            <a:custGeom>
              <a:avLst/>
              <a:gdLst/>
              <a:ahLst/>
              <a:cxnLst/>
              <a:rect l="l" t="t" r="r" b="b"/>
              <a:pathLst>
                <a:path w="1740" h="2220" extrusionOk="0">
                  <a:moveTo>
                    <a:pt x="788" y="1"/>
                  </a:moveTo>
                  <a:cubicBezTo>
                    <a:pt x="717" y="1"/>
                    <a:pt x="645" y="36"/>
                    <a:pt x="574" y="108"/>
                  </a:cubicBezTo>
                  <a:cubicBezTo>
                    <a:pt x="359" y="359"/>
                    <a:pt x="180" y="681"/>
                    <a:pt x="108" y="1003"/>
                  </a:cubicBezTo>
                  <a:cubicBezTo>
                    <a:pt x="37" y="1182"/>
                    <a:pt x="1" y="1325"/>
                    <a:pt x="37" y="1504"/>
                  </a:cubicBezTo>
                  <a:cubicBezTo>
                    <a:pt x="1" y="1683"/>
                    <a:pt x="37" y="1826"/>
                    <a:pt x="144" y="2005"/>
                  </a:cubicBezTo>
                  <a:cubicBezTo>
                    <a:pt x="251" y="2148"/>
                    <a:pt x="430" y="2220"/>
                    <a:pt x="609" y="2220"/>
                  </a:cubicBezTo>
                  <a:cubicBezTo>
                    <a:pt x="717" y="2184"/>
                    <a:pt x="824" y="2148"/>
                    <a:pt x="931" y="2113"/>
                  </a:cubicBezTo>
                  <a:cubicBezTo>
                    <a:pt x="1003" y="2077"/>
                    <a:pt x="1075" y="2041"/>
                    <a:pt x="1146" y="1969"/>
                  </a:cubicBezTo>
                  <a:cubicBezTo>
                    <a:pt x="1289" y="1898"/>
                    <a:pt x="1433" y="1790"/>
                    <a:pt x="1576" y="1647"/>
                  </a:cubicBezTo>
                  <a:cubicBezTo>
                    <a:pt x="1612" y="1647"/>
                    <a:pt x="1647" y="1576"/>
                    <a:pt x="1683" y="1540"/>
                  </a:cubicBezTo>
                  <a:cubicBezTo>
                    <a:pt x="1739" y="1316"/>
                    <a:pt x="1577" y="1136"/>
                    <a:pt x="1384" y="1136"/>
                  </a:cubicBezTo>
                  <a:cubicBezTo>
                    <a:pt x="1329" y="1136"/>
                    <a:pt x="1273" y="1151"/>
                    <a:pt x="1218" y="1182"/>
                  </a:cubicBezTo>
                  <a:lnTo>
                    <a:pt x="967" y="1325"/>
                  </a:lnTo>
                  <a:cubicBezTo>
                    <a:pt x="860" y="1397"/>
                    <a:pt x="752" y="1432"/>
                    <a:pt x="609" y="1504"/>
                  </a:cubicBezTo>
                  <a:cubicBezTo>
                    <a:pt x="609" y="1504"/>
                    <a:pt x="609" y="1468"/>
                    <a:pt x="609" y="1468"/>
                  </a:cubicBezTo>
                  <a:cubicBezTo>
                    <a:pt x="609" y="1397"/>
                    <a:pt x="609" y="1325"/>
                    <a:pt x="609" y="1253"/>
                  </a:cubicBezTo>
                  <a:cubicBezTo>
                    <a:pt x="681" y="967"/>
                    <a:pt x="788" y="717"/>
                    <a:pt x="931" y="502"/>
                  </a:cubicBezTo>
                  <a:lnTo>
                    <a:pt x="967" y="466"/>
                  </a:lnTo>
                  <a:cubicBezTo>
                    <a:pt x="1110" y="287"/>
                    <a:pt x="1003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3"/>
            <p:cNvSpPr/>
            <p:nvPr/>
          </p:nvSpPr>
          <p:spPr>
            <a:xfrm>
              <a:off x="1095400" y="2699150"/>
              <a:ext cx="29550" cy="42875"/>
            </a:xfrm>
            <a:custGeom>
              <a:avLst/>
              <a:gdLst/>
              <a:ahLst/>
              <a:cxnLst/>
              <a:rect l="l" t="t" r="r" b="b"/>
              <a:pathLst>
                <a:path w="1182" h="1715" extrusionOk="0">
                  <a:moveTo>
                    <a:pt x="468" y="0"/>
                  </a:moveTo>
                  <a:cubicBezTo>
                    <a:pt x="354" y="0"/>
                    <a:pt x="251" y="64"/>
                    <a:pt x="179" y="159"/>
                  </a:cubicBezTo>
                  <a:cubicBezTo>
                    <a:pt x="108" y="303"/>
                    <a:pt x="36" y="446"/>
                    <a:pt x="36" y="589"/>
                  </a:cubicBezTo>
                  <a:cubicBezTo>
                    <a:pt x="0" y="804"/>
                    <a:pt x="0" y="1018"/>
                    <a:pt x="72" y="1197"/>
                  </a:cubicBezTo>
                  <a:cubicBezTo>
                    <a:pt x="179" y="1341"/>
                    <a:pt x="287" y="1448"/>
                    <a:pt x="430" y="1555"/>
                  </a:cubicBezTo>
                  <a:cubicBezTo>
                    <a:pt x="502" y="1591"/>
                    <a:pt x="573" y="1627"/>
                    <a:pt x="645" y="1663"/>
                  </a:cubicBezTo>
                  <a:cubicBezTo>
                    <a:pt x="692" y="1699"/>
                    <a:pt x="744" y="1715"/>
                    <a:pt x="796" y="1715"/>
                  </a:cubicBezTo>
                  <a:cubicBezTo>
                    <a:pt x="899" y="1715"/>
                    <a:pt x="1003" y="1651"/>
                    <a:pt x="1074" y="1555"/>
                  </a:cubicBezTo>
                  <a:cubicBezTo>
                    <a:pt x="1182" y="1376"/>
                    <a:pt x="1110" y="1162"/>
                    <a:pt x="931" y="1090"/>
                  </a:cubicBezTo>
                  <a:lnTo>
                    <a:pt x="716" y="947"/>
                  </a:lnTo>
                  <a:lnTo>
                    <a:pt x="681" y="875"/>
                  </a:lnTo>
                  <a:cubicBezTo>
                    <a:pt x="681" y="875"/>
                    <a:pt x="681" y="840"/>
                    <a:pt x="681" y="804"/>
                  </a:cubicBezTo>
                  <a:cubicBezTo>
                    <a:pt x="681" y="768"/>
                    <a:pt x="681" y="732"/>
                    <a:pt x="681" y="696"/>
                  </a:cubicBezTo>
                  <a:cubicBezTo>
                    <a:pt x="681" y="661"/>
                    <a:pt x="681" y="625"/>
                    <a:pt x="716" y="589"/>
                  </a:cubicBezTo>
                  <a:lnTo>
                    <a:pt x="752" y="482"/>
                  </a:lnTo>
                  <a:cubicBezTo>
                    <a:pt x="824" y="338"/>
                    <a:pt x="788" y="124"/>
                    <a:pt x="645" y="52"/>
                  </a:cubicBezTo>
                  <a:cubicBezTo>
                    <a:pt x="585" y="16"/>
                    <a:pt x="525" y="0"/>
                    <a:pt x="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3"/>
            <p:cNvSpPr/>
            <p:nvPr/>
          </p:nvSpPr>
          <p:spPr>
            <a:xfrm>
              <a:off x="1237025" y="2137575"/>
              <a:ext cx="46325" cy="104725"/>
            </a:xfrm>
            <a:custGeom>
              <a:avLst/>
              <a:gdLst/>
              <a:ahLst/>
              <a:cxnLst/>
              <a:rect l="l" t="t" r="r" b="b"/>
              <a:pathLst>
                <a:path w="1853" h="4189" extrusionOk="0">
                  <a:moveTo>
                    <a:pt x="671" y="0"/>
                  </a:moveTo>
                  <a:cubicBezTo>
                    <a:pt x="600" y="0"/>
                    <a:pt x="492" y="0"/>
                    <a:pt x="385" y="36"/>
                  </a:cubicBezTo>
                  <a:cubicBezTo>
                    <a:pt x="0" y="100"/>
                    <a:pt x="103" y="595"/>
                    <a:pt x="412" y="595"/>
                  </a:cubicBezTo>
                  <a:cubicBezTo>
                    <a:pt x="448" y="595"/>
                    <a:pt x="487" y="588"/>
                    <a:pt x="528" y="573"/>
                  </a:cubicBezTo>
                  <a:lnTo>
                    <a:pt x="635" y="537"/>
                  </a:lnTo>
                  <a:lnTo>
                    <a:pt x="993" y="537"/>
                  </a:lnTo>
                  <a:cubicBezTo>
                    <a:pt x="993" y="573"/>
                    <a:pt x="1029" y="609"/>
                    <a:pt x="1029" y="680"/>
                  </a:cubicBezTo>
                  <a:cubicBezTo>
                    <a:pt x="1029" y="859"/>
                    <a:pt x="1029" y="1038"/>
                    <a:pt x="993" y="1253"/>
                  </a:cubicBezTo>
                  <a:cubicBezTo>
                    <a:pt x="957" y="1396"/>
                    <a:pt x="957" y="1504"/>
                    <a:pt x="993" y="1647"/>
                  </a:cubicBezTo>
                  <a:cubicBezTo>
                    <a:pt x="1029" y="1826"/>
                    <a:pt x="1101" y="1969"/>
                    <a:pt x="1172" y="2112"/>
                  </a:cubicBezTo>
                  <a:cubicBezTo>
                    <a:pt x="1208" y="2184"/>
                    <a:pt x="1244" y="2255"/>
                    <a:pt x="1244" y="2363"/>
                  </a:cubicBezTo>
                  <a:cubicBezTo>
                    <a:pt x="1280" y="2434"/>
                    <a:pt x="1315" y="2506"/>
                    <a:pt x="1315" y="2613"/>
                  </a:cubicBezTo>
                  <a:cubicBezTo>
                    <a:pt x="1351" y="2685"/>
                    <a:pt x="1351" y="2756"/>
                    <a:pt x="1315" y="2864"/>
                  </a:cubicBezTo>
                  <a:cubicBezTo>
                    <a:pt x="1315" y="3007"/>
                    <a:pt x="1244" y="3150"/>
                    <a:pt x="1208" y="3293"/>
                  </a:cubicBezTo>
                  <a:cubicBezTo>
                    <a:pt x="1136" y="3472"/>
                    <a:pt x="1065" y="3615"/>
                    <a:pt x="993" y="3759"/>
                  </a:cubicBezTo>
                  <a:cubicBezTo>
                    <a:pt x="957" y="3830"/>
                    <a:pt x="922" y="3902"/>
                    <a:pt x="957" y="3973"/>
                  </a:cubicBezTo>
                  <a:cubicBezTo>
                    <a:pt x="957" y="4045"/>
                    <a:pt x="1029" y="4117"/>
                    <a:pt x="1101" y="4152"/>
                  </a:cubicBezTo>
                  <a:cubicBezTo>
                    <a:pt x="1172" y="4188"/>
                    <a:pt x="1244" y="4188"/>
                    <a:pt x="1315" y="4188"/>
                  </a:cubicBezTo>
                  <a:lnTo>
                    <a:pt x="1387" y="4152"/>
                  </a:lnTo>
                  <a:cubicBezTo>
                    <a:pt x="1423" y="4117"/>
                    <a:pt x="1459" y="4081"/>
                    <a:pt x="1494" y="4045"/>
                  </a:cubicBezTo>
                  <a:cubicBezTo>
                    <a:pt x="1530" y="4009"/>
                    <a:pt x="1566" y="3938"/>
                    <a:pt x="1566" y="3902"/>
                  </a:cubicBezTo>
                  <a:cubicBezTo>
                    <a:pt x="1602" y="3830"/>
                    <a:pt x="1638" y="3759"/>
                    <a:pt x="1638" y="3723"/>
                  </a:cubicBezTo>
                  <a:cubicBezTo>
                    <a:pt x="1709" y="3580"/>
                    <a:pt x="1745" y="3472"/>
                    <a:pt x="1781" y="3329"/>
                  </a:cubicBezTo>
                  <a:cubicBezTo>
                    <a:pt x="1852" y="3114"/>
                    <a:pt x="1852" y="2900"/>
                    <a:pt x="1852" y="2685"/>
                  </a:cubicBezTo>
                  <a:cubicBezTo>
                    <a:pt x="1852" y="2470"/>
                    <a:pt x="1781" y="2219"/>
                    <a:pt x="1709" y="2005"/>
                  </a:cubicBezTo>
                  <a:cubicBezTo>
                    <a:pt x="1638" y="1862"/>
                    <a:pt x="1566" y="1683"/>
                    <a:pt x="1530" y="1504"/>
                  </a:cubicBezTo>
                  <a:cubicBezTo>
                    <a:pt x="1530" y="1468"/>
                    <a:pt x="1530" y="1432"/>
                    <a:pt x="1530" y="1396"/>
                  </a:cubicBezTo>
                  <a:cubicBezTo>
                    <a:pt x="1530" y="1289"/>
                    <a:pt x="1566" y="1181"/>
                    <a:pt x="1602" y="1074"/>
                  </a:cubicBezTo>
                  <a:cubicBezTo>
                    <a:pt x="1638" y="823"/>
                    <a:pt x="1602" y="609"/>
                    <a:pt x="1530" y="358"/>
                  </a:cubicBezTo>
                  <a:cubicBezTo>
                    <a:pt x="1530" y="322"/>
                    <a:pt x="1494" y="287"/>
                    <a:pt x="1494" y="251"/>
                  </a:cubicBezTo>
                  <a:cubicBezTo>
                    <a:pt x="1423" y="179"/>
                    <a:pt x="1387" y="108"/>
                    <a:pt x="1315" y="72"/>
                  </a:cubicBezTo>
                  <a:cubicBezTo>
                    <a:pt x="1280" y="36"/>
                    <a:pt x="1208" y="36"/>
                    <a:pt x="1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53"/>
            <p:cNvSpPr/>
            <p:nvPr/>
          </p:nvSpPr>
          <p:spPr>
            <a:xfrm>
              <a:off x="1260950" y="2097300"/>
              <a:ext cx="39400" cy="43200"/>
            </a:xfrm>
            <a:custGeom>
              <a:avLst/>
              <a:gdLst/>
              <a:ahLst/>
              <a:cxnLst/>
              <a:rect l="l" t="t" r="r" b="b"/>
              <a:pathLst>
                <a:path w="1576" h="1728" extrusionOk="0">
                  <a:moveTo>
                    <a:pt x="323" y="0"/>
                  </a:moveTo>
                  <a:cubicBezTo>
                    <a:pt x="251" y="0"/>
                    <a:pt x="215" y="0"/>
                    <a:pt x="179" y="36"/>
                  </a:cubicBezTo>
                  <a:cubicBezTo>
                    <a:pt x="108" y="72"/>
                    <a:pt x="36" y="144"/>
                    <a:pt x="36" y="215"/>
                  </a:cubicBezTo>
                  <a:cubicBezTo>
                    <a:pt x="0" y="287"/>
                    <a:pt x="36" y="358"/>
                    <a:pt x="72" y="430"/>
                  </a:cubicBezTo>
                  <a:cubicBezTo>
                    <a:pt x="108" y="502"/>
                    <a:pt x="179" y="573"/>
                    <a:pt x="251" y="573"/>
                  </a:cubicBezTo>
                  <a:cubicBezTo>
                    <a:pt x="394" y="609"/>
                    <a:pt x="537" y="645"/>
                    <a:pt x="645" y="681"/>
                  </a:cubicBezTo>
                  <a:cubicBezTo>
                    <a:pt x="716" y="716"/>
                    <a:pt x="752" y="716"/>
                    <a:pt x="788" y="752"/>
                  </a:cubicBezTo>
                  <a:cubicBezTo>
                    <a:pt x="824" y="788"/>
                    <a:pt x="824" y="824"/>
                    <a:pt x="860" y="824"/>
                  </a:cubicBezTo>
                  <a:cubicBezTo>
                    <a:pt x="895" y="967"/>
                    <a:pt x="931" y="1110"/>
                    <a:pt x="967" y="1253"/>
                  </a:cubicBezTo>
                  <a:cubicBezTo>
                    <a:pt x="1003" y="1396"/>
                    <a:pt x="1003" y="1432"/>
                    <a:pt x="1039" y="1540"/>
                  </a:cubicBezTo>
                  <a:cubicBezTo>
                    <a:pt x="1068" y="1658"/>
                    <a:pt x="1172" y="1728"/>
                    <a:pt x="1288" y="1728"/>
                  </a:cubicBezTo>
                  <a:cubicBezTo>
                    <a:pt x="1312" y="1728"/>
                    <a:pt x="1336" y="1725"/>
                    <a:pt x="1361" y="1719"/>
                  </a:cubicBezTo>
                  <a:cubicBezTo>
                    <a:pt x="1432" y="1683"/>
                    <a:pt x="1504" y="1647"/>
                    <a:pt x="1540" y="1611"/>
                  </a:cubicBezTo>
                  <a:cubicBezTo>
                    <a:pt x="1575" y="1540"/>
                    <a:pt x="1575" y="1468"/>
                    <a:pt x="1540" y="1396"/>
                  </a:cubicBezTo>
                  <a:cubicBezTo>
                    <a:pt x="1540" y="1289"/>
                    <a:pt x="1540" y="1217"/>
                    <a:pt x="1504" y="1146"/>
                  </a:cubicBezTo>
                  <a:cubicBezTo>
                    <a:pt x="1468" y="967"/>
                    <a:pt x="1432" y="824"/>
                    <a:pt x="1396" y="681"/>
                  </a:cubicBezTo>
                  <a:cubicBezTo>
                    <a:pt x="1361" y="609"/>
                    <a:pt x="1325" y="502"/>
                    <a:pt x="1289" y="430"/>
                  </a:cubicBezTo>
                  <a:cubicBezTo>
                    <a:pt x="1217" y="323"/>
                    <a:pt x="1110" y="251"/>
                    <a:pt x="1003" y="179"/>
                  </a:cubicBezTo>
                  <a:cubicBezTo>
                    <a:pt x="895" y="108"/>
                    <a:pt x="788" y="72"/>
                    <a:pt x="716" y="72"/>
                  </a:cubicBezTo>
                  <a:cubicBezTo>
                    <a:pt x="609" y="36"/>
                    <a:pt x="502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3"/>
            <p:cNvSpPr/>
            <p:nvPr/>
          </p:nvSpPr>
          <p:spPr>
            <a:xfrm>
              <a:off x="1167000" y="2456150"/>
              <a:ext cx="52800" cy="111875"/>
            </a:xfrm>
            <a:custGeom>
              <a:avLst/>
              <a:gdLst/>
              <a:ahLst/>
              <a:cxnLst/>
              <a:rect l="l" t="t" r="r" b="b"/>
              <a:pathLst>
                <a:path w="2112" h="4475" extrusionOk="0">
                  <a:moveTo>
                    <a:pt x="931" y="0"/>
                  </a:moveTo>
                  <a:cubicBezTo>
                    <a:pt x="788" y="36"/>
                    <a:pt x="644" y="72"/>
                    <a:pt x="501" y="179"/>
                  </a:cubicBezTo>
                  <a:cubicBezTo>
                    <a:pt x="358" y="251"/>
                    <a:pt x="215" y="322"/>
                    <a:pt x="107" y="430"/>
                  </a:cubicBezTo>
                  <a:cubicBezTo>
                    <a:pt x="36" y="501"/>
                    <a:pt x="0" y="573"/>
                    <a:pt x="0" y="680"/>
                  </a:cubicBezTo>
                  <a:cubicBezTo>
                    <a:pt x="0" y="752"/>
                    <a:pt x="36" y="859"/>
                    <a:pt x="107" y="931"/>
                  </a:cubicBezTo>
                  <a:cubicBezTo>
                    <a:pt x="143" y="967"/>
                    <a:pt x="251" y="1002"/>
                    <a:pt x="322" y="1002"/>
                  </a:cubicBezTo>
                  <a:lnTo>
                    <a:pt x="430" y="1002"/>
                  </a:lnTo>
                  <a:cubicBezTo>
                    <a:pt x="465" y="1002"/>
                    <a:pt x="537" y="967"/>
                    <a:pt x="573" y="931"/>
                  </a:cubicBezTo>
                  <a:cubicBezTo>
                    <a:pt x="644" y="859"/>
                    <a:pt x="752" y="788"/>
                    <a:pt x="895" y="716"/>
                  </a:cubicBezTo>
                  <a:cubicBezTo>
                    <a:pt x="931" y="680"/>
                    <a:pt x="966" y="680"/>
                    <a:pt x="1038" y="680"/>
                  </a:cubicBezTo>
                  <a:lnTo>
                    <a:pt x="1074" y="680"/>
                  </a:lnTo>
                  <a:cubicBezTo>
                    <a:pt x="1074" y="716"/>
                    <a:pt x="1110" y="752"/>
                    <a:pt x="1110" y="788"/>
                  </a:cubicBezTo>
                  <a:cubicBezTo>
                    <a:pt x="1110" y="859"/>
                    <a:pt x="1110" y="931"/>
                    <a:pt x="1110" y="1038"/>
                  </a:cubicBezTo>
                  <a:cubicBezTo>
                    <a:pt x="1038" y="1253"/>
                    <a:pt x="1002" y="1503"/>
                    <a:pt x="966" y="1718"/>
                  </a:cubicBezTo>
                  <a:cubicBezTo>
                    <a:pt x="966" y="2112"/>
                    <a:pt x="1217" y="2398"/>
                    <a:pt x="1396" y="2685"/>
                  </a:cubicBezTo>
                  <a:cubicBezTo>
                    <a:pt x="1432" y="2756"/>
                    <a:pt x="1468" y="2828"/>
                    <a:pt x="1468" y="2935"/>
                  </a:cubicBezTo>
                  <a:cubicBezTo>
                    <a:pt x="1503" y="3186"/>
                    <a:pt x="1396" y="3472"/>
                    <a:pt x="1217" y="3687"/>
                  </a:cubicBezTo>
                  <a:cubicBezTo>
                    <a:pt x="1181" y="3759"/>
                    <a:pt x="1145" y="3794"/>
                    <a:pt x="1074" y="3866"/>
                  </a:cubicBezTo>
                  <a:cubicBezTo>
                    <a:pt x="931" y="3866"/>
                    <a:pt x="823" y="3938"/>
                    <a:pt x="788" y="4081"/>
                  </a:cubicBezTo>
                  <a:cubicBezTo>
                    <a:pt x="716" y="4260"/>
                    <a:pt x="823" y="4439"/>
                    <a:pt x="1002" y="4474"/>
                  </a:cubicBezTo>
                  <a:lnTo>
                    <a:pt x="1145" y="4474"/>
                  </a:lnTo>
                  <a:cubicBezTo>
                    <a:pt x="1217" y="4474"/>
                    <a:pt x="1289" y="4474"/>
                    <a:pt x="1324" y="4439"/>
                  </a:cubicBezTo>
                  <a:lnTo>
                    <a:pt x="1396" y="4403"/>
                  </a:lnTo>
                  <a:lnTo>
                    <a:pt x="1503" y="4331"/>
                  </a:lnTo>
                  <a:cubicBezTo>
                    <a:pt x="1575" y="4295"/>
                    <a:pt x="1611" y="4224"/>
                    <a:pt x="1647" y="4188"/>
                  </a:cubicBezTo>
                  <a:cubicBezTo>
                    <a:pt x="1826" y="3973"/>
                    <a:pt x="1969" y="3723"/>
                    <a:pt x="2040" y="3436"/>
                  </a:cubicBezTo>
                  <a:cubicBezTo>
                    <a:pt x="2076" y="3293"/>
                    <a:pt x="2112" y="3150"/>
                    <a:pt x="2112" y="3007"/>
                  </a:cubicBezTo>
                  <a:cubicBezTo>
                    <a:pt x="2076" y="2864"/>
                    <a:pt x="2076" y="2720"/>
                    <a:pt x="2040" y="2577"/>
                  </a:cubicBezTo>
                  <a:cubicBezTo>
                    <a:pt x="1969" y="2470"/>
                    <a:pt x="1897" y="2363"/>
                    <a:pt x="1826" y="2255"/>
                  </a:cubicBezTo>
                  <a:cubicBezTo>
                    <a:pt x="1754" y="2148"/>
                    <a:pt x="1718" y="2040"/>
                    <a:pt x="1647" y="1933"/>
                  </a:cubicBezTo>
                  <a:cubicBezTo>
                    <a:pt x="1647" y="1897"/>
                    <a:pt x="1611" y="1861"/>
                    <a:pt x="1611" y="1826"/>
                  </a:cubicBezTo>
                  <a:lnTo>
                    <a:pt x="1611" y="1754"/>
                  </a:lnTo>
                  <a:cubicBezTo>
                    <a:pt x="1611" y="1682"/>
                    <a:pt x="1647" y="1611"/>
                    <a:pt x="1682" y="1575"/>
                  </a:cubicBezTo>
                  <a:cubicBezTo>
                    <a:pt x="1718" y="1503"/>
                    <a:pt x="1718" y="1432"/>
                    <a:pt x="1754" y="1360"/>
                  </a:cubicBezTo>
                  <a:cubicBezTo>
                    <a:pt x="1826" y="1038"/>
                    <a:pt x="1826" y="752"/>
                    <a:pt x="1754" y="465"/>
                  </a:cubicBezTo>
                  <a:cubicBezTo>
                    <a:pt x="1718" y="358"/>
                    <a:pt x="1682" y="286"/>
                    <a:pt x="1611" y="215"/>
                  </a:cubicBezTo>
                  <a:cubicBezTo>
                    <a:pt x="1575" y="179"/>
                    <a:pt x="1503" y="107"/>
                    <a:pt x="1432" y="107"/>
                  </a:cubicBezTo>
                  <a:cubicBezTo>
                    <a:pt x="1324" y="36"/>
                    <a:pt x="1217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3"/>
            <p:cNvSpPr/>
            <p:nvPr/>
          </p:nvSpPr>
          <p:spPr>
            <a:xfrm>
              <a:off x="1217100" y="2485675"/>
              <a:ext cx="39400" cy="65775"/>
            </a:xfrm>
            <a:custGeom>
              <a:avLst/>
              <a:gdLst/>
              <a:ahLst/>
              <a:cxnLst/>
              <a:rect l="l" t="t" r="r" b="b"/>
              <a:pathLst>
                <a:path w="1576" h="2631" extrusionOk="0">
                  <a:moveTo>
                    <a:pt x="430" y="0"/>
                  </a:moveTo>
                  <a:cubicBezTo>
                    <a:pt x="323" y="0"/>
                    <a:pt x="215" y="36"/>
                    <a:pt x="144" y="108"/>
                  </a:cubicBezTo>
                  <a:cubicBezTo>
                    <a:pt x="72" y="179"/>
                    <a:pt x="36" y="287"/>
                    <a:pt x="1" y="430"/>
                  </a:cubicBezTo>
                  <a:cubicBezTo>
                    <a:pt x="36" y="645"/>
                    <a:pt x="215" y="824"/>
                    <a:pt x="466" y="824"/>
                  </a:cubicBezTo>
                  <a:lnTo>
                    <a:pt x="752" y="824"/>
                  </a:lnTo>
                  <a:cubicBezTo>
                    <a:pt x="752" y="859"/>
                    <a:pt x="752" y="895"/>
                    <a:pt x="752" y="931"/>
                  </a:cubicBezTo>
                  <a:cubicBezTo>
                    <a:pt x="752" y="1003"/>
                    <a:pt x="752" y="1110"/>
                    <a:pt x="752" y="1182"/>
                  </a:cubicBezTo>
                  <a:cubicBezTo>
                    <a:pt x="716" y="1396"/>
                    <a:pt x="645" y="1611"/>
                    <a:pt x="573" y="1790"/>
                  </a:cubicBezTo>
                  <a:cubicBezTo>
                    <a:pt x="537" y="1933"/>
                    <a:pt x="502" y="2041"/>
                    <a:pt x="466" y="2148"/>
                  </a:cubicBezTo>
                  <a:cubicBezTo>
                    <a:pt x="373" y="2427"/>
                    <a:pt x="598" y="2631"/>
                    <a:pt x="825" y="2631"/>
                  </a:cubicBezTo>
                  <a:cubicBezTo>
                    <a:pt x="948" y="2631"/>
                    <a:pt x="1071" y="2572"/>
                    <a:pt x="1146" y="2434"/>
                  </a:cubicBezTo>
                  <a:cubicBezTo>
                    <a:pt x="1218" y="2291"/>
                    <a:pt x="1289" y="2148"/>
                    <a:pt x="1325" y="2005"/>
                  </a:cubicBezTo>
                  <a:cubicBezTo>
                    <a:pt x="1432" y="1754"/>
                    <a:pt x="1504" y="1539"/>
                    <a:pt x="1576" y="1289"/>
                  </a:cubicBezTo>
                  <a:cubicBezTo>
                    <a:pt x="1576" y="1074"/>
                    <a:pt x="1576" y="895"/>
                    <a:pt x="1576" y="680"/>
                  </a:cubicBezTo>
                  <a:cubicBezTo>
                    <a:pt x="1540" y="537"/>
                    <a:pt x="1468" y="358"/>
                    <a:pt x="1361" y="215"/>
                  </a:cubicBezTo>
                  <a:cubicBezTo>
                    <a:pt x="1289" y="179"/>
                    <a:pt x="1253" y="108"/>
                    <a:pt x="1182" y="72"/>
                  </a:cubicBezTo>
                  <a:lnTo>
                    <a:pt x="1039" y="3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3"/>
            <p:cNvSpPr/>
            <p:nvPr/>
          </p:nvSpPr>
          <p:spPr>
            <a:xfrm>
              <a:off x="1135575" y="2555475"/>
              <a:ext cx="35900" cy="55200"/>
            </a:xfrm>
            <a:custGeom>
              <a:avLst/>
              <a:gdLst/>
              <a:ahLst/>
              <a:cxnLst/>
              <a:rect l="l" t="t" r="r" b="b"/>
              <a:pathLst>
                <a:path w="1436" h="2208" extrusionOk="0">
                  <a:moveTo>
                    <a:pt x="756" y="0"/>
                  </a:moveTo>
                  <a:cubicBezTo>
                    <a:pt x="613" y="0"/>
                    <a:pt x="505" y="36"/>
                    <a:pt x="362" y="72"/>
                  </a:cubicBezTo>
                  <a:cubicBezTo>
                    <a:pt x="0" y="171"/>
                    <a:pt x="92" y="693"/>
                    <a:pt x="443" y="693"/>
                  </a:cubicBezTo>
                  <a:cubicBezTo>
                    <a:pt x="474" y="693"/>
                    <a:pt x="507" y="689"/>
                    <a:pt x="541" y="680"/>
                  </a:cubicBezTo>
                  <a:cubicBezTo>
                    <a:pt x="577" y="680"/>
                    <a:pt x="649" y="645"/>
                    <a:pt x="720" y="645"/>
                  </a:cubicBezTo>
                  <a:lnTo>
                    <a:pt x="756" y="645"/>
                  </a:lnTo>
                  <a:lnTo>
                    <a:pt x="792" y="788"/>
                  </a:lnTo>
                  <a:cubicBezTo>
                    <a:pt x="792" y="895"/>
                    <a:pt x="792" y="1003"/>
                    <a:pt x="792" y="1146"/>
                  </a:cubicBezTo>
                  <a:cubicBezTo>
                    <a:pt x="756" y="1289"/>
                    <a:pt x="720" y="1432"/>
                    <a:pt x="684" y="1539"/>
                  </a:cubicBezTo>
                  <a:cubicBezTo>
                    <a:pt x="649" y="1683"/>
                    <a:pt x="613" y="1718"/>
                    <a:pt x="577" y="1790"/>
                  </a:cubicBezTo>
                  <a:cubicBezTo>
                    <a:pt x="577" y="1862"/>
                    <a:pt x="577" y="1969"/>
                    <a:pt x="613" y="2041"/>
                  </a:cubicBezTo>
                  <a:cubicBezTo>
                    <a:pt x="684" y="2112"/>
                    <a:pt x="756" y="2184"/>
                    <a:pt x="827" y="2184"/>
                  </a:cubicBezTo>
                  <a:cubicBezTo>
                    <a:pt x="857" y="2199"/>
                    <a:pt x="893" y="2207"/>
                    <a:pt x="930" y="2207"/>
                  </a:cubicBezTo>
                  <a:cubicBezTo>
                    <a:pt x="982" y="2207"/>
                    <a:pt x="1036" y="2190"/>
                    <a:pt x="1078" y="2148"/>
                  </a:cubicBezTo>
                  <a:cubicBezTo>
                    <a:pt x="1150" y="2112"/>
                    <a:pt x="1185" y="2041"/>
                    <a:pt x="1221" y="1969"/>
                  </a:cubicBezTo>
                  <a:cubicBezTo>
                    <a:pt x="1257" y="1862"/>
                    <a:pt x="1293" y="1754"/>
                    <a:pt x="1329" y="1647"/>
                  </a:cubicBezTo>
                  <a:cubicBezTo>
                    <a:pt x="1364" y="1539"/>
                    <a:pt x="1400" y="1432"/>
                    <a:pt x="1400" y="1325"/>
                  </a:cubicBezTo>
                  <a:cubicBezTo>
                    <a:pt x="1436" y="1182"/>
                    <a:pt x="1436" y="1003"/>
                    <a:pt x="1436" y="859"/>
                  </a:cubicBezTo>
                  <a:cubicBezTo>
                    <a:pt x="1436" y="573"/>
                    <a:pt x="1329" y="322"/>
                    <a:pt x="1150" y="143"/>
                  </a:cubicBezTo>
                  <a:cubicBezTo>
                    <a:pt x="1078" y="36"/>
                    <a:pt x="935" y="0"/>
                    <a:pt x="8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3"/>
            <p:cNvSpPr/>
            <p:nvPr/>
          </p:nvSpPr>
          <p:spPr>
            <a:xfrm>
              <a:off x="704350" y="2725500"/>
              <a:ext cx="25975" cy="34025"/>
            </a:xfrm>
            <a:custGeom>
              <a:avLst/>
              <a:gdLst/>
              <a:ahLst/>
              <a:cxnLst/>
              <a:rect l="l" t="t" r="r" b="b"/>
              <a:pathLst>
                <a:path w="1039" h="1361" extrusionOk="0">
                  <a:moveTo>
                    <a:pt x="430" y="0"/>
                  </a:moveTo>
                  <a:cubicBezTo>
                    <a:pt x="358" y="0"/>
                    <a:pt x="322" y="0"/>
                    <a:pt x="286" y="36"/>
                  </a:cubicBezTo>
                  <a:cubicBezTo>
                    <a:pt x="215" y="72"/>
                    <a:pt x="179" y="108"/>
                    <a:pt x="143" y="179"/>
                  </a:cubicBezTo>
                  <a:lnTo>
                    <a:pt x="107" y="287"/>
                  </a:lnTo>
                  <a:lnTo>
                    <a:pt x="72" y="430"/>
                  </a:lnTo>
                  <a:cubicBezTo>
                    <a:pt x="36" y="501"/>
                    <a:pt x="36" y="573"/>
                    <a:pt x="0" y="680"/>
                  </a:cubicBezTo>
                  <a:cubicBezTo>
                    <a:pt x="0" y="788"/>
                    <a:pt x="36" y="895"/>
                    <a:pt x="107" y="967"/>
                  </a:cubicBezTo>
                  <a:cubicBezTo>
                    <a:pt x="179" y="1110"/>
                    <a:pt x="322" y="1217"/>
                    <a:pt x="501" y="1253"/>
                  </a:cubicBezTo>
                  <a:lnTo>
                    <a:pt x="788" y="1360"/>
                  </a:lnTo>
                  <a:lnTo>
                    <a:pt x="859" y="1360"/>
                  </a:lnTo>
                  <a:cubicBezTo>
                    <a:pt x="967" y="1325"/>
                    <a:pt x="1038" y="1217"/>
                    <a:pt x="1038" y="1146"/>
                  </a:cubicBezTo>
                  <a:cubicBezTo>
                    <a:pt x="1038" y="1074"/>
                    <a:pt x="1038" y="1003"/>
                    <a:pt x="1002" y="931"/>
                  </a:cubicBezTo>
                  <a:cubicBezTo>
                    <a:pt x="1002" y="895"/>
                    <a:pt x="931" y="824"/>
                    <a:pt x="895" y="824"/>
                  </a:cubicBezTo>
                  <a:lnTo>
                    <a:pt x="823" y="824"/>
                  </a:lnTo>
                  <a:cubicBezTo>
                    <a:pt x="752" y="752"/>
                    <a:pt x="644" y="716"/>
                    <a:pt x="537" y="680"/>
                  </a:cubicBezTo>
                  <a:cubicBezTo>
                    <a:pt x="573" y="573"/>
                    <a:pt x="609" y="501"/>
                    <a:pt x="644" y="430"/>
                  </a:cubicBezTo>
                  <a:cubicBezTo>
                    <a:pt x="644" y="394"/>
                    <a:pt x="644" y="358"/>
                    <a:pt x="644" y="322"/>
                  </a:cubicBezTo>
                  <a:cubicBezTo>
                    <a:pt x="680" y="251"/>
                    <a:pt x="680" y="179"/>
                    <a:pt x="644" y="143"/>
                  </a:cubicBezTo>
                  <a:cubicBezTo>
                    <a:pt x="609" y="72"/>
                    <a:pt x="573" y="0"/>
                    <a:pt x="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53"/>
          <p:cNvGrpSpPr/>
          <p:nvPr/>
        </p:nvGrpSpPr>
        <p:grpSpPr>
          <a:xfrm rot="-656819">
            <a:off x="2925660" y="1223684"/>
            <a:ext cx="928672" cy="745147"/>
            <a:chOff x="7694900" y="1959325"/>
            <a:chExt cx="928675" cy="745150"/>
          </a:xfrm>
        </p:grpSpPr>
        <p:cxnSp>
          <p:nvCxnSpPr>
            <p:cNvPr id="592" name="Google Shape;592;p53"/>
            <p:cNvCxnSpPr/>
            <p:nvPr/>
          </p:nvCxnSpPr>
          <p:spPr>
            <a:xfrm rot="10800000" flipH="1">
              <a:off x="8174500" y="2010650"/>
              <a:ext cx="255000" cy="37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3" name="Google Shape;593;p53"/>
            <p:cNvCxnSpPr/>
            <p:nvPr/>
          </p:nvCxnSpPr>
          <p:spPr>
            <a:xfrm rot="10800000">
              <a:off x="7990800" y="1959325"/>
              <a:ext cx="10200" cy="357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4" name="Google Shape;594;p53"/>
            <p:cNvCxnSpPr/>
            <p:nvPr/>
          </p:nvCxnSpPr>
          <p:spPr>
            <a:xfrm rot="10800000" flipH="1">
              <a:off x="8266350" y="2418725"/>
              <a:ext cx="316500" cy="9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5" name="Google Shape;595;p53"/>
            <p:cNvCxnSpPr/>
            <p:nvPr/>
          </p:nvCxnSpPr>
          <p:spPr>
            <a:xfrm rot="10800000">
              <a:off x="7694900" y="2010600"/>
              <a:ext cx="91800" cy="255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6" name="Google Shape;596;p53"/>
            <p:cNvCxnSpPr/>
            <p:nvPr/>
          </p:nvCxnSpPr>
          <p:spPr>
            <a:xfrm>
              <a:off x="8347875" y="2642675"/>
              <a:ext cx="275700" cy="6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97" name="Google Shape;597;p53"/>
          <p:cNvGrpSpPr/>
          <p:nvPr/>
        </p:nvGrpSpPr>
        <p:grpSpPr>
          <a:xfrm rot="10316083">
            <a:off x="1581575" y="3169617"/>
            <a:ext cx="928667" cy="745143"/>
            <a:chOff x="7694900" y="1959325"/>
            <a:chExt cx="928675" cy="745150"/>
          </a:xfrm>
        </p:grpSpPr>
        <p:cxnSp>
          <p:nvCxnSpPr>
            <p:cNvPr id="598" name="Google Shape;598;p53"/>
            <p:cNvCxnSpPr/>
            <p:nvPr/>
          </p:nvCxnSpPr>
          <p:spPr>
            <a:xfrm rot="10800000" flipH="1">
              <a:off x="8174500" y="2010650"/>
              <a:ext cx="255000" cy="37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9" name="Google Shape;599;p53"/>
            <p:cNvCxnSpPr/>
            <p:nvPr/>
          </p:nvCxnSpPr>
          <p:spPr>
            <a:xfrm rot="10800000">
              <a:off x="7990800" y="1959325"/>
              <a:ext cx="10200" cy="357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0" name="Google Shape;600;p53"/>
            <p:cNvCxnSpPr/>
            <p:nvPr/>
          </p:nvCxnSpPr>
          <p:spPr>
            <a:xfrm rot="10800000" flipH="1">
              <a:off x="8266350" y="2418725"/>
              <a:ext cx="316500" cy="9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1" name="Google Shape;601;p53"/>
            <p:cNvCxnSpPr/>
            <p:nvPr/>
          </p:nvCxnSpPr>
          <p:spPr>
            <a:xfrm rot="10800000">
              <a:off x="7694900" y="2010600"/>
              <a:ext cx="91800" cy="255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2" name="Google Shape;602;p53"/>
            <p:cNvCxnSpPr/>
            <p:nvPr/>
          </p:nvCxnSpPr>
          <p:spPr>
            <a:xfrm>
              <a:off x="8347875" y="2642675"/>
              <a:ext cx="275700" cy="6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03" name="Google Shape;603;p53"/>
          <p:cNvSpPr/>
          <p:nvPr/>
        </p:nvSpPr>
        <p:spPr>
          <a:xfrm rot="-6667473" flipH="1">
            <a:off x="1756131" y="2196674"/>
            <a:ext cx="473581" cy="232781"/>
          </a:xfrm>
          <a:custGeom>
            <a:avLst/>
            <a:gdLst/>
            <a:ahLst/>
            <a:cxnLst/>
            <a:rect l="l" t="t" r="r" b="b"/>
            <a:pathLst>
              <a:path w="27640" h="13586" extrusionOk="0">
                <a:moveTo>
                  <a:pt x="6378" y="1"/>
                </a:moveTo>
                <a:cubicBezTo>
                  <a:pt x="6295" y="1"/>
                  <a:pt x="6208" y="21"/>
                  <a:pt x="6122" y="68"/>
                </a:cubicBezTo>
                <a:cubicBezTo>
                  <a:pt x="4511" y="855"/>
                  <a:pt x="1" y="2681"/>
                  <a:pt x="359" y="5007"/>
                </a:cubicBezTo>
                <a:cubicBezTo>
                  <a:pt x="538" y="6010"/>
                  <a:pt x="1612" y="7083"/>
                  <a:pt x="2184" y="7835"/>
                </a:cubicBezTo>
                <a:cubicBezTo>
                  <a:pt x="3043" y="8945"/>
                  <a:pt x="3652" y="10520"/>
                  <a:pt x="4726" y="11415"/>
                </a:cubicBezTo>
                <a:cubicBezTo>
                  <a:pt x="4939" y="11628"/>
                  <a:pt x="5192" y="11720"/>
                  <a:pt x="5440" y="11720"/>
                </a:cubicBezTo>
                <a:cubicBezTo>
                  <a:pt x="6067" y="11720"/>
                  <a:pt x="6659" y="11130"/>
                  <a:pt x="6480" y="10412"/>
                </a:cubicBezTo>
                <a:cubicBezTo>
                  <a:pt x="6122" y="8658"/>
                  <a:pt x="5119" y="7406"/>
                  <a:pt x="4010" y="6117"/>
                </a:cubicBezTo>
                <a:cubicBezTo>
                  <a:pt x="4762" y="6045"/>
                  <a:pt x="5477" y="5902"/>
                  <a:pt x="6122" y="5866"/>
                </a:cubicBezTo>
                <a:cubicBezTo>
                  <a:pt x="6585" y="5849"/>
                  <a:pt x="7047" y="5840"/>
                  <a:pt x="7507" y="5840"/>
                </a:cubicBezTo>
                <a:cubicBezTo>
                  <a:pt x="9863" y="5840"/>
                  <a:pt x="12193" y="6073"/>
                  <a:pt x="14498" y="6582"/>
                </a:cubicBezTo>
                <a:cubicBezTo>
                  <a:pt x="16824" y="7048"/>
                  <a:pt x="19044" y="7835"/>
                  <a:pt x="21156" y="8981"/>
                </a:cubicBezTo>
                <a:cubicBezTo>
                  <a:pt x="23411" y="10198"/>
                  <a:pt x="24842" y="11594"/>
                  <a:pt x="26596" y="13455"/>
                </a:cubicBezTo>
                <a:cubicBezTo>
                  <a:pt x="26688" y="13547"/>
                  <a:pt x="26797" y="13586"/>
                  <a:pt x="26907" y="13586"/>
                </a:cubicBezTo>
                <a:cubicBezTo>
                  <a:pt x="27269" y="13586"/>
                  <a:pt x="27639" y="13159"/>
                  <a:pt x="27420" y="12775"/>
                </a:cubicBezTo>
                <a:cubicBezTo>
                  <a:pt x="26382" y="10663"/>
                  <a:pt x="24771" y="8873"/>
                  <a:pt x="22802" y="7585"/>
                </a:cubicBezTo>
                <a:cubicBezTo>
                  <a:pt x="20547" y="6153"/>
                  <a:pt x="18113" y="5079"/>
                  <a:pt x="15536" y="4470"/>
                </a:cubicBezTo>
                <a:cubicBezTo>
                  <a:pt x="12708" y="3683"/>
                  <a:pt x="9809" y="3289"/>
                  <a:pt x="6909" y="3289"/>
                </a:cubicBezTo>
                <a:cubicBezTo>
                  <a:pt x="6587" y="3289"/>
                  <a:pt x="6193" y="3280"/>
                  <a:pt x="5764" y="3280"/>
                </a:cubicBezTo>
                <a:cubicBezTo>
                  <a:pt x="5334" y="3280"/>
                  <a:pt x="4869" y="3289"/>
                  <a:pt x="4404" y="3325"/>
                </a:cubicBezTo>
                <a:lnTo>
                  <a:pt x="4511" y="3253"/>
                </a:lnTo>
                <a:cubicBezTo>
                  <a:pt x="5442" y="2573"/>
                  <a:pt x="6193" y="1750"/>
                  <a:pt x="6838" y="784"/>
                </a:cubicBezTo>
                <a:cubicBezTo>
                  <a:pt x="7042" y="404"/>
                  <a:pt x="6746" y="1"/>
                  <a:pt x="637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3"/>
          <p:cNvSpPr txBox="1"/>
          <p:nvPr/>
        </p:nvSpPr>
        <p:spPr>
          <a:xfrm rot="-1031" flipH="1">
            <a:off x="1305693" y="1509789"/>
            <a:ext cx="1000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605" name="Google Shape;605;p53"/>
          <p:cNvGrpSpPr/>
          <p:nvPr/>
        </p:nvGrpSpPr>
        <p:grpSpPr>
          <a:xfrm>
            <a:off x="7775356" y="1007121"/>
            <a:ext cx="192250" cy="401583"/>
            <a:chOff x="4132056" y="1252046"/>
            <a:chExt cx="192250" cy="401583"/>
          </a:xfrm>
        </p:grpSpPr>
        <p:sp>
          <p:nvSpPr>
            <p:cNvPr id="606" name="Google Shape;606;p53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3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53"/>
          <p:cNvSpPr/>
          <p:nvPr/>
        </p:nvSpPr>
        <p:spPr>
          <a:xfrm rot="-1960143">
            <a:off x="4163248" y="288014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3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3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53"/>
          <p:cNvGrpSpPr/>
          <p:nvPr/>
        </p:nvGrpSpPr>
        <p:grpSpPr>
          <a:xfrm>
            <a:off x="4151812" y="1022499"/>
            <a:ext cx="238223" cy="370822"/>
            <a:chOff x="4728537" y="1222987"/>
            <a:chExt cx="238223" cy="370822"/>
          </a:xfrm>
        </p:grpSpPr>
        <p:sp>
          <p:nvSpPr>
            <p:cNvPr id="612" name="Google Shape;612;p53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3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3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p53"/>
          <p:cNvGrpSpPr/>
          <p:nvPr/>
        </p:nvGrpSpPr>
        <p:grpSpPr>
          <a:xfrm>
            <a:off x="7390882" y="3419678"/>
            <a:ext cx="576710" cy="568000"/>
            <a:chOff x="4151832" y="2079765"/>
            <a:chExt cx="576710" cy="568000"/>
          </a:xfrm>
        </p:grpSpPr>
        <p:sp>
          <p:nvSpPr>
            <p:cNvPr id="616" name="Google Shape;616;p53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3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3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p53"/>
          <p:cNvGrpSpPr/>
          <p:nvPr/>
        </p:nvGrpSpPr>
        <p:grpSpPr>
          <a:xfrm>
            <a:off x="2083479" y="855002"/>
            <a:ext cx="544683" cy="511717"/>
            <a:chOff x="2952504" y="2605315"/>
            <a:chExt cx="544683" cy="511717"/>
          </a:xfrm>
        </p:grpSpPr>
        <p:sp>
          <p:nvSpPr>
            <p:cNvPr id="620" name="Google Shape;620;p53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3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3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3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3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53"/>
          <p:cNvGrpSpPr/>
          <p:nvPr/>
        </p:nvGrpSpPr>
        <p:grpSpPr>
          <a:xfrm>
            <a:off x="5405755" y="3850153"/>
            <a:ext cx="486910" cy="247705"/>
            <a:chOff x="5099580" y="2618828"/>
            <a:chExt cx="486910" cy="247705"/>
          </a:xfrm>
        </p:grpSpPr>
        <p:sp>
          <p:nvSpPr>
            <p:cNvPr id="626" name="Google Shape;626;p53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3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3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3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0" name="Google Shape;630;p53"/>
          <p:cNvGrpSpPr/>
          <p:nvPr/>
        </p:nvGrpSpPr>
        <p:grpSpPr>
          <a:xfrm>
            <a:off x="6151312" y="948867"/>
            <a:ext cx="417520" cy="481484"/>
            <a:chOff x="5110362" y="1552354"/>
            <a:chExt cx="417520" cy="481484"/>
          </a:xfrm>
        </p:grpSpPr>
        <p:sp>
          <p:nvSpPr>
            <p:cNvPr id="631" name="Google Shape;631;p53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3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3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3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53"/>
          <p:cNvGrpSpPr/>
          <p:nvPr/>
        </p:nvGrpSpPr>
        <p:grpSpPr>
          <a:xfrm>
            <a:off x="1000844" y="2525850"/>
            <a:ext cx="482292" cy="376131"/>
            <a:chOff x="3198944" y="1721925"/>
            <a:chExt cx="482292" cy="376131"/>
          </a:xfrm>
        </p:grpSpPr>
        <p:sp>
          <p:nvSpPr>
            <p:cNvPr id="636" name="Google Shape;636;p53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3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3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3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p53"/>
          <p:cNvGrpSpPr/>
          <p:nvPr/>
        </p:nvGrpSpPr>
        <p:grpSpPr>
          <a:xfrm>
            <a:off x="3214867" y="3767249"/>
            <a:ext cx="258153" cy="337608"/>
            <a:chOff x="3969305" y="3447586"/>
            <a:chExt cx="258153" cy="337608"/>
          </a:xfrm>
        </p:grpSpPr>
        <p:sp>
          <p:nvSpPr>
            <p:cNvPr id="641" name="Google Shape;641;p53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3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3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3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5" name="Google Shape;645;p53"/>
          <p:cNvSpPr/>
          <p:nvPr/>
        </p:nvSpPr>
        <p:spPr>
          <a:xfrm rot="-1960143">
            <a:off x="7979023" y="2293922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6" name="Google Shape;646;p53"/>
          <p:cNvGrpSpPr/>
          <p:nvPr/>
        </p:nvGrpSpPr>
        <p:grpSpPr>
          <a:xfrm>
            <a:off x="4654634" y="2812968"/>
            <a:ext cx="2736230" cy="129838"/>
            <a:chOff x="1910200" y="1810425"/>
            <a:chExt cx="2938391" cy="139431"/>
          </a:xfrm>
        </p:grpSpPr>
        <p:sp>
          <p:nvSpPr>
            <p:cNvPr id="647" name="Google Shape;647;p53"/>
            <p:cNvSpPr/>
            <p:nvPr/>
          </p:nvSpPr>
          <p:spPr>
            <a:xfrm>
              <a:off x="2002517" y="1849103"/>
              <a:ext cx="2194761" cy="100753"/>
            </a:xfrm>
            <a:custGeom>
              <a:avLst/>
              <a:gdLst/>
              <a:ahLst/>
              <a:cxnLst/>
              <a:rect l="l" t="t" r="r" b="b"/>
              <a:pathLst>
                <a:path w="13789" h="633" extrusionOk="0">
                  <a:moveTo>
                    <a:pt x="9063" y="0"/>
                  </a:moveTo>
                  <a:cubicBezTo>
                    <a:pt x="6058" y="0"/>
                    <a:pt x="3053" y="178"/>
                    <a:pt x="88" y="534"/>
                  </a:cubicBezTo>
                  <a:cubicBezTo>
                    <a:pt x="12" y="534"/>
                    <a:pt x="1" y="632"/>
                    <a:pt x="55" y="632"/>
                  </a:cubicBezTo>
                  <a:cubicBezTo>
                    <a:pt x="64" y="632"/>
                    <a:pt x="75" y="629"/>
                    <a:pt x="88" y="623"/>
                  </a:cubicBezTo>
                  <a:cubicBezTo>
                    <a:pt x="3297" y="464"/>
                    <a:pt x="6506" y="328"/>
                    <a:pt x="9715" y="328"/>
                  </a:cubicBezTo>
                  <a:cubicBezTo>
                    <a:pt x="10999" y="328"/>
                    <a:pt x="12282" y="350"/>
                    <a:pt x="13566" y="401"/>
                  </a:cubicBezTo>
                  <a:cubicBezTo>
                    <a:pt x="13788" y="401"/>
                    <a:pt x="13788" y="134"/>
                    <a:pt x="13566" y="134"/>
                  </a:cubicBezTo>
                  <a:cubicBezTo>
                    <a:pt x="12068" y="45"/>
                    <a:pt x="10566" y="0"/>
                    <a:pt x="9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3"/>
            <p:cNvSpPr/>
            <p:nvPr/>
          </p:nvSpPr>
          <p:spPr>
            <a:xfrm>
              <a:off x="1910200" y="1810425"/>
              <a:ext cx="2938391" cy="102504"/>
            </a:xfrm>
            <a:custGeom>
              <a:avLst/>
              <a:gdLst/>
              <a:ahLst/>
              <a:cxnLst/>
              <a:rect l="l" t="t" r="r" b="b"/>
              <a:pathLst>
                <a:path w="18461" h="644" extrusionOk="0">
                  <a:moveTo>
                    <a:pt x="10062" y="0"/>
                  </a:moveTo>
                  <a:cubicBezTo>
                    <a:pt x="6714" y="0"/>
                    <a:pt x="3373" y="168"/>
                    <a:pt x="45" y="510"/>
                  </a:cubicBezTo>
                  <a:cubicBezTo>
                    <a:pt x="1" y="510"/>
                    <a:pt x="1" y="555"/>
                    <a:pt x="45" y="555"/>
                  </a:cubicBezTo>
                  <a:cubicBezTo>
                    <a:pt x="2974" y="448"/>
                    <a:pt x="5893" y="382"/>
                    <a:pt x="8811" y="382"/>
                  </a:cubicBezTo>
                  <a:cubicBezTo>
                    <a:pt x="11965" y="382"/>
                    <a:pt x="15118" y="459"/>
                    <a:pt x="18283" y="644"/>
                  </a:cubicBezTo>
                  <a:cubicBezTo>
                    <a:pt x="18461" y="644"/>
                    <a:pt x="18461" y="332"/>
                    <a:pt x="18283" y="332"/>
                  </a:cubicBezTo>
                  <a:cubicBezTo>
                    <a:pt x="15541" y="112"/>
                    <a:pt x="12799" y="0"/>
                    <a:pt x="10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49" name="Google Shape;64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C82FA3-6FD5-8FC7-9A62-0E45069AF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94" y="138223"/>
            <a:ext cx="6995307" cy="48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1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Google Shape;654;p54"/>
          <p:cNvGrpSpPr/>
          <p:nvPr/>
        </p:nvGrpSpPr>
        <p:grpSpPr>
          <a:xfrm>
            <a:off x="1936083" y="1271204"/>
            <a:ext cx="903592" cy="640808"/>
            <a:chOff x="8910575" y="2828725"/>
            <a:chExt cx="470425" cy="333650"/>
          </a:xfrm>
        </p:grpSpPr>
        <p:sp>
          <p:nvSpPr>
            <p:cNvPr id="655" name="Google Shape;655;p54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4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4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4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4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4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4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4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4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4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4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4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4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4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4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4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4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4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3" name="Google Shape;673;p54"/>
          <p:cNvGrpSpPr/>
          <p:nvPr/>
        </p:nvGrpSpPr>
        <p:grpSpPr>
          <a:xfrm flipH="1">
            <a:off x="1948371" y="2088293"/>
            <a:ext cx="903592" cy="640808"/>
            <a:chOff x="8910575" y="2828725"/>
            <a:chExt cx="470425" cy="333650"/>
          </a:xfrm>
        </p:grpSpPr>
        <p:sp>
          <p:nvSpPr>
            <p:cNvPr id="674" name="Google Shape;674;p54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4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4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4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4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4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4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4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4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4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4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4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4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4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4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4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4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4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p54"/>
          <p:cNvGrpSpPr/>
          <p:nvPr/>
        </p:nvGrpSpPr>
        <p:grpSpPr>
          <a:xfrm>
            <a:off x="1960658" y="2887776"/>
            <a:ext cx="903592" cy="640808"/>
            <a:chOff x="8910575" y="2828725"/>
            <a:chExt cx="470425" cy="333650"/>
          </a:xfrm>
        </p:grpSpPr>
        <p:sp>
          <p:nvSpPr>
            <p:cNvPr id="693" name="Google Shape;693;p54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4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4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4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4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4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4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4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4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4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4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4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4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4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4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4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4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4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1" name="Google Shape;711;p54"/>
          <p:cNvGrpSpPr/>
          <p:nvPr/>
        </p:nvGrpSpPr>
        <p:grpSpPr>
          <a:xfrm flipH="1">
            <a:off x="1960658" y="3662973"/>
            <a:ext cx="903592" cy="640808"/>
            <a:chOff x="8910575" y="2828725"/>
            <a:chExt cx="470425" cy="333650"/>
          </a:xfrm>
        </p:grpSpPr>
        <p:sp>
          <p:nvSpPr>
            <p:cNvPr id="712" name="Google Shape;712;p54"/>
            <p:cNvSpPr/>
            <p:nvPr/>
          </p:nvSpPr>
          <p:spPr>
            <a:xfrm>
              <a:off x="8916125" y="2853200"/>
              <a:ext cx="15200" cy="234925"/>
            </a:xfrm>
            <a:custGeom>
              <a:avLst/>
              <a:gdLst/>
              <a:ahLst/>
              <a:cxnLst/>
              <a:rect l="l" t="t" r="r" b="b"/>
              <a:pathLst>
                <a:path w="608" h="9397" extrusionOk="0">
                  <a:moveTo>
                    <a:pt x="179" y="0"/>
                  </a:moveTo>
                  <a:lnTo>
                    <a:pt x="179" y="45"/>
                  </a:lnTo>
                  <a:cubicBezTo>
                    <a:pt x="1" y="3114"/>
                    <a:pt x="223" y="6228"/>
                    <a:pt x="312" y="9297"/>
                  </a:cubicBezTo>
                  <a:cubicBezTo>
                    <a:pt x="312" y="9364"/>
                    <a:pt x="357" y="9397"/>
                    <a:pt x="401" y="9397"/>
                  </a:cubicBezTo>
                  <a:cubicBezTo>
                    <a:pt x="446" y="9397"/>
                    <a:pt x="490" y="9364"/>
                    <a:pt x="490" y="9297"/>
                  </a:cubicBezTo>
                  <a:cubicBezTo>
                    <a:pt x="535" y="9208"/>
                    <a:pt x="579" y="9074"/>
                    <a:pt x="579" y="8941"/>
                  </a:cubicBezTo>
                  <a:cubicBezTo>
                    <a:pt x="607" y="8885"/>
                    <a:pt x="546" y="8829"/>
                    <a:pt x="487" y="8829"/>
                  </a:cubicBezTo>
                  <a:cubicBezTo>
                    <a:pt x="475" y="8829"/>
                    <a:pt x="464" y="8831"/>
                    <a:pt x="453" y="8835"/>
                  </a:cubicBezTo>
                  <a:lnTo>
                    <a:pt x="453" y="8835"/>
                  </a:lnTo>
                  <a:cubicBezTo>
                    <a:pt x="232" y="5879"/>
                    <a:pt x="308" y="2960"/>
                    <a:pt x="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4"/>
            <p:cNvSpPr/>
            <p:nvPr/>
          </p:nvSpPr>
          <p:spPr>
            <a:xfrm>
              <a:off x="8922800" y="2845975"/>
              <a:ext cx="13375" cy="297775"/>
            </a:xfrm>
            <a:custGeom>
              <a:avLst/>
              <a:gdLst/>
              <a:ahLst/>
              <a:cxnLst/>
              <a:rect l="l" t="t" r="r" b="b"/>
              <a:pathLst>
                <a:path w="535" h="11911" extrusionOk="0">
                  <a:moveTo>
                    <a:pt x="90" y="0"/>
                  </a:moveTo>
                  <a:cubicBezTo>
                    <a:pt x="45" y="0"/>
                    <a:pt x="1" y="22"/>
                    <a:pt x="1" y="67"/>
                  </a:cubicBezTo>
                  <a:cubicBezTo>
                    <a:pt x="134" y="3981"/>
                    <a:pt x="223" y="7896"/>
                    <a:pt x="312" y="11810"/>
                  </a:cubicBezTo>
                  <a:cubicBezTo>
                    <a:pt x="312" y="11877"/>
                    <a:pt x="368" y="11910"/>
                    <a:pt x="423" y="11910"/>
                  </a:cubicBezTo>
                  <a:cubicBezTo>
                    <a:pt x="479" y="11910"/>
                    <a:pt x="534" y="11877"/>
                    <a:pt x="534" y="11810"/>
                  </a:cubicBezTo>
                  <a:lnTo>
                    <a:pt x="179" y="67"/>
                  </a:lnTo>
                  <a:cubicBezTo>
                    <a:pt x="179" y="22"/>
                    <a:pt x="134" y="0"/>
                    <a:pt x="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4"/>
            <p:cNvSpPr/>
            <p:nvPr/>
          </p:nvSpPr>
          <p:spPr>
            <a:xfrm>
              <a:off x="8927250" y="2852650"/>
              <a:ext cx="21150" cy="309725"/>
            </a:xfrm>
            <a:custGeom>
              <a:avLst/>
              <a:gdLst/>
              <a:ahLst/>
              <a:cxnLst/>
              <a:rect l="l" t="t" r="r" b="b"/>
              <a:pathLst>
                <a:path w="846" h="12389" extrusionOk="0">
                  <a:moveTo>
                    <a:pt x="312" y="0"/>
                  </a:moveTo>
                  <a:cubicBezTo>
                    <a:pt x="279" y="0"/>
                    <a:pt x="245" y="22"/>
                    <a:pt x="223" y="67"/>
                  </a:cubicBezTo>
                  <a:cubicBezTo>
                    <a:pt x="1" y="4115"/>
                    <a:pt x="134" y="8207"/>
                    <a:pt x="579" y="12255"/>
                  </a:cubicBezTo>
                  <a:cubicBezTo>
                    <a:pt x="579" y="12344"/>
                    <a:pt x="646" y="12388"/>
                    <a:pt x="712" y="12388"/>
                  </a:cubicBezTo>
                  <a:cubicBezTo>
                    <a:pt x="779" y="12388"/>
                    <a:pt x="846" y="12344"/>
                    <a:pt x="846" y="12255"/>
                  </a:cubicBezTo>
                  <a:cubicBezTo>
                    <a:pt x="445" y="8207"/>
                    <a:pt x="312" y="4115"/>
                    <a:pt x="401" y="67"/>
                  </a:cubicBezTo>
                  <a:cubicBezTo>
                    <a:pt x="379" y="22"/>
                    <a:pt x="345" y="0"/>
                    <a:pt x="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4"/>
            <p:cNvSpPr/>
            <p:nvPr/>
          </p:nvSpPr>
          <p:spPr>
            <a:xfrm>
              <a:off x="8947275" y="2861525"/>
              <a:ext cx="17250" cy="282225"/>
            </a:xfrm>
            <a:custGeom>
              <a:avLst/>
              <a:gdLst/>
              <a:ahLst/>
              <a:cxnLst/>
              <a:rect l="l" t="t" r="r" b="b"/>
              <a:pathLst>
                <a:path w="690" h="11289" extrusionOk="0">
                  <a:moveTo>
                    <a:pt x="111" y="1"/>
                  </a:moveTo>
                  <a:cubicBezTo>
                    <a:pt x="78" y="1"/>
                    <a:pt x="45" y="23"/>
                    <a:pt x="45" y="68"/>
                  </a:cubicBezTo>
                  <a:cubicBezTo>
                    <a:pt x="0" y="3760"/>
                    <a:pt x="134" y="7496"/>
                    <a:pt x="445" y="11188"/>
                  </a:cubicBezTo>
                  <a:cubicBezTo>
                    <a:pt x="445" y="11255"/>
                    <a:pt x="512" y="11288"/>
                    <a:pt x="573" y="11288"/>
                  </a:cubicBezTo>
                  <a:cubicBezTo>
                    <a:pt x="634" y="11288"/>
                    <a:pt x="690" y="11255"/>
                    <a:pt x="668" y="11188"/>
                  </a:cubicBezTo>
                  <a:cubicBezTo>
                    <a:pt x="356" y="7496"/>
                    <a:pt x="178" y="3760"/>
                    <a:pt x="178" y="68"/>
                  </a:cubicBezTo>
                  <a:cubicBezTo>
                    <a:pt x="178" y="23"/>
                    <a:pt x="145" y="1"/>
                    <a:pt x="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4"/>
            <p:cNvSpPr/>
            <p:nvPr/>
          </p:nvSpPr>
          <p:spPr>
            <a:xfrm>
              <a:off x="8932825" y="2856650"/>
              <a:ext cx="25600" cy="285425"/>
            </a:xfrm>
            <a:custGeom>
              <a:avLst/>
              <a:gdLst/>
              <a:ahLst/>
              <a:cxnLst/>
              <a:rect l="l" t="t" r="r" b="b"/>
              <a:pathLst>
                <a:path w="1024" h="11417" extrusionOk="0">
                  <a:moveTo>
                    <a:pt x="343" y="0"/>
                  </a:moveTo>
                  <a:cubicBezTo>
                    <a:pt x="307" y="0"/>
                    <a:pt x="267" y="36"/>
                    <a:pt x="267" y="85"/>
                  </a:cubicBezTo>
                  <a:cubicBezTo>
                    <a:pt x="0" y="3821"/>
                    <a:pt x="178" y="7602"/>
                    <a:pt x="756" y="11338"/>
                  </a:cubicBezTo>
                  <a:cubicBezTo>
                    <a:pt x="774" y="11391"/>
                    <a:pt x="819" y="11416"/>
                    <a:pt x="867" y="11416"/>
                  </a:cubicBezTo>
                  <a:cubicBezTo>
                    <a:pt x="942" y="11416"/>
                    <a:pt x="1023" y="11357"/>
                    <a:pt x="1023" y="11250"/>
                  </a:cubicBezTo>
                  <a:cubicBezTo>
                    <a:pt x="489" y="7558"/>
                    <a:pt x="311" y="3821"/>
                    <a:pt x="400" y="85"/>
                  </a:cubicBezTo>
                  <a:cubicBezTo>
                    <a:pt x="400" y="24"/>
                    <a:pt x="373" y="0"/>
                    <a:pt x="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4"/>
            <p:cNvSpPr/>
            <p:nvPr/>
          </p:nvSpPr>
          <p:spPr>
            <a:xfrm>
              <a:off x="8910575" y="2828725"/>
              <a:ext cx="355875" cy="36275"/>
            </a:xfrm>
            <a:custGeom>
              <a:avLst/>
              <a:gdLst/>
              <a:ahLst/>
              <a:cxnLst/>
              <a:rect l="l" t="t" r="r" b="b"/>
              <a:pathLst>
                <a:path w="14235" h="1451" extrusionOk="0">
                  <a:moveTo>
                    <a:pt x="14057" y="1"/>
                  </a:moveTo>
                  <a:cubicBezTo>
                    <a:pt x="11432" y="1"/>
                    <a:pt x="8808" y="134"/>
                    <a:pt x="6228" y="357"/>
                  </a:cubicBezTo>
                  <a:cubicBezTo>
                    <a:pt x="5027" y="445"/>
                    <a:pt x="3826" y="579"/>
                    <a:pt x="2625" y="757"/>
                  </a:cubicBezTo>
                  <a:cubicBezTo>
                    <a:pt x="1958" y="846"/>
                    <a:pt x="1290" y="935"/>
                    <a:pt x="668" y="1024"/>
                  </a:cubicBezTo>
                  <a:cubicBezTo>
                    <a:pt x="401" y="1068"/>
                    <a:pt x="178" y="1068"/>
                    <a:pt x="0" y="1291"/>
                  </a:cubicBezTo>
                  <a:cubicBezTo>
                    <a:pt x="0" y="1291"/>
                    <a:pt x="0" y="1335"/>
                    <a:pt x="0" y="1335"/>
                  </a:cubicBezTo>
                  <a:cubicBezTo>
                    <a:pt x="29" y="1420"/>
                    <a:pt x="75" y="1451"/>
                    <a:pt x="127" y="1451"/>
                  </a:cubicBezTo>
                  <a:cubicBezTo>
                    <a:pt x="158" y="1451"/>
                    <a:pt x="190" y="1440"/>
                    <a:pt x="223" y="1424"/>
                  </a:cubicBezTo>
                  <a:lnTo>
                    <a:pt x="223" y="1380"/>
                  </a:lnTo>
                  <a:lnTo>
                    <a:pt x="223" y="1335"/>
                  </a:lnTo>
                  <a:lnTo>
                    <a:pt x="178" y="1335"/>
                  </a:lnTo>
                  <a:cubicBezTo>
                    <a:pt x="134" y="1157"/>
                    <a:pt x="6450" y="579"/>
                    <a:pt x="7073" y="534"/>
                  </a:cubicBezTo>
                  <a:cubicBezTo>
                    <a:pt x="9386" y="357"/>
                    <a:pt x="11699" y="268"/>
                    <a:pt x="14057" y="268"/>
                  </a:cubicBezTo>
                  <a:cubicBezTo>
                    <a:pt x="14235" y="268"/>
                    <a:pt x="14235" y="1"/>
                    <a:pt x="14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4"/>
            <p:cNvSpPr/>
            <p:nvPr/>
          </p:nvSpPr>
          <p:spPr>
            <a:xfrm>
              <a:off x="8926925" y="2836525"/>
              <a:ext cx="388450" cy="43250"/>
            </a:xfrm>
            <a:custGeom>
              <a:avLst/>
              <a:gdLst/>
              <a:ahLst/>
              <a:cxnLst/>
              <a:rect l="l" t="t" r="r" b="b"/>
              <a:pathLst>
                <a:path w="15538" h="1730" extrusionOk="0">
                  <a:moveTo>
                    <a:pt x="15360" y="0"/>
                  </a:moveTo>
                  <a:cubicBezTo>
                    <a:pt x="11890" y="0"/>
                    <a:pt x="8465" y="222"/>
                    <a:pt x="5040" y="623"/>
                  </a:cubicBezTo>
                  <a:cubicBezTo>
                    <a:pt x="4239" y="712"/>
                    <a:pt x="3483" y="801"/>
                    <a:pt x="2727" y="934"/>
                  </a:cubicBezTo>
                  <a:lnTo>
                    <a:pt x="1482" y="1112"/>
                  </a:lnTo>
                  <a:cubicBezTo>
                    <a:pt x="1081" y="1157"/>
                    <a:pt x="681" y="1201"/>
                    <a:pt x="280" y="1334"/>
                  </a:cubicBezTo>
                  <a:cubicBezTo>
                    <a:pt x="73" y="1438"/>
                    <a:pt x="0" y="1730"/>
                    <a:pt x="124" y="1730"/>
                  </a:cubicBezTo>
                  <a:cubicBezTo>
                    <a:pt x="159" y="1730"/>
                    <a:pt x="211" y="1705"/>
                    <a:pt x="280" y="1646"/>
                  </a:cubicBezTo>
                  <a:lnTo>
                    <a:pt x="280" y="1601"/>
                  </a:lnTo>
                  <a:cubicBezTo>
                    <a:pt x="280" y="1597"/>
                    <a:pt x="280" y="1594"/>
                    <a:pt x="279" y="1592"/>
                  </a:cubicBezTo>
                  <a:lnTo>
                    <a:pt x="279" y="1592"/>
                  </a:lnTo>
                  <a:cubicBezTo>
                    <a:pt x="847" y="1461"/>
                    <a:pt x="1497" y="1332"/>
                    <a:pt x="2104" y="1246"/>
                  </a:cubicBezTo>
                  <a:cubicBezTo>
                    <a:pt x="2727" y="1157"/>
                    <a:pt x="3394" y="1068"/>
                    <a:pt x="4017" y="979"/>
                  </a:cubicBezTo>
                  <a:cubicBezTo>
                    <a:pt x="5307" y="845"/>
                    <a:pt x="6552" y="712"/>
                    <a:pt x="7842" y="623"/>
                  </a:cubicBezTo>
                  <a:cubicBezTo>
                    <a:pt x="10333" y="400"/>
                    <a:pt x="12869" y="311"/>
                    <a:pt x="15360" y="311"/>
                  </a:cubicBezTo>
                  <a:cubicBezTo>
                    <a:pt x="15538" y="311"/>
                    <a:pt x="15538" y="45"/>
                    <a:pt x="15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4"/>
            <p:cNvSpPr/>
            <p:nvPr/>
          </p:nvSpPr>
          <p:spPr>
            <a:xfrm>
              <a:off x="8933925" y="2848750"/>
              <a:ext cx="349200" cy="38950"/>
            </a:xfrm>
            <a:custGeom>
              <a:avLst/>
              <a:gdLst/>
              <a:ahLst/>
              <a:cxnLst/>
              <a:rect l="l" t="t" r="r" b="b"/>
              <a:pathLst>
                <a:path w="13968" h="1558" extrusionOk="0">
                  <a:moveTo>
                    <a:pt x="13834" y="0"/>
                  </a:moveTo>
                  <a:cubicBezTo>
                    <a:pt x="9208" y="45"/>
                    <a:pt x="4582" y="534"/>
                    <a:pt x="89" y="1424"/>
                  </a:cubicBezTo>
                  <a:cubicBezTo>
                    <a:pt x="0" y="1424"/>
                    <a:pt x="45" y="1557"/>
                    <a:pt x="89" y="1557"/>
                  </a:cubicBezTo>
                  <a:lnTo>
                    <a:pt x="134" y="1557"/>
                  </a:lnTo>
                  <a:cubicBezTo>
                    <a:pt x="4627" y="712"/>
                    <a:pt x="9208" y="312"/>
                    <a:pt x="13834" y="312"/>
                  </a:cubicBezTo>
                  <a:cubicBezTo>
                    <a:pt x="13968" y="267"/>
                    <a:pt x="13968" y="45"/>
                    <a:pt x="13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4"/>
            <p:cNvSpPr/>
            <p:nvPr/>
          </p:nvSpPr>
          <p:spPr>
            <a:xfrm>
              <a:off x="8920575" y="2845450"/>
              <a:ext cx="432625" cy="25550"/>
            </a:xfrm>
            <a:custGeom>
              <a:avLst/>
              <a:gdLst/>
              <a:ahLst/>
              <a:cxnLst/>
              <a:rect l="l" t="t" r="r" b="b"/>
              <a:pathLst>
                <a:path w="17305" h="1022" extrusionOk="0">
                  <a:moveTo>
                    <a:pt x="11486" y="1"/>
                  </a:moveTo>
                  <a:cubicBezTo>
                    <a:pt x="7663" y="1"/>
                    <a:pt x="3846" y="307"/>
                    <a:pt x="90" y="933"/>
                  </a:cubicBezTo>
                  <a:cubicBezTo>
                    <a:pt x="1" y="933"/>
                    <a:pt x="45" y="1022"/>
                    <a:pt x="90" y="1022"/>
                  </a:cubicBezTo>
                  <a:lnTo>
                    <a:pt x="90" y="977"/>
                  </a:lnTo>
                  <a:cubicBezTo>
                    <a:pt x="3717" y="549"/>
                    <a:pt x="7364" y="341"/>
                    <a:pt x="11016" y="341"/>
                  </a:cubicBezTo>
                  <a:cubicBezTo>
                    <a:pt x="13052" y="341"/>
                    <a:pt x="15089" y="405"/>
                    <a:pt x="17126" y="533"/>
                  </a:cubicBezTo>
                  <a:cubicBezTo>
                    <a:pt x="17304" y="533"/>
                    <a:pt x="17304" y="221"/>
                    <a:pt x="17126" y="221"/>
                  </a:cubicBezTo>
                  <a:cubicBezTo>
                    <a:pt x="15249" y="75"/>
                    <a:pt x="13367" y="1"/>
                    <a:pt x="114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4"/>
            <p:cNvSpPr/>
            <p:nvPr/>
          </p:nvSpPr>
          <p:spPr>
            <a:xfrm>
              <a:off x="8932825" y="3133425"/>
              <a:ext cx="302500" cy="11900"/>
            </a:xfrm>
            <a:custGeom>
              <a:avLst/>
              <a:gdLst/>
              <a:ahLst/>
              <a:cxnLst/>
              <a:rect l="l" t="t" r="r" b="b"/>
              <a:pathLst>
                <a:path w="12100" h="476" extrusionOk="0">
                  <a:moveTo>
                    <a:pt x="11921" y="1"/>
                  </a:moveTo>
                  <a:cubicBezTo>
                    <a:pt x="9964" y="45"/>
                    <a:pt x="7962" y="90"/>
                    <a:pt x="6005" y="134"/>
                  </a:cubicBezTo>
                  <a:cubicBezTo>
                    <a:pt x="4003" y="179"/>
                    <a:pt x="2002" y="134"/>
                    <a:pt x="89" y="312"/>
                  </a:cubicBezTo>
                  <a:cubicBezTo>
                    <a:pt x="0" y="356"/>
                    <a:pt x="0" y="445"/>
                    <a:pt x="89" y="445"/>
                  </a:cubicBezTo>
                  <a:cubicBezTo>
                    <a:pt x="560" y="467"/>
                    <a:pt x="1033" y="475"/>
                    <a:pt x="1507" y="475"/>
                  </a:cubicBezTo>
                  <a:cubicBezTo>
                    <a:pt x="3006" y="475"/>
                    <a:pt x="4519" y="390"/>
                    <a:pt x="6005" y="356"/>
                  </a:cubicBezTo>
                  <a:lnTo>
                    <a:pt x="11921" y="267"/>
                  </a:lnTo>
                  <a:cubicBezTo>
                    <a:pt x="12099" y="267"/>
                    <a:pt x="12099" y="1"/>
                    <a:pt x="11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4"/>
            <p:cNvSpPr/>
            <p:nvPr/>
          </p:nvSpPr>
          <p:spPr>
            <a:xfrm>
              <a:off x="8936150" y="3124525"/>
              <a:ext cx="432600" cy="30050"/>
            </a:xfrm>
            <a:custGeom>
              <a:avLst/>
              <a:gdLst/>
              <a:ahLst/>
              <a:cxnLst/>
              <a:rect l="l" t="t" r="r" b="b"/>
              <a:pathLst>
                <a:path w="17304" h="1202" extrusionOk="0">
                  <a:moveTo>
                    <a:pt x="17126" y="1"/>
                  </a:moveTo>
                  <a:cubicBezTo>
                    <a:pt x="11432" y="623"/>
                    <a:pt x="5739" y="1024"/>
                    <a:pt x="45" y="1113"/>
                  </a:cubicBezTo>
                  <a:cubicBezTo>
                    <a:pt x="0" y="1113"/>
                    <a:pt x="0" y="1157"/>
                    <a:pt x="45" y="1202"/>
                  </a:cubicBezTo>
                  <a:cubicBezTo>
                    <a:pt x="5739" y="1157"/>
                    <a:pt x="11432" y="846"/>
                    <a:pt x="17126" y="268"/>
                  </a:cubicBezTo>
                  <a:cubicBezTo>
                    <a:pt x="17304" y="268"/>
                    <a:pt x="17304" y="1"/>
                    <a:pt x="171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4"/>
            <p:cNvSpPr/>
            <p:nvPr/>
          </p:nvSpPr>
          <p:spPr>
            <a:xfrm>
              <a:off x="8940600" y="3112300"/>
              <a:ext cx="410375" cy="19725"/>
            </a:xfrm>
            <a:custGeom>
              <a:avLst/>
              <a:gdLst/>
              <a:ahLst/>
              <a:cxnLst/>
              <a:rect l="l" t="t" r="r" b="b"/>
              <a:pathLst>
                <a:path w="16415" h="789" extrusionOk="0">
                  <a:moveTo>
                    <a:pt x="16236" y="0"/>
                  </a:moveTo>
                  <a:cubicBezTo>
                    <a:pt x="11427" y="401"/>
                    <a:pt x="6582" y="585"/>
                    <a:pt x="1733" y="585"/>
                  </a:cubicBezTo>
                  <a:cubicBezTo>
                    <a:pt x="1200" y="585"/>
                    <a:pt x="667" y="583"/>
                    <a:pt x="134" y="579"/>
                  </a:cubicBezTo>
                  <a:cubicBezTo>
                    <a:pt x="0" y="579"/>
                    <a:pt x="0" y="712"/>
                    <a:pt x="134" y="712"/>
                  </a:cubicBezTo>
                  <a:cubicBezTo>
                    <a:pt x="1672" y="763"/>
                    <a:pt x="3209" y="788"/>
                    <a:pt x="4746" y="788"/>
                  </a:cubicBezTo>
                  <a:cubicBezTo>
                    <a:pt x="8588" y="788"/>
                    <a:pt x="12423" y="630"/>
                    <a:pt x="16236" y="312"/>
                  </a:cubicBezTo>
                  <a:cubicBezTo>
                    <a:pt x="16414" y="312"/>
                    <a:pt x="16414" y="0"/>
                    <a:pt x="162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4"/>
            <p:cNvSpPr/>
            <p:nvPr/>
          </p:nvSpPr>
          <p:spPr>
            <a:xfrm>
              <a:off x="8951725" y="3121200"/>
              <a:ext cx="402575" cy="26025"/>
            </a:xfrm>
            <a:custGeom>
              <a:avLst/>
              <a:gdLst/>
              <a:ahLst/>
              <a:cxnLst/>
              <a:rect l="l" t="t" r="r" b="b"/>
              <a:pathLst>
                <a:path w="16103" h="1041" extrusionOk="0">
                  <a:moveTo>
                    <a:pt x="15836" y="0"/>
                  </a:moveTo>
                  <a:cubicBezTo>
                    <a:pt x="13167" y="490"/>
                    <a:pt x="10409" y="756"/>
                    <a:pt x="7696" y="801"/>
                  </a:cubicBezTo>
                  <a:cubicBezTo>
                    <a:pt x="6005" y="801"/>
                    <a:pt x="4295" y="603"/>
                    <a:pt x="2605" y="603"/>
                  </a:cubicBezTo>
                  <a:cubicBezTo>
                    <a:pt x="1760" y="603"/>
                    <a:pt x="919" y="653"/>
                    <a:pt x="89" y="801"/>
                  </a:cubicBezTo>
                  <a:cubicBezTo>
                    <a:pt x="0" y="801"/>
                    <a:pt x="45" y="934"/>
                    <a:pt x="134" y="934"/>
                  </a:cubicBezTo>
                  <a:cubicBezTo>
                    <a:pt x="801" y="868"/>
                    <a:pt x="1479" y="834"/>
                    <a:pt x="2163" y="834"/>
                  </a:cubicBezTo>
                  <a:cubicBezTo>
                    <a:pt x="2847" y="834"/>
                    <a:pt x="3536" y="868"/>
                    <a:pt x="4226" y="934"/>
                  </a:cubicBezTo>
                  <a:cubicBezTo>
                    <a:pt x="5203" y="1000"/>
                    <a:pt x="6180" y="1041"/>
                    <a:pt x="7157" y="1041"/>
                  </a:cubicBezTo>
                  <a:cubicBezTo>
                    <a:pt x="7514" y="1041"/>
                    <a:pt x="7872" y="1035"/>
                    <a:pt x="8229" y="1023"/>
                  </a:cubicBezTo>
                  <a:cubicBezTo>
                    <a:pt x="10809" y="1023"/>
                    <a:pt x="13389" y="756"/>
                    <a:pt x="15925" y="312"/>
                  </a:cubicBezTo>
                  <a:cubicBezTo>
                    <a:pt x="16103" y="267"/>
                    <a:pt x="16014" y="0"/>
                    <a:pt x="15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4"/>
            <p:cNvSpPr/>
            <p:nvPr/>
          </p:nvSpPr>
          <p:spPr>
            <a:xfrm>
              <a:off x="9328700" y="2843750"/>
              <a:ext cx="25600" cy="247450"/>
            </a:xfrm>
            <a:custGeom>
              <a:avLst/>
              <a:gdLst/>
              <a:ahLst/>
              <a:cxnLst/>
              <a:rect l="l" t="t" r="r" b="b"/>
              <a:pathLst>
                <a:path w="1024" h="9898" extrusionOk="0">
                  <a:moveTo>
                    <a:pt x="67" y="0"/>
                  </a:moveTo>
                  <a:cubicBezTo>
                    <a:pt x="56" y="0"/>
                    <a:pt x="45" y="22"/>
                    <a:pt x="45" y="67"/>
                  </a:cubicBezTo>
                  <a:cubicBezTo>
                    <a:pt x="0" y="1668"/>
                    <a:pt x="356" y="3314"/>
                    <a:pt x="490" y="4915"/>
                  </a:cubicBezTo>
                  <a:cubicBezTo>
                    <a:pt x="623" y="6517"/>
                    <a:pt x="668" y="8163"/>
                    <a:pt x="757" y="9764"/>
                  </a:cubicBezTo>
                  <a:cubicBezTo>
                    <a:pt x="757" y="9853"/>
                    <a:pt x="823" y="9897"/>
                    <a:pt x="890" y="9897"/>
                  </a:cubicBezTo>
                  <a:cubicBezTo>
                    <a:pt x="957" y="9897"/>
                    <a:pt x="1024" y="9853"/>
                    <a:pt x="1024" y="9764"/>
                  </a:cubicBezTo>
                  <a:cubicBezTo>
                    <a:pt x="935" y="8118"/>
                    <a:pt x="801" y="6428"/>
                    <a:pt x="668" y="4782"/>
                  </a:cubicBezTo>
                  <a:cubicBezTo>
                    <a:pt x="623" y="3181"/>
                    <a:pt x="445" y="1624"/>
                    <a:pt x="89" y="67"/>
                  </a:cubicBezTo>
                  <a:cubicBezTo>
                    <a:pt x="89" y="22"/>
                    <a:pt x="78" y="0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4"/>
            <p:cNvSpPr/>
            <p:nvPr/>
          </p:nvSpPr>
          <p:spPr>
            <a:xfrm>
              <a:off x="9336475" y="2839025"/>
              <a:ext cx="30050" cy="272175"/>
            </a:xfrm>
            <a:custGeom>
              <a:avLst/>
              <a:gdLst/>
              <a:ahLst/>
              <a:cxnLst/>
              <a:rect l="l" t="t" r="r" b="b"/>
              <a:pathLst>
                <a:path w="1202" h="10887" extrusionOk="0">
                  <a:moveTo>
                    <a:pt x="68" y="0"/>
                  </a:moveTo>
                  <a:cubicBezTo>
                    <a:pt x="34" y="0"/>
                    <a:pt x="1" y="11"/>
                    <a:pt x="1" y="33"/>
                  </a:cubicBezTo>
                  <a:lnTo>
                    <a:pt x="1" y="78"/>
                  </a:lnTo>
                  <a:cubicBezTo>
                    <a:pt x="223" y="1857"/>
                    <a:pt x="535" y="3592"/>
                    <a:pt x="713" y="5371"/>
                  </a:cubicBezTo>
                  <a:cubicBezTo>
                    <a:pt x="846" y="7151"/>
                    <a:pt x="890" y="8974"/>
                    <a:pt x="890" y="10754"/>
                  </a:cubicBezTo>
                  <a:cubicBezTo>
                    <a:pt x="913" y="10842"/>
                    <a:pt x="979" y="10887"/>
                    <a:pt x="1046" y="10887"/>
                  </a:cubicBezTo>
                  <a:cubicBezTo>
                    <a:pt x="1113" y="10887"/>
                    <a:pt x="1180" y="10842"/>
                    <a:pt x="1202" y="10754"/>
                  </a:cubicBezTo>
                  <a:cubicBezTo>
                    <a:pt x="1202" y="8930"/>
                    <a:pt x="1113" y="7062"/>
                    <a:pt x="935" y="5238"/>
                  </a:cubicBezTo>
                  <a:cubicBezTo>
                    <a:pt x="802" y="3503"/>
                    <a:pt x="535" y="1768"/>
                    <a:pt x="134" y="33"/>
                  </a:cubicBezTo>
                  <a:cubicBezTo>
                    <a:pt x="134" y="11"/>
                    <a:pt x="101" y="0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4"/>
            <p:cNvSpPr/>
            <p:nvPr/>
          </p:nvSpPr>
          <p:spPr>
            <a:xfrm>
              <a:off x="9340925" y="2832875"/>
              <a:ext cx="40075" cy="297450"/>
            </a:xfrm>
            <a:custGeom>
              <a:avLst/>
              <a:gdLst/>
              <a:ahLst/>
              <a:cxnLst/>
              <a:rect l="l" t="t" r="r" b="b"/>
              <a:pathLst>
                <a:path w="1603" h="11898" extrusionOk="0">
                  <a:moveTo>
                    <a:pt x="604" y="0"/>
                  </a:moveTo>
                  <a:cubicBezTo>
                    <a:pt x="596" y="0"/>
                    <a:pt x="588" y="4"/>
                    <a:pt x="579" y="13"/>
                  </a:cubicBezTo>
                  <a:cubicBezTo>
                    <a:pt x="1" y="57"/>
                    <a:pt x="357" y="1169"/>
                    <a:pt x="357" y="1525"/>
                  </a:cubicBezTo>
                  <a:cubicBezTo>
                    <a:pt x="446" y="2681"/>
                    <a:pt x="535" y="3794"/>
                    <a:pt x="668" y="4950"/>
                  </a:cubicBezTo>
                  <a:cubicBezTo>
                    <a:pt x="757" y="6107"/>
                    <a:pt x="846" y="7219"/>
                    <a:pt x="935" y="8375"/>
                  </a:cubicBezTo>
                  <a:cubicBezTo>
                    <a:pt x="1113" y="9487"/>
                    <a:pt x="1068" y="10599"/>
                    <a:pt x="801" y="11711"/>
                  </a:cubicBezTo>
                  <a:cubicBezTo>
                    <a:pt x="774" y="11821"/>
                    <a:pt x="865" y="11897"/>
                    <a:pt x="960" y="11897"/>
                  </a:cubicBezTo>
                  <a:cubicBezTo>
                    <a:pt x="1019" y="11897"/>
                    <a:pt x="1079" y="11868"/>
                    <a:pt x="1113" y="11800"/>
                  </a:cubicBezTo>
                  <a:cubicBezTo>
                    <a:pt x="1602" y="10021"/>
                    <a:pt x="1202" y="8064"/>
                    <a:pt x="1024" y="6240"/>
                  </a:cubicBezTo>
                  <a:lnTo>
                    <a:pt x="757" y="3260"/>
                  </a:lnTo>
                  <a:lnTo>
                    <a:pt x="624" y="1792"/>
                  </a:lnTo>
                  <a:cubicBezTo>
                    <a:pt x="579" y="1480"/>
                    <a:pt x="312" y="279"/>
                    <a:pt x="579" y="102"/>
                  </a:cubicBezTo>
                  <a:cubicBezTo>
                    <a:pt x="651" y="66"/>
                    <a:pt x="636" y="0"/>
                    <a:pt x="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4"/>
            <p:cNvSpPr/>
            <p:nvPr/>
          </p:nvSpPr>
          <p:spPr>
            <a:xfrm>
              <a:off x="9318125" y="2846800"/>
              <a:ext cx="32850" cy="301375"/>
            </a:xfrm>
            <a:custGeom>
              <a:avLst/>
              <a:gdLst/>
              <a:ahLst/>
              <a:cxnLst/>
              <a:rect l="l" t="t" r="r" b="b"/>
              <a:pathLst>
                <a:path w="1314" h="12055" extrusionOk="0">
                  <a:moveTo>
                    <a:pt x="29" y="1"/>
                  </a:moveTo>
                  <a:cubicBezTo>
                    <a:pt x="12" y="1"/>
                    <a:pt x="1" y="12"/>
                    <a:pt x="23" y="34"/>
                  </a:cubicBezTo>
                  <a:cubicBezTo>
                    <a:pt x="601" y="3993"/>
                    <a:pt x="957" y="7952"/>
                    <a:pt x="1046" y="11955"/>
                  </a:cubicBezTo>
                  <a:cubicBezTo>
                    <a:pt x="1068" y="12022"/>
                    <a:pt x="1124" y="12055"/>
                    <a:pt x="1180" y="12055"/>
                  </a:cubicBezTo>
                  <a:cubicBezTo>
                    <a:pt x="1235" y="12055"/>
                    <a:pt x="1291" y="12022"/>
                    <a:pt x="1313" y="11955"/>
                  </a:cubicBezTo>
                  <a:cubicBezTo>
                    <a:pt x="1224" y="7952"/>
                    <a:pt x="824" y="3948"/>
                    <a:pt x="68" y="34"/>
                  </a:cubicBezTo>
                  <a:cubicBezTo>
                    <a:pt x="68" y="12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4"/>
            <p:cNvSpPr/>
            <p:nvPr/>
          </p:nvSpPr>
          <p:spPr>
            <a:xfrm>
              <a:off x="9330925" y="2852350"/>
              <a:ext cx="31150" cy="274425"/>
            </a:xfrm>
            <a:custGeom>
              <a:avLst/>
              <a:gdLst/>
              <a:ahLst/>
              <a:cxnLst/>
              <a:rect l="l" t="t" r="r" b="b"/>
              <a:pathLst>
                <a:path w="1246" h="10977" extrusionOk="0">
                  <a:moveTo>
                    <a:pt x="67" y="1"/>
                  </a:moveTo>
                  <a:cubicBezTo>
                    <a:pt x="34" y="1"/>
                    <a:pt x="0" y="12"/>
                    <a:pt x="0" y="34"/>
                  </a:cubicBezTo>
                  <a:lnTo>
                    <a:pt x="0" y="79"/>
                  </a:lnTo>
                  <a:cubicBezTo>
                    <a:pt x="223" y="1858"/>
                    <a:pt x="490" y="3637"/>
                    <a:pt x="668" y="5461"/>
                  </a:cubicBezTo>
                  <a:cubicBezTo>
                    <a:pt x="846" y="7240"/>
                    <a:pt x="890" y="9064"/>
                    <a:pt x="979" y="10843"/>
                  </a:cubicBezTo>
                  <a:cubicBezTo>
                    <a:pt x="979" y="10932"/>
                    <a:pt x="1035" y="10977"/>
                    <a:pt x="1096" y="10977"/>
                  </a:cubicBezTo>
                  <a:cubicBezTo>
                    <a:pt x="1157" y="10977"/>
                    <a:pt x="1224" y="10932"/>
                    <a:pt x="1246" y="10843"/>
                  </a:cubicBezTo>
                  <a:cubicBezTo>
                    <a:pt x="1246" y="9020"/>
                    <a:pt x="1068" y="7151"/>
                    <a:pt x="890" y="5283"/>
                  </a:cubicBezTo>
                  <a:cubicBezTo>
                    <a:pt x="757" y="3548"/>
                    <a:pt x="490" y="1769"/>
                    <a:pt x="134" y="34"/>
                  </a:cubicBezTo>
                  <a:cubicBezTo>
                    <a:pt x="134" y="12"/>
                    <a:pt x="101" y="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GB">
                <a:solidFill>
                  <a:srgbClr val="F09A00"/>
                </a:solidFill>
              </a:rPr>
              <a:t>Technologies &amp; Tools</a:t>
            </a:r>
            <a:endParaRPr>
              <a:solidFill>
                <a:srgbClr val="F09A00"/>
              </a:solidFill>
            </a:endParaRPr>
          </a:p>
        </p:txBody>
      </p:sp>
      <p:sp>
        <p:nvSpPr>
          <p:cNvPr id="731" name="Google Shape;731;p54"/>
          <p:cNvSpPr txBox="1"/>
          <p:nvPr/>
        </p:nvSpPr>
        <p:spPr>
          <a:xfrm>
            <a:off x="3358092" y="1345375"/>
            <a:ext cx="1364700" cy="5277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Frontend</a:t>
            </a:r>
            <a:r>
              <a:rPr lang="en-GB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732" name="Google Shape;732;p54"/>
          <p:cNvSpPr txBox="1"/>
          <p:nvPr/>
        </p:nvSpPr>
        <p:spPr>
          <a:xfrm>
            <a:off x="5238417" y="1366825"/>
            <a:ext cx="1969500" cy="4848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HTML,CSS,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</p:txBody>
      </p:sp>
      <p:sp>
        <p:nvSpPr>
          <p:cNvPr id="733" name="Google Shape;733;p54"/>
          <p:cNvSpPr txBox="1"/>
          <p:nvPr/>
        </p:nvSpPr>
        <p:spPr>
          <a:xfrm>
            <a:off x="3358092" y="2932533"/>
            <a:ext cx="1364700" cy="5277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Database &amp; Server</a:t>
            </a:r>
            <a:endParaRPr sz="20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734" name="Google Shape;734;p54"/>
          <p:cNvSpPr txBox="1"/>
          <p:nvPr/>
        </p:nvSpPr>
        <p:spPr>
          <a:xfrm>
            <a:off x="5238417" y="2953983"/>
            <a:ext cx="1969500" cy="4848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MySQL 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35" name="Google Shape;735;p54"/>
          <p:cNvSpPr txBox="1"/>
          <p:nvPr/>
        </p:nvSpPr>
        <p:spPr>
          <a:xfrm>
            <a:off x="3358092" y="2144850"/>
            <a:ext cx="1364700" cy="5277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Backend</a:t>
            </a:r>
            <a:endParaRPr sz="20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736" name="Google Shape;736;p54"/>
          <p:cNvSpPr txBox="1"/>
          <p:nvPr/>
        </p:nvSpPr>
        <p:spPr>
          <a:xfrm>
            <a:off x="5238417" y="2166300"/>
            <a:ext cx="1969500" cy="4848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 , Django</a:t>
            </a:r>
            <a:endParaRPr/>
          </a:p>
        </p:txBody>
      </p:sp>
      <p:sp>
        <p:nvSpPr>
          <p:cNvPr id="737" name="Google Shape;737;p54"/>
          <p:cNvSpPr txBox="1"/>
          <p:nvPr/>
        </p:nvSpPr>
        <p:spPr>
          <a:xfrm>
            <a:off x="3358092" y="3720189"/>
            <a:ext cx="1364700" cy="5277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Version Control &amp; Collaboration</a:t>
            </a:r>
            <a:endParaRPr sz="18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738" name="Google Shape;738;p54"/>
          <p:cNvSpPr txBox="1"/>
          <p:nvPr/>
        </p:nvSpPr>
        <p:spPr>
          <a:xfrm>
            <a:off x="5238417" y="3741639"/>
            <a:ext cx="1969500" cy="484800"/>
          </a:xfrm>
          <a:prstGeom prst="rect">
            <a:avLst/>
          </a:prstGeom>
          <a:noFill/>
          <a:ln w="1905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 , GitHub</a:t>
            </a:r>
            <a:endParaRPr/>
          </a:p>
        </p:txBody>
      </p:sp>
      <p:cxnSp>
        <p:nvCxnSpPr>
          <p:cNvPr id="739" name="Google Shape;739;p54"/>
          <p:cNvCxnSpPr>
            <a:stCxn id="731" idx="2"/>
            <a:endCxn id="735" idx="0"/>
          </p:cNvCxnSpPr>
          <p:nvPr/>
        </p:nvCxnSpPr>
        <p:spPr>
          <a:xfrm>
            <a:off x="4040442" y="1873075"/>
            <a:ext cx="0" cy="271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0" name="Google Shape;740;p54"/>
          <p:cNvCxnSpPr>
            <a:stCxn id="735" idx="2"/>
            <a:endCxn id="733" idx="0"/>
          </p:cNvCxnSpPr>
          <p:nvPr/>
        </p:nvCxnSpPr>
        <p:spPr>
          <a:xfrm>
            <a:off x="4040442" y="2672550"/>
            <a:ext cx="0" cy="260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1" name="Google Shape;741;p54"/>
          <p:cNvCxnSpPr>
            <a:stCxn id="733" idx="2"/>
            <a:endCxn id="737" idx="0"/>
          </p:cNvCxnSpPr>
          <p:nvPr/>
        </p:nvCxnSpPr>
        <p:spPr>
          <a:xfrm>
            <a:off x="4040442" y="3460233"/>
            <a:ext cx="0" cy="260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2" name="Google Shape;742;p54"/>
          <p:cNvSpPr txBox="1"/>
          <p:nvPr/>
        </p:nvSpPr>
        <p:spPr>
          <a:xfrm>
            <a:off x="2010467" y="1308400"/>
            <a:ext cx="7548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01</a:t>
            </a:r>
            <a:endParaRPr sz="3000" b="0" i="0" u="none" strike="noStrike" cap="none">
              <a:solidFill>
                <a:schemeClr val="l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743" name="Google Shape;743;p54"/>
          <p:cNvSpPr txBox="1"/>
          <p:nvPr/>
        </p:nvSpPr>
        <p:spPr>
          <a:xfrm>
            <a:off x="1985917" y="2106900"/>
            <a:ext cx="779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02</a:t>
            </a:r>
            <a:endParaRPr sz="3000" b="0" i="0" u="none" strike="noStrike" cap="none">
              <a:solidFill>
                <a:schemeClr val="accen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744" name="Google Shape;744;p54"/>
          <p:cNvSpPr txBox="1"/>
          <p:nvPr/>
        </p:nvSpPr>
        <p:spPr>
          <a:xfrm>
            <a:off x="1998179" y="2897975"/>
            <a:ext cx="779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>
                <a:solidFill>
                  <a:schemeClr val="accent2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03</a:t>
            </a:r>
            <a:endParaRPr sz="3000" b="0" i="0" u="none" strike="noStrike" cap="none">
              <a:solidFill>
                <a:schemeClr val="accen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745" name="Google Shape;745;p54"/>
          <p:cNvSpPr txBox="1"/>
          <p:nvPr/>
        </p:nvSpPr>
        <p:spPr>
          <a:xfrm>
            <a:off x="2010479" y="3686675"/>
            <a:ext cx="7548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GB" sz="3000" b="0" i="0" u="none" strike="noStrike" cap="none">
                <a:solidFill>
                  <a:schemeClr val="dk2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04</a:t>
            </a:r>
            <a:endParaRPr sz="3000" b="0" i="0" u="none" strike="noStrike" cap="none">
              <a:solidFill>
                <a:schemeClr val="dk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cxnSp>
        <p:nvCxnSpPr>
          <p:cNvPr id="746" name="Google Shape;746;p54"/>
          <p:cNvCxnSpPr>
            <a:stCxn id="742" idx="3"/>
            <a:endCxn id="731" idx="1"/>
          </p:cNvCxnSpPr>
          <p:nvPr/>
        </p:nvCxnSpPr>
        <p:spPr>
          <a:xfrm>
            <a:off x="2765267" y="1605100"/>
            <a:ext cx="592800" cy="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7" name="Google Shape;747;p54"/>
          <p:cNvCxnSpPr>
            <a:stCxn id="731" idx="3"/>
            <a:endCxn id="732" idx="1"/>
          </p:cNvCxnSpPr>
          <p:nvPr/>
        </p:nvCxnSpPr>
        <p:spPr>
          <a:xfrm>
            <a:off x="4722792" y="1609225"/>
            <a:ext cx="515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8" name="Google Shape;748;p54"/>
          <p:cNvCxnSpPr>
            <a:stCxn id="743" idx="3"/>
            <a:endCxn id="735" idx="1"/>
          </p:cNvCxnSpPr>
          <p:nvPr/>
        </p:nvCxnSpPr>
        <p:spPr>
          <a:xfrm>
            <a:off x="2765317" y="2403600"/>
            <a:ext cx="592800" cy="5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9" name="Google Shape;749;p54"/>
          <p:cNvCxnSpPr>
            <a:stCxn id="735" idx="3"/>
            <a:endCxn id="736" idx="1"/>
          </p:cNvCxnSpPr>
          <p:nvPr/>
        </p:nvCxnSpPr>
        <p:spPr>
          <a:xfrm>
            <a:off x="4722792" y="2408700"/>
            <a:ext cx="515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0" name="Google Shape;750;p54"/>
          <p:cNvCxnSpPr>
            <a:stCxn id="744" idx="3"/>
            <a:endCxn id="733" idx="1"/>
          </p:cNvCxnSpPr>
          <p:nvPr/>
        </p:nvCxnSpPr>
        <p:spPr>
          <a:xfrm>
            <a:off x="2777579" y="3194675"/>
            <a:ext cx="580500" cy="1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1" name="Google Shape;751;p54"/>
          <p:cNvCxnSpPr>
            <a:stCxn id="733" idx="3"/>
            <a:endCxn id="734" idx="1"/>
          </p:cNvCxnSpPr>
          <p:nvPr/>
        </p:nvCxnSpPr>
        <p:spPr>
          <a:xfrm>
            <a:off x="4722792" y="3196383"/>
            <a:ext cx="515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2" name="Google Shape;752;p54"/>
          <p:cNvCxnSpPr>
            <a:stCxn id="745" idx="3"/>
            <a:endCxn id="737" idx="1"/>
          </p:cNvCxnSpPr>
          <p:nvPr/>
        </p:nvCxnSpPr>
        <p:spPr>
          <a:xfrm>
            <a:off x="2765279" y="3983375"/>
            <a:ext cx="592800" cy="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3" name="Google Shape;753;p54"/>
          <p:cNvCxnSpPr>
            <a:stCxn id="737" idx="3"/>
            <a:endCxn id="738" idx="1"/>
          </p:cNvCxnSpPr>
          <p:nvPr/>
        </p:nvCxnSpPr>
        <p:spPr>
          <a:xfrm>
            <a:off x="4722792" y="3984039"/>
            <a:ext cx="515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54" name="Google Shape;754;p54"/>
          <p:cNvGrpSpPr/>
          <p:nvPr/>
        </p:nvGrpSpPr>
        <p:grpSpPr>
          <a:xfrm>
            <a:off x="7743081" y="869621"/>
            <a:ext cx="192250" cy="401583"/>
            <a:chOff x="4132056" y="1252046"/>
            <a:chExt cx="192250" cy="401583"/>
          </a:xfrm>
        </p:grpSpPr>
        <p:sp>
          <p:nvSpPr>
            <p:cNvPr id="755" name="Google Shape;755;p54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4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7" name="Google Shape;757;p54"/>
          <p:cNvSpPr/>
          <p:nvPr/>
        </p:nvSpPr>
        <p:spPr>
          <a:xfrm rot="-1960143">
            <a:off x="1453673" y="312709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4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4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0" name="Google Shape;760;p54"/>
          <p:cNvGrpSpPr/>
          <p:nvPr/>
        </p:nvGrpSpPr>
        <p:grpSpPr>
          <a:xfrm>
            <a:off x="7935312" y="1774037"/>
            <a:ext cx="238223" cy="370822"/>
            <a:chOff x="4728537" y="1222987"/>
            <a:chExt cx="238223" cy="370822"/>
          </a:xfrm>
        </p:grpSpPr>
        <p:sp>
          <p:nvSpPr>
            <p:cNvPr id="761" name="Google Shape;761;p54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4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4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54"/>
          <p:cNvGrpSpPr/>
          <p:nvPr/>
        </p:nvGrpSpPr>
        <p:grpSpPr>
          <a:xfrm>
            <a:off x="865532" y="2287740"/>
            <a:ext cx="576710" cy="568000"/>
            <a:chOff x="4151832" y="2079765"/>
            <a:chExt cx="576710" cy="568000"/>
          </a:xfrm>
        </p:grpSpPr>
        <p:sp>
          <p:nvSpPr>
            <p:cNvPr id="765" name="Google Shape;765;p54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4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4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54"/>
          <p:cNvGrpSpPr/>
          <p:nvPr/>
        </p:nvGrpSpPr>
        <p:grpSpPr>
          <a:xfrm>
            <a:off x="7566867" y="2901165"/>
            <a:ext cx="544683" cy="511717"/>
            <a:chOff x="2952504" y="2605315"/>
            <a:chExt cx="544683" cy="511717"/>
          </a:xfrm>
        </p:grpSpPr>
        <p:sp>
          <p:nvSpPr>
            <p:cNvPr id="769" name="Google Shape;769;p54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4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4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4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4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4" name="Google Shape;774;p54"/>
          <p:cNvGrpSpPr/>
          <p:nvPr/>
        </p:nvGrpSpPr>
        <p:grpSpPr>
          <a:xfrm>
            <a:off x="7595743" y="3984053"/>
            <a:ext cx="486910" cy="247705"/>
            <a:chOff x="5099580" y="2618828"/>
            <a:chExt cx="486910" cy="247705"/>
          </a:xfrm>
        </p:grpSpPr>
        <p:sp>
          <p:nvSpPr>
            <p:cNvPr id="775" name="Google Shape;775;p54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4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4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4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54"/>
          <p:cNvGrpSpPr/>
          <p:nvPr/>
        </p:nvGrpSpPr>
        <p:grpSpPr>
          <a:xfrm>
            <a:off x="1149862" y="3743304"/>
            <a:ext cx="417520" cy="481484"/>
            <a:chOff x="5110362" y="1552354"/>
            <a:chExt cx="417520" cy="481484"/>
          </a:xfrm>
        </p:grpSpPr>
        <p:sp>
          <p:nvSpPr>
            <p:cNvPr id="780" name="Google Shape;780;p54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4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4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4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p54"/>
          <p:cNvGrpSpPr/>
          <p:nvPr/>
        </p:nvGrpSpPr>
        <p:grpSpPr>
          <a:xfrm>
            <a:off x="935369" y="1176225"/>
            <a:ext cx="482292" cy="376131"/>
            <a:chOff x="3198944" y="1721925"/>
            <a:chExt cx="482292" cy="376131"/>
          </a:xfrm>
        </p:grpSpPr>
        <p:sp>
          <p:nvSpPr>
            <p:cNvPr id="785" name="Google Shape;785;p54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4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4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4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9" name="Google Shape;789;p54"/>
          <p:cNvGrpSpPr/>
          <p:nvPr/>
        </p:nvGrpSpPr>
        <p:grpSpPr>
          <a:xfrm>
            <a:off x="6714367" y="738136"/>
            <a:ext cx="258153" cy="337608"/>
            <a:chOff x="3969305" y="3447586"/>
            <a:chExt cx="258153" cy="337608"/>
          </a:xfrm>
        </p:grpSpPr>
        <p:sp>
          <p:nvSpPr>
            <p:cNvPr id="790" name="Google Shape;790;p54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4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4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4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4" name="Google Shape;794;p54"/>
          <p:cNvSpPr/>
          <p:nvPr/>
        </p:nvSpPr>
        <p:spPr>
          <a:xfrm rot="-1960143">
            <a:off x="7607173" y="2156272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4"/>
          <p:cNvSpPr/>
          <p:nvPr/>
        </p:nvSpPr>
        <p:spPr>
          <a:xfrm rot="-1960143">
            <a:off x="2075523" y="809272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4"/>
          <p:cNvSpPr/>
          <p:nvPr/>
        </p:nvSpPr>
        <p:spPr>
          <a:xfrm rot="-1960143">
            <a:off x="1606073" y="327949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5"/>
          <p:cNvSpPr txBox="1">
            <a:spLocks noGrp="1"/>
          </p:cNvSpPr>
          <p:nvPr>
            <p:ph type="title"/>
          </p:nvPr>
        </p:nvSpPr>
        <p:spPr>
          <a:xfrm>
            <a:off x="1469575" y="1359175"/>
            <a:ext cx="3837300" cy="2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endParaRPr/>
          </a:p>
        </p:txBody>
      </p:sp>
      <p:cxnSp>
        <p:nvCxnSpPr>
          <p:cNvPr id="802" name="Google Shape;802;p55"/>
          <p:cNvCxnSpPr/>
          <p:nvPr/>
        </p:nvCxnSpPr>
        <p:spPr>
          <a:xfrm>
            <a:off x="1539163" y="712075"/>
            <a:ext cx="60657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03" name="Google Shape;803;p55"/>
          <p:cNvCxnSpPr/>
          <p:nvPr/>
        </p:nvCxnSpPr>
        <p:spPr>
          <a:xfrm>
            <a:off x="1539163" y="4426825"/>
            <a:ext cx="60657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804" name="Google Shape;804;p55"/>
          <p:cNvGrpSpPr/>
          <p:nvPr/>
        </p:nvGrpSpPr>
        <p:grpSpPr>
          <a:xfrm>
            <a:off x="1571034" y="3649893"/>
            <a:ext cx="2736230" cy="129838"/>
            <a:chOff x="1910200" y="1810425"/>
            <a:chExt cx="2938391" cy="139431"/>
          </a:xfrm>
        </p:grpSpPr>
        <p:sp>
          <p:nvSpPr>
            <p:cNvPr id="805" name="Google Shape;805;p55"/>
            <p:cNvSpPr/>
            <p:nvPr/>
          </p:nvSpPr>
          <p:spPr>
            <a:xfrm>
              <a:off x="2002517" y="1849103"/>
              <a:ext cx="2194761" cy="100753"/>
            </a:xfrm>
            <a:custGeom>
              <a:avLst/>
              <a:gdLst/>
              <a:ahLst/>
              <a:cxnLst/>
              <a:rect l="l" t="t" r="r" b="b"/>
              <a:pathLst>
                <a:path w="13789" h="633" extrusionOk="0">
                  <a:moveTo>
                    <a:pt x="9063" y="0"/>
                  </a:moveTo>
                  <a:cubicBezTo>
                    <a:pt x="6058" y="0"/>
                    <a:pt x="3053" y="178"/>
                    <a:pt x="88" y="534"/>
                  </a:cubicBezTo>
                  <a:cubicBezTo>
                    <a:pt x="12" y="534"/>
                    <a:pt x="1" y="632"/>
                    <a:pt x="55" y="632"/>
                  </a:cubicBezTo>
                  <a:cubicBezTo>
                    <a:pt x="64" y="632"/>
                    <a:pt x="75" y="629"/>
                    <a:pt x="88" y="623"/>
                  </a:cubicBezTo>
                  <a:cubicBezTo>
                    <a:pt x="3297" y="464"/>
                    <a:pt x="6506" y="328"/>
                    <a:pt x="9715" y="328"/>
                  </a:cubicBezTo>
                  <a:cubicBezTo>
                    <a:pt x="10999" y="328"/>
                    <a:pt x="12282" y="350"/>
                    <a:pt x="13566" y="401"/>
                  </a:cubicBezTo>
                  <a:cubicBezTo>
                    <a:pt x="13788" y="401"/>
                    <a:pt x="13788" y="134"/>
                    <a:pt x="13566" y="134"/>
                  </a:cubicBezTo>
                  <a:cubicBezTo>
                    <a:pt x="12068" y="45"/>
                    <a:pt x="10566" y="0"/>
                    <a:pt x="9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5"/>
            <p:cNvSpPr/>
            <p:nvPr/>
          </p:nvSpPr>
          <p:spPr>
            <a:xfrm>
              <a:off x="1910200" y="1810425"/>
              <a:ext cx="2938391" cy="102504"/>
            </a:xfrm>
            <a:custGeom>
              <a:avLst/>
              <a:gdLst/>
              <a:ahLst/>
              <a:cxnLst/>
              <a:rect l="l" t="t" r="r" b="b"/>
              <a:pathLst>
                <a:path w="18461" h="644" extrusionOk="0">
                  <a:moveTo>
                    <a:pt x="10062" y="0"/>
                  </a:moveTo>
                  <a:cubicBezTo>
                    <a:pt x="6714" y="0"/>
                    <a:pt x="3373" y="168"/>
                    <a:pt x="45" y="510"/>
                  </a:cubicBezTo>
                  <a:cubicBezTo>
                    <a:pt x="1" y="510"/>
                    <a:pt x="1" y="555"/>
                    <a:pt x="45" y="555"/>
                  </a:cubicBezTo>
                  <a:cubicBezTo>
                    <a:pt x="2974" y="448"/>
                    <a:pt x="5893" y="382"/>
                    <a:pt x="8811" y="382"/>
                  </a:cubicBezTo>
                  <a:cubicBezTo>
                    <a:pt x="11965" y="382"/>
                    <a:pt x="15118" y="459"/>
                    <a:pt x="18283" y="644"/>
                  </a:cubicBezTo>
                  <a:cubicBezTo>
                    <a:pt x="18461" y="644"/>
                    <a:pt x="18461" y="332"/>
                    <a:pt x="18283" y="332"/>
                  </a:cubicBezTo>
                  <a:cubicBezTo>
                    <a:pt x="15541" y="112"/>
                    <a:pt x="12799" y="0"/>
                    <a:pt x="10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7" name="Google Shape;807;p55"/>
          <p:cNvGrpSpPr/>
          <p:nvPr/>
        </p:nvGrpSpPr>
        <p:grpSpPr>
          <a:xfrm rot="325062">
            <a:off x="5538707" y="2028051"/>
            <a:ext cx="1311779" cy="1765127"/>
            <a:chOff x="2966050" y="3142875"/>
            <a:chExt cx="1401050" cy="1885250"/>
          </a:xfrm>
        </p:grpSpPr>
        <p:sp>
          <p:nvSpPr>
            <p:cNvPr id="808" name="Google Shape;808;p55"/>
            <p:cNvSpPr/>
            <p:nvPr/>
          </p:nvSpPr>
          <p:spPr>
            <a:xfrm>
              <a:off x="3957300" y="4735025"/>
              <a:ext cx="211450" cy="51850"/>
            </a:xfrm>
            <a:custGeom>
              <a:avLst/>
              <a:gdLst/>
              <a:ahLst/>
              <a:cxnLst/>
              <a:rect l="l" t="t" r="r" b="b"/>
              <a:pathLst>
                <a:path w="8458" h="2074" extrusionOk="0">
                  <a:moveTo>
                    <a:pt x="8270" y="0"/>
                  </a:moveTo>
                  <a:cubicBezTo>
                    <a:pt x="8259" y="0"/>
                    <a:pt x="8247" y="2"/>
                    <a:pt x="8236" y="5"/>
                  </a:cubicBezTo>
                  <a:cubicBezTo>
                    <a:pt x="5543" y="434"/>
                    <a:pt x="2850" y="1176"/>
                    <a:pt x="157" y="1800"/>
                  </a:cubicBezTo>
                  <a:cubicBezTo>
                    <a:pt x="1" y="1839"/>
                    <a:pt x="79" y="2073"/>
                    <a:pt x="235" y="2073"/>
                  </a:cubicBezTo>
                  <a:cubicBezTo>
                    <a:pt x="2928" y="1488"/>
                    <a:pt x="5660" y="1020"/>
                    <a:pt x="8314" y="239"/>
                  </a:cubicBezTo>
                  <a:cubicBezTo>
                    <a:pt x="8458" y="203"/>
                    <a:pt x="8402" y="0"/>
                    <a:pt x="8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5"/>
            <p:cNvSpPr/>
            <p:nvPr/>
          </p:nvSpPr>
          <p:spPr>
            <a:xfrm>
              <a:off x="3587825" y="4776025"/>
              <a:ext cx="605275" cy="145625"/>
            </a:xfrm>
            <a:custGeom>
              <a:avLst/>
              <a:gdLst/>
              <a:ahLst/>
              <a:cxnLst/>
              <a:rect l="l" t="t" r="r" b="b"/>
              <a:pathLst>
                <a:path w="24211" h="5825" extrusionOk="0">
                  <a:moveTo>
                    <a:pt x="23951" y="1"/>
                  </a:moveTo>
                  <a:cubicBezTo>
                    <a:pt x="23939" y="1"/>
                    <a:pt x="23926" y="2"/>
                    <a:pt x="23912" y="4"/>
                  </a:cubicBezTo>
                  <a:cubicBezTo>
                    <a:pt x="19970" y="824"/>
                    <a:pt x="16068" y="2189"/>
                    <a:pt x="12165" y="3321"/>
                  </a:cubicBezTo>
                  <a:cubicBezTo>
                    <a:pt x="8990" y="4251"/>
                    <a:pt x="5683" y="5551"/>
                    <a:pt x="2352" y="5551"/>
                  </a:cubicBezTo>
                  <a:cubicBezTo>
                    <a:pt x="1630" y="5551"/>
                    <a:pt x="907" y="5490"/>
                    <a:pt x="184" y="5351"/>
                  </a:cubicBezTo>
                  <a:cubicBezTo>
                    <a:pt x="172" y="5348"/>
                    <a:pt x="161" y="5346"/>
                    <a:pt x="150" y="5346"/>
                  </a:cubicBezTo>
                  <a:cubicBezTo>
                    <a:pt x="23" y="5346"/>
                    <a:pt x="1" y="5549"/>
                    <a:pt x="145" y="5585"/>
                  </a:cubicBezTo>
                  <a:cubicBezTo>
                    <a:pt x="935" y="5753"/>
                    <a:pt x="1722" y="5825"/>
                    <a:pt x="2505" y="5825"/>
                  </a:cubicBezTo>
                  <a:cubicBezTo>
                    <a:pt x="5357" y="5825"/>
                    <a:pt x="8160" y="4867"/>
                    <a:pt x="10916" y="4102"/>
                  </a:cubicBezTo>
                  <a:cubicBezTo>
                    <a:pt x="15248" y="2892"/>
                    <a:pt x="19775" y="1877"/>
                    <a:pt x="23990" y="355"/>
                  </a:cubicBezTo>
                  <a:cubicBezTo>
                    <a:pt x="24211" y="282"/>
                    <a:pt x="24154" y="1"/>
                    <a:pt x="239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5"/>
            <p:cNvSpPr/>
            <p:nvPr/>
          </p:nvSpPr>
          <p:spPr>
            <a:xfrm>
              <a:off x="3931200" y="3864800"/>
              <a:ext cx="156375" cy="112375"/>
            </a:xfrm>
            <a:custGeom>
              <a:avLst/>
              <a:gdLst/>
              <a:ahLst/>
              <a:cxnLst/>
              <a:rect l="l" t="t" r="r" b="b"/>
              <a:pathLst>
                <a:path w="6255" h="4495" extrusionOk="0">
                  <a:moveTo>
                    <a:pt x="6059" y="0"/>
                  </a:moveTo>
                  <a:cubicBezTo>
                    <a:pt x="6026" y="0"/>
                    <a:pt x="5992" y="12"/>
                    <a:pt x="5962" y="42"/>
                  </a:cubicBezTo>
                  <a:cubicBezTo>
                    <a:pt x="4362" y="1837"/>
                    <a:pt x="2372" y="3281"/>
                    <a:pt x="108" y="4217"/>
                  </a:cubicBezTo>
                  <a:cubicBezTo>
                    <a:pt x="0" y="4289"/>
                    <a:pt x="25" y="4495"/>
                    <a:pt x="153" y="4495"/>
                  </a:cubicBezTo>
                  <a:cubicBezTo>
                    <a:pt x="163" y="4495"/>
                    <a:pt x="175" y="4493"/>
                    <a:pt x="186" y="4491"/>
                  </a:cubicBezTo>
                  <a:cubicBezTo>
                    <a:pt x="2567" y="3671"/>
                    <a:pt x="4635" y="2188"/>
                    <a:pt x="6196" y="198"/>
                  </a:cubicBezTo>
                  <a:cubicBezTo>
                    <a:pt x="6255" y="110"/>
                    <a:pt x="6160" y="0"/>
                    <a:pt x="6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5"/>
            <p:cNvSpPr/>
            <p:nvPr/>
          </p:nvSpPr>
          <p:spPr>
            <a:xfrm>
              <a:off x="3245425" y="4012075"/>
              <a:ext cx="601375" cy="91425"/>
            </a:xfrm>
            <a:custGeom>
              <a:avLst/>
              <a:gdLst/>
              <a:ahLst/>
              <a:cxnLst/>
              <a:rect l="l" t="t" r="r" b="b"/>
              <a:pathLst>
                <a:path w="24055" h="3657" extrusionOk="0">
                  <a:moveTo>
                    <a:pt x="23828" y="0"/>
                  </a:moveTo>
                  <a:cubicBezTo>
                    <a:pt x="23816" y="0"/>
                    <a:pt x="23805" y="2"/>
                    <a:pt x="23793" y="4"/>
                  </a:cubicBezTo>
                  <a:cubicBezTo>
                    <a:pt x="19851" y="1058"/>
                    <a:pt x="16066" y="2619"/>
                    <a:pt x="11968" y="3088"/>
                  </a:cubicBezTo>
                  <a:cubicBezTo>
                    <a:pt x="10946" y="3200"/>
                    <a:pt x="9720" y="3296"/>
                    <a:pt x="8440" y="3296"/>
                  </a:cubicBezTo>
                  <a:cubicBezTo>
                    <a:pt x="5271" y="3296"/>
                    <a:pt x="1766" y="2707"/>
                    <a:pt x="182" y="317"/>
                  </a:cubicBezTo>
                  <a:cubicBezTo>
                    <a:pt x="155" y="276"/>
                    <a:pt x="123" y="259"/>
                    <a:pt x="94" y="259"/>
                  </a:cubicBezTo>
                  <a:cubicBezTo>
                    <a:pt x="41" y="259"/>
                    <a:pt x="0" y="318"/>
                    <a:pt x="26" y="395"/>
                  </a:cubicBezTo>
                  <a:cubicBezTo>
                    <a:pt x="1680" y="3151"/>
                    <a:pt x="5767" y="3657"/>
                    <a:pt x="8931" y="3657"/>
                  </a:cubicBezTo>
                  <a:cubicBezTo>
                    <a:pt x="9351" y="3657"/>
                    <a:pt x="9754" y="3648"/>
                    <a:pt x="10134" y="3634"/>
                  </a:cubicBezTo>
                  <a:cubicBezTo>
                    <a:pt x="14817" y="3439"/>
                    <a:pt x="19617" y="2073"/>
                    <a:pt x="23910" y="278"/>
                  </a:cubicBezTo>
                  <a:cubicBezTo>
                    <a:pt x="24054" y="206"/>
                    <a:pt x="23965" y="0"/>
                    <a:pt x="238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5"/>
            <p:cNvSpPr/>
            <p:nvPr/>
          </p:nvSpPr>
          <p:spPr>
            <a:xfrm>
              <a:off x="3038400" y="3476325"/>
              <a:ext cx="20350" cy="13900"/>
            </a:xfrm>
            <a:custGeom>
              <a:avLst/>
              <a:gdLst/>
              <a:ahLst/>
              <a:cxnLst/>
              <a:rect l="l" t="t" r="r" b="b"/>
              <a:pathLst>
                <a:path w="814" h="556" extrusionOk="0">
                  <a:moveTo>
                    <a:pt x="412" y="1"/>
                  </a:moveTo>
                  <a:cubicBezTo>
                    <a:pt x="185" y="1"/>
                    <a:pt x="1" y="422"/>
                    <a:pt x="345" y="516"/>
                  </a:cubicBezTo>
                  <a:cubicBezTo>
                    <a:pt x="424" y="516"/>
                    <a:pt x="502" y="555"/>
                    <a:pt x="580" y="555"/>
                  </a:cubicBezTo>
                  <a:cubicBezTo>
                    <a:pt x="736" y="555"/>
                    <a:pt x="814" y="399"/>
                    <a:pt x="736" y="243"/>
                  </a:cubicBezTo>
                  <a:cubicBezTo>
                    <a:pt x="697" y="204"/>
                    <a:pt x="658" y="126"/>
                    <a:pt x="580" y="87"/>
                  </a:cubicBezTo>
                  <a:cubicBezTo>
                    <a:pt x="526" y="26"/>
                    <a:pt x="468" y="1"/>
                    <a:pt x="4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5"/>
            <p:cNvSpPr/>
            <p:nvPr/>
          </p:nvSpPr>
          <p:spPr>
            <a:xfrm>
              <a:off x="3066550" y="3467025"/>
              <a:ext cx="19750" cy="18150"/>
            </a:xfrm>
            <a:custGeom>
              <a:avLst/>
              <a:gdLst/>
              <a:ahLst/>
              <a:cxnLst/>
              <a:rect l="l" t="t" r="r" b="b"/>
              <a:pathLst>
                <a:path w="790" h="726" extrusionOk="0">
                  <a:moveTo>
                    <a:pt x="402" y="0"/>
                  </a:moveTo>
                  <a:cubicBezTo>
                    <a:pt x="315" y="0"/>
                    <a:pt x="226" y="43"/>
                    <a:pt x="156" y="147"/>
                  </a:cubicBezTo>
                  <a:cubicBezTo>
                    <a:pt x="0" y="264"/>
                    <a:pt x="0" y="498"/>
                    <a:pt x="156" y="654"/>
                  </a:cubicBezTo>
                  <a:cubicBezTo>
                    <a:pt x="205" y="703"/>
                    <a:pt x="269" y="725"/>
                    <a:pt x="335" y="725"/>
                  </a:cubicBezTo>
                  <a:cubicBezTo>
                    <a:pt x="477" y="725"/>
                    <a:pt x="624" y="620"/>
                    <a:pt x="624" y="459"/>
                  </a:cubicBezTo>
                  <a:cubicBezTo>
                    <a:pt x="789" y="239"/>
                    <a:pt x="606" y="0"/>
                    <a:pt x="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3095625" y="3466975"/>
              <a:ext cx="17600" cy="18450"/>
            </a:xfrm>
            <a:custGeom>
              <a:avLst/>
              <a:gdLst/>
              <a:ahLst/>
              <a:cxnLst/>
              <a:rect l="l" t="t" r="r" b="b"/>
              <a:pathLst>
                <a:path w="704" h="738" extrusionOk="0">
                  <a:moveTo>
                    <a:pt x="350" y="1"/>
                  </a:moveTo>
                  <a:cubicBezTo>
                    <a:pt x="176" y="1"/>
                    <a:pt x="0" y="150"/>
                    <a:pt x="47" y="383"/>
                  </a:cubicBezTo>
                  <a:lnTo>
                    <a:pt x="125" y="539"/>
                  </a:lnTo>
                  <a:cubicBezTo>
                    <a:pt x="156" y="678"/>
                    <a:pt x="259" y="737"/>
                    <a:pt x="366" y="737"/>
                  </a:cubicBezTo>
                  <a:cubicBezTo>
                    <a:pt x="530" y="737"/>
                    <a:pt x="703" y="596"/>
                    <a:pt x="632" y="383"/>
                  </a:cubicBezTo>
                  <a:cubicBezTo>
                    <a:pt x="632" y="344"/>
                    <a:pt x="632" y="266"/>
                    <a:pt x="632" y="227"/>
                  </a:cubicBezTo>
                  <a:cubicBezTo>
                    <a:pt x="585" y="69"/>
                    <a:pt x="468" y="1"/>
                    <a:pt x="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5"/>
            <p:cNvSpPr/>
            <p:nvPr/>
          </p:nvSpPr>
          <p:spPr>
            <a:xfrm>
              <a:off x="3092425" y="3546675"/>
              <a:ext cx="19025" cy="13825"/>
            </a:xfrm>
            <a:custGeom>
              <a:avLst/>
              <a:gdLst/>
              <a:ahLst/>
              <a:cxnLst/>
              <a:rect l="l" t="t" r="r" b="b"/>
              <a:pathLst>
                <a:path w="761" h="553" extrusionOk="0">
                  <a:moveTo>
                    <a:pt x="372" y="0"/>
                  </a:moveTo>
                  <a:cubicBezTo>
                    <a:pt x="75" y="0"/>
                    <a:pt x="1" y="553"/>
                    <a:pt x="339" y="553"/>
                  </a:cubicBezTo>
                  <a:cubicBezTo>
                    <a:pt x="349" y="553"/>
                    <a:pt x="359" y="552"/>
                    <a:pt x="370" y="551"/>
                  </a:cubicBezTo>
                  <a:cubicBezTo>
                    <a:pt x="448" y="551"/>
                    <a:pt x="565" y="512"/>
                    <a:pt x="643" y="473"/>
                  </a:cubicBezTo>
                  <a:cubicBezTo>
                    <a:pt x="721" y="395"/>
                    <a:pt x="760" y="278"/>
                    <a:pt x="721" y="200"/>
                  </a:cubicBezTo>
                  <a:cubicBezTo>
                    <a:pt x="643" y="122"/>
                    <a:pt x="604" y="83"/>
                    <a:pt x="526" y="44"/>
                  </a:cubicBezTo>
                  <a:cubicBezTo>
                    <a:pt x="470" y="13"/>
                    <a:pt x="418" y="0"/>
                    <a:pt x="3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5"/>
            <p:cNvSpPr/>
            <p:nvPr/>
          </p:nvSpPr>
          <p:spPr>
            <a:xfrm>
              <a:off x="3350450" y="3979975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1"/>
                  </a:moveTo>
                  <a:cubicBezTo>
                    <a:pt x="1" y="1"/>
                    <a:pt x="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5"/>
            <p:cNvSpPr/>
            <p:nvPr/>
          </p:nvSpPr>
          <p:spPr>
            <a:xfrm>
              <a:off x="3318175" y="3973750"/>
              <a:ext cx="18650" cy="13525"/>
            </a:xfrm>
            <a:custGeom>
              <a:avLst/>
              <a:gdLst/>
              <a:ahLst/>
              <a:cxnLst/>
              <a:rect l="l" t="t" r="r" b="b"/>
              <a:pathLst>
                <a:path w="746" h="541" extrusionOk="0">
                  <a:moveTo>
                    <a:pt x="410" y="0"/>
                  </a:moveTo>
                  <a:cubicBezTo>
                    <a:pt x="379" y="0"/>
                    <a:pt x="347" y="5"/>
                    <a:pt x="316" y="15"/>
                  </a:cubicBezTo>
                  <a:cubicBezTo>
                    <a:pt x="1" y="121"/>
                    <a:pt x="63" y="540"/>
                    <a:pt x="333" y="540"/>
                  </a:cubicBezTo>
                  <a:cubicBezTo>
                    <a:pt x="364" y="540"/>
                    <a:pt x="397" y="535"/>
                    <a:pt x="433" y="523"/>
                  </a:cubicBezTo>
                  <a:cubicBezTo>
                    <a:pt x="589" y="523"/>
                    <a:pt x="667" y="445"/>
                    <a:pt x="706" y="289"/>
                  </a:cubicBezTo>
                  <a:cubicBezTo>
                    <a:pt x="745" y="211"/>
                    <a:pt x="706" y="133"/>
                    <a:pt x="667" y="94"/>
                  </a:cubicBezTo>
                  <a:cubicBezTo>
                    <a:pt x="582" y="36"/>
                    <a:pt x="496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5"/>
            <p:cNvSpPr/>
            <p:nvPr/>
          </p:nvSpPr>
          <p:spPr>
            <a:xfrm>
              <a:off x="3301900" y="3921150"/>
              <a:ext cx="18325" cy="17325"/>
            </a:xfrm>
            <a:custGeom>
              <a:avLst/>
              <a:gdLst/>
              <a:ahLst/>
              <a:cxnLst/>
              <a:rect l="l" t="t" r="r" b="b"/>
              <a:pathLst>
                <a:path w="733" h="693" extrusionOk="0">
                  <a:moveTo>
                    <a:pt x="393" y="1"/>
                  </a:moveTo>
                  <a:cubicBezTo>
                    <a:pt x="182" y="1"/>
                    <a:pt x="0" y="190"/>
                    <a:pt x="30" y="402"/>
                  </a:cubicBezTo>
                  <a:cubicBezTo>
                    <a:pt x="30" y="593"/>
                    <a:pt x="181" y="692"/>
                    <a:pt x="324" y="692"/>
                  </a:cubicBezTo>
                  <a:cubicBezTo>
                    <a:pt x="444" y="692"/>
                    <a:pt x="559" y="623"/>
                    <a:pt x="577" y="480"/>
                  </a:cubicBezTo>
                  <a:cubicBezTo>
                    <a:pt x="733" y="402"/>
                    <a:pt x="733" y="129"/>
                    <a:pt x="577" y="51"/>
                  </a:cubicBezTo>
                  <a:cubicBezTo>
                    <a:pt x="516" y="16"/>
                    <a:pt x="453" y="1"/>
                    <a:pt x="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5"/>
            <p:cNvSpPr/>
            <p:nvPr/>
          </p:nvSpPr>
          <p:spPr>
            <a:xfrm>
              <a:off x="3249900" y="3873625"/>
              <a:ext cx="18625" cy="14350"/>
            </a:xfrm>
            <a:custGeom>
              <a:avLst/>
              <a:gdLst/>
              <a:ahLst/>
              <a:cxnLst/>
              <a:rect l="l" t="t" r="r" b="b"/>
              <a:pathLst>
                <a:path w="745" h="574" extrusionOk="0">
                  <a:moveTo>
                    <a:pt x="471" y="1"/>
                  </a:moveTo>
                  <a:lnTo>
                    <a:pt x="276" y="40"/>
                  </a:lnTo>
                  <a:cubicBezTo>
                    <a:pt x="0" y="109"/>
                    <a:pt x="60" y="573"/>
                    <a:pt x="319" y="573"/>
                  </a:cubicBezTo>
                  <a:cubicBezTo>
                    <a:pt x="353" y="573"/>
                    <a:pt x="391" y="565"/>
                    <a:pt x="432" y="547"/>
                  </a:cubicBezTo>
                  <a:lnTo>
                    <a:pt x="588" y="508"/>
                  </a:lnTo>
                  <a:cubicBezTo>
                    <a:pt x="666" y="430"/>
                    <a:pt x="744" y="352"/>
                    <a:pt x="744" y="274"/>
                  </a:cubicBezTo>
                  <a:cubicBezTo>
                    <a:pt x="744" y="235"/>
                    <a:pt x="705" y="196"/>
                    <a:pt x="705" y="157"/>
                  </a:cubicBezTo>
                  <a:cubicBezTo>
                    <a:pt x="666" y="40"/>
                    <a:pt x="549" y="1"/>
                    <a:pt x="4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5"/>
            <p:cNvSpPr/>
            <p:nvPr/>
          </p:nvSpPr>
          <p:spPr>
            <a:xfrm>
              <a:off x="3208425" y="3784700"/>
              <a:ext cx="13275" cy="12050"/>
            </a:xfrm>
            <a:custGeom>
              <a:avLst/>
              <a:gdLst/>
              <a:ahLst/>
              <a:cxnLst/>
              <a:rect l="l" t="t" r="r" b="b"/>
              <a:pathLst>
                <a:path w="531" h="482" extrusionOk="0">
                  <a:moveTo>
                    <a:pt x="214" y="1"/>
                  </a:moveTo>
                  <a:cubicBezTo>
                    <a:pt x="1" y="1"/>
                    <a:pt x="107" y="482"/>
                    <a:pt x="281" y="482"/>
                  </a:cubicBezTo>
                  <a:cubicBezTo>
                    <a:pt x="310" y="482"/>
                    <a:pt x="342" y="468"/>
                    <a:pt x="374" y="436"/>
                  </a:cubicBezTo>
                  <a:lnTo>
                    <a:pt x="413" y="397"/>
                  </a:lnTo>
                  <a:cubicBezTo>
                    <a:pt x="530" y="280"/>
                    <a:pt x="452" y="84"/>
                    <a:pt x="296" y="6"/>
                  </a:cubicBezTo>
                  <a:lnTo>
                    <a:pt x="257" y="6"/>
                  </a:lnTo>
                  <a:cubicBezTo>
                    <a:pt x="241" y="2"/>
                    <a:pt x="227" y="1"/>
                    <a:pt x="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5"/>
            <p:cNvSpPr/>
            <p:nvPr/>
          </p:nvSpPr>
          <p:spPr>
            <a:xfrm>
              <a:off x="3400250" y="3988350"/>
              <a:ext cx="19500" cy="14675"/>
            </a:xfrm>
            <a:custGeom>
              <a:avLst/>
              <a:gdLst/>
              <a:ahLst/>
              <a:cxnLst/>
              <a:rect l="l" t="t" r="r" b="b"/>
              <a:pathLst>
                <a:path w="780" h="587" extrusionOk="0">
                  <a:moveTo>
                    <a:pt x="444" y="1"/>
                  </a:moveTo>
                  <a:cubicBezTo>
                    <a:pt x="415" y="1"/>
                    <a:pt x="385" y="5"/>
                    <a:pt x="350" y="17"/>
                  </a:cubicBezTo>
                  <a:cubicBezTo>
                    <a:pt x="1" y="52"/>
                    <a:pt x="89" y="587"/>
                    <a:pt x="364" y="587"/>
                  </a:cubicBezTo>
                  <a:cubicBezTo>
                    <a:pt x="396" y="587"/>
                    <a:pt x="430" y="580"/>
                    <a:pt x="467" y="563"/>
                  </a:cubicBezTo>
                  <a:cubicBezTo>
                    <a:pt x="584" y="563"/>
                    <a:pt x="662" y="485"/>
                    <a:pt x="740" y="407"/>
                  </a:cubicBezTo>
                  <a:cubicBezTo>
                    <a:pt x="780" y="290"/>
                    <a:pt x="740" y="134"/>
                    <a:pt x="623" y="56"/>
                  </a:cubicBezTo>
                  <a:cubicBezTo>
                    <a:pt x="568" y="28"/>
                    <a:pt x="513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5"/>
            <p:cNvSpPr/>
            <p:nvPr/>
          </p:nvSpPr>
          <p:spPr>
            <a:xfrm>
              <a:off x="3484125" y="3997550"/>
              <a:ext cx="14650" cy="12700"/>
            </a:xfrm>
            <a:custGeom>
              <a:avLst/>
              <a:gdLst/>
              <a:ahLst/>
              <a:cxnLst/>
              <a:rect l="l" t="t" r="r" b="b"/>
              <a:pathLst>
                <a:path w="586" h="508" extrusionOk="0">
                  <a:moveTo>
                    <a:pt x="234" y="0"/>
                  </a:moveTo>
                  <a:cubicBezTo>
                    <a:pt x="0" y="156"/>
                    <a:pt x="117" y="468"/>
                    <a:pt x="351" y="507"/>
                  </a:cubicBezTo>
                  <a:cubicBezTo>
                    <a:pt x="586" y="351"/>
                    <a:pt x="50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5"/>
            <p:cNvSpPr/>
            <p:nvPr/>
          </p:nvSpPr>
          <p:spPr>
            <a:xfrm>
              <a:off x="3478275" y="3968275"/>
              <a:ext cx="1000" cy="25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9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5"/>
            <p:cNvSpPr/>
            <p:nvPr/>
          </p:nvSpPr>
          <p:spPr>
            <a:xfrm>
              <a:off x="3461300" y="3989350"/>
              <a:ext cx="21975" cy="15225"/>
            </a:xfrm>
            <a:custGeom>
              <a:avLst/>
              <a:gdLst/>
              <a:ahLst/>
              <a:cxnLst/>
              <a:rect l="l" t="t" r="r" b="b"/>
              <a:pathLst>
                <a:path w="879" h="609" extrusionOk="0">
                  <a:moveTo>
                    <a:pt x="466" y="0"/>
                  </a:moveTo>
                  <a:cubicBezTo>
                    <a:pt x="435" y="0"/>
                    <a:pt x="402" y="5"/>
                    <a:pt x="367" y="16"/>
                  </a:cubicBezTo>
                  <a:cubicBezTo>
                    <a:pt x="1" y="89"/>
                    <a:pt x="115" y="608"/>
                    <a:pt x="453" y="608"/>
                  </a:cubicBezTo>
                  <a:cubicBezTo>
                    <a:pt x="475" y="608"/>
                    <a:pt x="499" y="606"/>
                    <a:pt x="523" y="601"/>
                  </a:cubicBezTo>
                  <a:cubicBezTo>
                    <a:pt x="878" y="495"/>
                    <a:pt x="781" y="0"/>
                    <a:pt x="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3427475" y="3949325"/>
              <a:ext cx="18750" cy="13700"/>
            </a:xfrm>
            <a:custGeom>
              <a:avLst/>
              <a:gdLst/>
              <a:ahLst/>
              <a:cxnLst/>
              <a:rect l="l" t="t" r="r" b="b"/>
              <a:pathLst>
                <a:path w="750" h="548" extrusionOk="0">
                  <a:moveTo>
                    <a:pt x="410" y="0"/>
                  </a:moveTo>
                  <a:cubicBezTo>
                    <a:pt x="380" y="0"/>
                    <a:pt x="349" y="6"/>
                    <a:pt x="315" y="17"/>
                  </a:cubicBezTo>
                  <a:cubicBezTo>
                    <a:pt x="1" y="17"/>
                    <a:pt x="124" y="548"/>
                    <a:pt x="349" y="548"/>
                  </a:cubicBezTo>
                  <a:cubicBezTo>
                    <a:pt x="375" y="548"/>
                    <a:pt x="403" y="541"/>
                    <a:pt x="432" y="524"/>
                  </a:cubicBezTo>
                  <a:cubicBezTo>
                    <a:pt x="749" y="454"/>
                    <a:pt x="684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3658725" y="3978100"/>
              <a:ext cx="18625" cy="12450"/>
            </a:xfrm>
            <a:custGeom>
              <a:avLst/>
              <a:gdLst/>
              <a:ahLst/>
              <a:cxnLst/>
              <a:rect l="l" t="t" r="r" b="b"/>
              <a:pathLst>
                <a:path w="745" h="498" extrusionOk="0">
                  <a:moveTo>
                    <a:pt x="320" y="0"/>
                  </a:moveTo>
                  <a:cubicBezTo>
                    <a:pt x="134" y="0"/>
                    <a:pt x="1" y="296"/>
                    <a:pt x="197" y="427"/>
                  </a:cubicBezTo>
                  <a:lnTo>
                    <a:pt x="275" y="466"/>
                  </a:lnTo>
                  <a:cubicBezTo>
                    <a:pt x="308" y="488"/>
                    <a:pt x="342" y="497"/>
                    <a:pt x="374" y="497"/>
                  </a:cubicBezTo>
                  <a:cubicBezTo>
                    <a:pt x="575" y="497"/>
                    <a:pt x="744" y="137"/>
                    <a:pt x="509" y="37"/>
                  </a:cubicBezTo>
                  <a:lnTo>
                    <a:pt x="431" y="37"/>
                  </a:lnTo>
                  <a:cubicBezTo>
                    <a:pt x="393" y="11"/>
                    <a:pt x="356" y="0"/>
                    <a:pt x="3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3632425" y="39351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0" y="39"/>
                  </a:moveTo>
                  <a:lnTo>
                    <a:pt x="0" y="39"/>
                  </a:lnTo>
                  <a:cubicBezTo>
                    <a:pt x="0" y="39"/>
                    <a:pt x="0" y="0"/>
                    <a:pt x="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3687050" y="3938025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40"/>
                  </a:moveTo>
                  <a:cubicBezTo>
                    <a:pt x="1" y="40"/>
                    <a:pt x="1" y="40"/>
                    <a:pt x="1" y="40"/>
                  </a:cubicBezTo>
                  <a:cubicBezTo>
                    <a:pt x="1" y="0"/>
                    <a:pt x="1" y="40"/>
                    <a:pt x="1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3698325" y="3791175"/>
              <a:ext cx="16075" cy="19200"/>
            </a:xfrm>
            <a:custGeom>
              <a:avLst/>
              <a:gdLst/>
              <a:ahLst/>
              <a:cxnLst/>
              <a:rect l="l" t="t" r="r" b="b"/>
              <a:pathLst>
                <a:path w="643" h="768" extrusionOk="0">
                  <a:moveTo>
                    <a:pt x="399" y="1"/>
                  </a:moveTo>
                  <a:cubicBezTo>
                    <a:pt x="211" y="1"/>
                    <a:pt x="1" y="157"/>
                    <a:pt x="96" y="372"/>
                  </a:cubicBezTo>
                  <a:cubicBezTo>
                    <a:pt x="135" y="450"/>
                    <a:pt x="174" y="489"/>
                    <a:pt x="213" y="567"/>
                  </a:cubicBezTo>
                  <a:cubicBezTo>
                    <a:pt x="213" y="606"/>
                    <a:pt x="252" y="606"/>
                    <a:pt x="291" y="645"/>
                  </a:cubicBezTo>
                  <a:lnTo>
                    <a:pt x="291" y="684"/>
                  </a:lnTo>
                  <a:cubicBezTo>
                    <a:pt x="320" y="741"/>
                    <a:pt x="370" y="767"/>
                    <a:pt x="423" y="767"/>
                  </a:cubicBezTo>
                  <a:cubicBezTo>
                    <a:pt x="515" y="767"/>
                    <a:pt x="618" y="690"/>
                    <a:pt x="642" y="567"/>
                  </a:cubicBezTo>
                  <a:cubicBezTo>
                    <a:pt x="642" y="567"/>
                    <a:pt x="642" y="567"/>
                    <a:pt x="642" y="528"/>
                  </a:cubicBezTo>
                  <a:cubicBezTo>
                    <a:pt x="642" y="489"/>
                    <a:pt x="642" y="489"/>
                    <a:pt x="642" y="450"/>
                  </a:cubicBezTo>
                  <a:cubicBezTo>
                    <a:pt x="642" y="372"/>
                    <a:pt x="642" y="294"/>
                    <a:pt x="642" y="216"/>
                  </a:cubicBezTo>
                  <a:cubicBezTo>
                    <a:pt x="627" y="64"/>
                    <a:pt x="518" y="1"/>
                    <a:pt x="3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3668300" y="3828550"/>
              <a:ext cx="19125" cy="13325"/>
            </a:xfrm>
            <a:custGeom>
              <a:avLst/>
              <a:gdLst/>
              <a:ahLst/>
              <a:cxnLst/>
              <a:rect l="l" t="t" r="r" b="b"/>
              <a:pathLst>
                <a:path w="765" h="533" extrusionOk="0">
                  <a:moveTo>
                    <a:pt x="393" y="0"/>
                  </a:moveTo>
                  <a:cubicBezTo>
                    <a:pt x="370" y="0"/>
                    <a:pt x="346" y="3"/>
                    <a:pt x="321" y="9"/>
                  </a:cubicBezTo>
                  <a:lnTo>
                    <a:pt x="282" y="9"/>
                  </a:lnTo>
                  <a:cubicBezTo>
                    <a:pt x="0" y="79"/>
                    <a:pt x="101" y="532"/>
                    <a:pt x="353" y="532"/>
                  </a:cubicBezTo>
                  <a:cubicBezTo>
                    <a:pt x="380" y="532"/>
                    <a:pt x="408" y="527"/>
                    <a:pt x="438" y="516"/>
                  </a:cubicBezTo>
                  <a:cubicBezTo>
                    <a:pt x="765" y="443"/>
                    <a:pt x="687" y="0"/>
                    <a:pt x="3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3597725" y="3723600"/>
              <a:ext cx="21050" cy="15175"/>
            </a:xfrm>
            <a:custGeom>
              <a:avLst/>
              <a:gdLst/>
              <a:ahLst/>
              <a:cxnLst/>
              <a:rect l="l" t="t" r="r" b="b"/>
              <a:pathLst>
                <a:path w="842" h="607" extrusionOk="0">
                  <a:moveTo>
                    <a:pt x="535" y="0"/>
                  </a:moveTo>
                  <a:cubicBezTo>
                    <a:pt x="424" y="0"/>
                    <a:pt x="303" y="62"/>
                    <a:pt x="217" y="148"/>
                  </a:cubicBezTo>
                  <a:cubicBezTo>
                    <a:pt x="0" y="303"/>
                    <a:pt x="202" y="606"/>
                    <a:pt x="432" y="606"/>
                  </a:cubicBezTo>
                  <a:cubicBezTo>
                    <a:pt x="491" y="606"/>
                    <a:pt x="552" y="586"/>
                    <a:pt x="608" y="538"/>
                  </a:cubicBezTo>
                  <a:cubicBezTo>
                    <a:pt x="647" y="460"/>
                    <a:pt x="725" y="460"/>
                    <a:pt x="764" y="421"/>
                  </a:cubicBezTo>
                  <a:cubicBezTo>
                    <a:pt x="842" y="343"/>
                    <a:pt x="842" y="226"/>
                    <a:pt x="764" y="148"/>
                  </a:cubicBezTo>
                  <a:cubicBezTo>
                    <a:pt x="711" y="42"/>
                    <a:pt x="626" y="0"/>
                    <a:pt x="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5"/>
            <p:cNvSpPr/>
            <p:nvPr/>
          </p:nvSpPr>
          <p:spPr>
            <a:xfrm>
              <a:off x="3638275" y="3694100"/>
              <a:ext cx="25" cy="1000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0" y="40"/>
                  </a:moveTo>
                  <a:lnTo>
                    <a:pt x="0" y="40"/>
                  </a:lnTo>
                  <a:cubicBezTo>
                    <a:pt x="0" y="40"/>
                    <a:pt x="0" y="1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5"/>
            <p:cNvSpPr/>
            <p:nvPr/>
          </p:nvSpPr>
          <p:spPr>
            <a:xfrm>
              <a:off x="3641200" y="3536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5"/>
            <p:cNvSpPr/>
            <p:nvPr/>
          </p:nvSpPr>
          <p:spPr>
            <a:xfrm>
              <a:off x="3593400" y="3504675"/>
              <a:ext cx="11625" cy="10950"/>
            </a:xfrm>
            <a:custGeom>
              <a:avLst/>
              <a:gdLst/>
              <a:ahLst/>
              <a:cxnLst/>
              <a:rect l="l" t="t" r="r" b="b"/>
              <a:pathLst>
                <a:path w="465" h="438" extrusionOk="0">
                  <a:moveTo>
                    <a:pt x="244" y="1"/>
                  </a:moveTo>
                  <a:cubicBezTo>
                    <a:pt x="228" y="1"/>
                    <a:pt x="212" y="3"/>
                    <a:pt x="195" y="7"/>
                  </a:cubicBezTo>
                  <a:cubicBezTo>
                    <a:pt x="39" y="46"/>
                    <a:pt x="0" y="241"/>
                    <a:pt x="117" y="358"/>
                  </a:cubicBezTo>
                  <a:lnTo>
                    <a:pt x="156" y="397"/>
                  </a:lnTo>
                  <a:cubicBezTo>
                    <a:pt x="184" y="425"/>
                    <a:pt x="221" y="438"/>
                    <a:pt x="260" y="438"/>
                  </a:cubicBezTo>
                  <a:cubicBezTo>
                    <a:pt x="330" y="438"/>
                    <a:pt x="404" y="395"/>
                    <a:pt x="429" y="319"/>
                  </a:cubicBezTo>
                  <a:lnTo>
                    <a:pt x="429" y="241"/>
                  </a:lnTo>
                  <a:cubicBezTo>
                    <a:pt x="464" y="136"/>
                    <a:pt x="375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5"/>
            <p:cNvSpPr/>
            <p:nvPr/>
          </p:nvSpPr>
          <p:spPr>
            <a:xfrm>
              <a:off x="3604575" y="3562000"/>
              <a:ext cx="20075" cy="15150"/>
            </a:xfrm>
            <a:custGeom>
              <a:avLst/>
              <a:gdLst/>
              <a:ahLst/>
              <a:cxnLst/>
              <a:rect l="l" t="t" r="r" b="b"/>
              <a:pathLst>
                <a:path w="803" h="606" extrusionOk="0">
                  <a:moveTo>
                    <a:pt x="431" y="1"/>
                  </a:moveTo>
                  <a:cubicBezTo>
                    <a:pt x="199" y="1"/>
                    <a:pt x="1" y="432"/>
                    <a:pt x="295" y="563"/>
                  </a:cubicBezTo>
                  <a:lnTo>
                    <a:pt x="334" y="563"/>
                  </a:lnTo>
                  <a:cubicBezTo>
                    <a:pt x="378" y="593"/>
                    <a:pt x="429" y="605"/>
                    <a:pt x="478" y="605"/>
                  </a:cubicBezTo>
                  <a:cubicBezTo>
                    <a:pt x="559" y="605"/>
                    <a:pt x="637" y="572"/>
                    <a:pt x="685" y="524"/>
                  </a:cubicBezTo>
                  <a:cubicBezTo>
                    <a:pt x="724" y="485"/>
                    <a:pt x="763" y="446"/>
                    <a:pt x="763" y="407"/>
                  </a:cubicBezTo>
                  <a:cubicBezTo>
                    <a:pt x="802" y="251"/>
                    <a:pt x="724" y="133"/>
                    <a:pt x="646" y="55"/>
                  </a:cubicBezTo>
                  <a:lnTo>
                    <a:pt x="568" y="55"/>
                  </a:lnTo>
                  <a:cubicBezTo>
                    <a:pt x="523" y="17"/>
                    <a:pt x="477" y="1"/>
                    <a:pt x="4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5"/>
            <p:cNvSpPr/>
            <p:nvPr/>
          </p:nvSpPr>
          <p:spPr>
            <a:xfrm>
              <a:off x="3600225" y="3391425"/>
              <a:ext cx="18150" cy="15125"/>
            </a:xfrm>
            <a:custGeom>
              <a:avLst/>
              <a:gdLst/>
              <a:ahLst/>
              <a:cxnLst/>
              <a:rect l="l" t="t" r="r" b="b"/>
              <a:pathLst>
                <a:path w="726" h="605" extrusionOk="0">
                  <a:moveTo>
                    <a:pt x="317" y="0"/>
                  </a:moveTo>
                  <a:cubicBezTo>
                    <a:pt x="235" y="0"/>
                    <a:pt x="156" y="29"/>
                    <a:pt x="117" y="88"/>
                  </a:cubicBezTo>
                  <a:cubicBezTo>
                    <a:pt x="0" y="283"/>
                    <a:pt x="78" y="517"/>
                    <a:pt x="274" y="595"/>
                  </a:cubicBezTo>
                  <a:cubicBezTo>
                    <a:pt x="302" y="602"/>
                    <a:pt x="330" y="605"/>
                    <a:pt x="355" y="605"/>
                  </a:cubicBezTo>
                  <a:cubicBezTo>
                    <a:pt x="642" y="605"/>
                    <a:pt x="726" y="231"/>
                    <a:pt x="547" y="88"/>
                  </a:cubicBezTo>
                  <a:cubicBezTo>
                    <a:pt x="488" y="29"/>
                    <a:pt x="400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5"/>
            <p:cNvSpPr/>
            <p:nvPr/>
          </p:nvSpPr>
          <p:spPr>
            <a:xfrm>
              <a:off x="3903950" y="3821825"/>
              <a:ext cx="8275" cy="6075"/>
            </a:xfrm>
            <a:custGeom>
              <a:avLst/>
              <a:gdLst/>
              <a:ahLst/>
              <a:cxnLst/>
              <a:rect l="l" t="t" r="r" b="b"/>
              <a:pathLst>
                <a:path w="331" h="243" extrusionOk="0">
                  <a:moveTo>
                    <a:pt x="178" y="0"/>
                  </a:moveTo>
                  <a:cubicBezTo>
                    <a:pt x="168" y="0"/>
                    <a:pt x="157" y="1"/>
                    <a:pt x="145" y="4"/>
                  </a:cubicBezTo>
                  <a:cubicBezTo>
                    <a:pt x="0" y="40"/>
                    <a:pt x="56" y="243"/>
                    <a:pt x="188" y="243"/>
                  </a:cubicBezTo>
                  <a:cubicBezTo>
                    <a:pt x="199" y="243"/>
                    <a:pt x="211" y="242"/>
                    <a:pt x="223" y="239"/>
                  </a:cubicBezTo>
                  <a:cubicBezTo>
                    <a:pt x="331" y="202"/>
                    <a:pt x="306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5"/>
            <p:cNvSpPr/>
            <p:nvPr/>
          </p:nvSpPr>
          <p:spPr>
            <a:xfrm>
              <a:off x="3861050" y="3794100"/>
              <a:ext cx="18225" cy="12300"/>
            </a:xfrm>
            <a:custGeom>
              <a:avLst/>
              <a:gdLst/>
              <a:ahLst/>
              <a:cxnLst/>
              <a:rect l="l" t="t" r="r" b="b"/>
              <a:pathLst>
                <a:path w="729" h="492" extrusionOk="0">
                  <a:moveTo>
                    <a:pt x="412" y="0"/>
                  </a:moveTo>
                  <a:cubicBezTo>
                    <a:pt x="361" y="0"/>
                    <a:pt x="309" y="9"/>
                    <a:pt x="261" y="21"/>
                  </a:cubicBezTo>
                  <a:cubicBezTo>
                    <a:pt x="0" y="132"/>
                    <a:pt x="94" y="492"/>
                    <a:pt x="340" y="492"/>
                  </a:cubicBezTo>
                  <a:cubicBezTo>
                    <a:pt x="352" y="492"/>
                    <a:pt x="365" y="491"/>
                    <a:pt x="378" y="489"/>
                  </a:cubicBezTo>
                  <a:cubicBezTo>
                    <a:pt x="534" y="450"/>
                    <a:pt x="729" y="372"/>
                    <a:pt x="690" y="177"/>
                  </a:cubicBezTo>
                  <a:cubicBezTo>
                    <a:pt x="636" y="42"/>
                    <a:pt x="526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5"/>
            <p:cNvSpPr/>
            <p:nvPr/>
          </p:nvSpPr>
          <p:spPr>
            <a:xfrm>
              <a:off x="3846350" y="3701675"/>
              <a:ext cx="14400" cy="12575"/>
            </a:xfrm>
            <a:custGeom>
              <a:avLst/>
              <a:gdLst/>
              <a:ahLst/>
              <a:cxnLst/>
              <a:rect l="l" t="t" r="r" b="b"/>
              <a:pathLst>
                <a:path w="576" h="503" extrusionOk="0">
                  <a:moveTo>
                    <a:pt x="278" y="0"/>
                  </a:moveTo>
                  <a:cubicBezTo>
                    <a:pt x="174" y="0"/>
                    <a:pt x="61" y="76"/>
                    <a:pt x="29" y="205"/>
                  </a:cubicBezTo>
                  <a:cubicBezTo>
                    <a:pt x="1" y="374"/>
                    <a:pt x="135" y="502"/>
                    <a:pt x="270" y="502"/>
                  </a:cubicBezTo>
                  <a:cubicBezTo>
                    <a:pt x="323" y="502"/>
                    <a:pt x="376" y="483"/>
                    <a:pt x="419" y="439"/>
                  </a:cubicBezTo>
                  <a:cubicBezTo>
                    <a:pt x="575" y="322"/>
                    <a:pt x="536" y="88"/>
                    <a:pt x="341" y="10"/>
                  </a:cubicBezTo>
                  <a:cubicBezTo>
                    <a:pt x="321" y="3"/>
                    <a:pt x="300" y="0"/>
                    <a:pt x="2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5"/>
            <p:cNvSpPr/>
            <p:nvPr/>
          </p:nvSpPr>
          <p:spPr>
            <a:xfrm>
              <a:off x="3833400" y="3475300"/>
              <a:ext cx="15850" cy="18175"/>
            </a:xfrm>
            <a:custGeom>
              <a:avLst/>
              <a:gdLst/>
              <a:ahLst/>
              <a:cxnLst/>
              <a:rect l="l" t="t" r="r" b="b"/>
              <a:pathLst>
                <a:path w="634" h="727" extrusionOk="0">
                  <a:moveTo>
                    <a:pt x="320" y="1"/>
                  </a:moveTo>
                  <a:cubicBezTo>
                    <a:pt x="304" y="1"/>
                    <a:pt x="288" y="4"/>
                    <a:pt x="274" y="11"/>
                  </a:cubicBezTo>
                  <a:cubicBezTo>
                    <a:pt x="1" y="89"/>
                    <a:pt x="1" y="401"/>
                    <a:pt x="118" y="596"/>
                  </a:cubicBezTo>
                  <a:cubicBezTo>
                    <a:pt x="152" y="689"/>
                    <a:pt x="218" y="727"/>
                    <a:pt x="287" y="727"/>
                  </a:cubicBezTo>
                  <a:cubicBezTo>
                    <a:pt x="451" y="727"/>
                    <a:pt x="634" y="515"/>
                    <a:pt x="469" y="323"/>
                  </a:cubicBezTo>
                  <a:lnTo>
                    <a:pt x="469" y="128"/>
                  </a:lnTo>
                  <a:cubicBezTo>
                    <a:pt x="469" y="64"/>
                    <a:pt x="391" y="1"/>
                    <a:pt x="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5"/>
            <p:cNvSpPr/>
            <p:nvPr/>
          </p:nvSpPr>
          <p:spPr>
            <a:xfrm>
              <a:off x="3817150" y="3421850"/>
              <a:ext cx="16925" cy="11850"/>
            </a:xfrm>
            <a:custGeom>
              <a:avLst/>
              <a:gdLst/>
              <a:ahLst/>
              <a:cxnLst/>
              <a:rect l="l" t="t" r="r" b="b"/>
              <a:pathLst>
                <a:path w="677" h="474" extrusionOk="0">
                  <a:moveTo>
                    <a:pt x="300" y="0"/>
                  </a:moveTo>
                  <a:cubicBezTo>
                    <a:pt x="287" y="0"/>
                    <a:pt x="274" y="1"/>
                    <a:pt x="260" y="3"/>
                  </a:cubicBezTo>
                  <a:cubicBezTo>
                    <a:pt x="0" y="114"/>
                    <a:pt x="94" y="474"/>
                    <a:pt x="340" y="474"/>
                  </a:cubicBezTo>
                  <a:cubicBezTo>
                    <a:pt x="352" y="474"/>
                    <a:pt x="365" y="473"/>
                    <a:pt x="377" y="471"/>
                  </a:cubicBezTo>
                  <a:cubicBezTo>
                    <a:pt x="676" y="396"/>
                    <a:pt x="582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5"/>
            <p:cNvSpPr/>
            <p:nvPr/>
          </p:nvSpPr>
          <p:spPr>
            <a:xfrm>
              <a:off x="3378550" y="3565925"/>
              <a:ext cx="11925" cy="13075"/>
            </a:xfrm>
            <a:custGeom>
              <a:avLst/>
              <a:gdLst/>
              <a:ahLst/>
              <a:cxnLst/>
              <a:rect l="l" t="t" r="r" b="b"/>
              <a:pathLst>
                <a:path w="477" h="523" extrusionOk="0">
                  <a:moveTo>
                    <a:pt x="286" y="0"/>
                  </a:moveTo>
                  <a:cubicBezTo>
                    <a:pt x="243" y="0"/>
                    <a:pt x="200" y="19"/>
                    <a:pt x="165" y="55"/>
                  </a:cubicBezTo>
                  <a:cubicBezTo>
                    <a:pt x="86" y="94"/>
                    <a:pt x="47" y="172"/>
                    <a:pt x="47" y="250"/>
                  </a:cubicBezTo>
                  <a:cubicBezTo>
                    <a:pt x="0" y="414"/>
                    <a:pt x="138" y="522"/>
                    <a:pt x="263" y="522"/>
                  </a:cubicBezTo>
                  <a:cubicBezTo>
                    <a:pt x="345" y="522"/>
                    <a:pt x="422" y="475"/>
                    <a:pt x="438" y="367"/>
                  </a:cubicBezTo>
                  <a:cubicBezTo>
                    <a:pt x="477" y="289"/>
                    <a:pt x="477" y="172"/>
                    <a:pt x="438" y="94"/>
                  </a:cubicBezTo>
                  <a:cubicBezTo>
                    <a:pt x="395" y="29"/>
                    <a:pt x="340" y="0"/>
                    <a:pt x="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5"/>
            <p:cNvSpPr/>
            <p:nvPr/>
          </p:nvSpPr>
          <p:spPr>
            <a:xfrm>
              <a:off x="3344400" y="3621325"/>
              <a:ext cx="14325" cy="10725"/>
            </a:xfrm>
            <a:custGeom>
              <a:avLst/>
              <a:gdLst/>
              <a:ahLst/>
              <a:cxnLst/>
              <a:rect l="l" t="t" r="r" b="b"/>
              <a:pathLst>
                <a:path w="573" h="429" extrusionOk="0">
                  <a:moveTo>
                    <a:pt x="330" y="0"/>
                  </a:moveTo>
                  <a:cubicBezTo>
                    <a:pt x="277" y="0"/>
                    <a:pt x="219" y="19"/>
                    <a:pt x="165" y="63"/>
                  </a:cubicBezTo>
                  <a:cubicBezTo>
                    <a:pt x="1" y="227"/>
                    <a:pt x="200" y="429"/>
                    <a:pt x="361" y="429"/>
                  </a:cubicBezTo>
                  <a:cubicBezTo>
                    <a:pt x="430" y="429"/>
                    <a:pt x="492" y="391"/>
                    <a:pt x="516" y="297"/>
                  </a:cubicBezTo>
                  <a:cubicBezTo>
                    <a:pt x="572" y="128"/>
                    <a:pt x="466" y="0"/>
                    <a:pt x="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5"/>
            <p:cNvSpPr/>
            <p:nvPr/>
          </p:nvSpPr>
          <p:spPr>
            <a:xfrm>
              <a:off x="3408025" y="3446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5"/>
            <p:cNvSpPr/>
            <p:nvPr/>
          </p:nvSpPr>
          <p:spPr>
            <a:xfrm>
              <a:off x="3383625" y="3465075"/>
              <a:ext cx="13625" cy="13300"/>
            </a:xfrm>
            <a:custGeom>
              <a:avLst/>
              <a:gdLst/>
              <a:ahLst/>
              <a:cxnLst/>
              <a:rect l="l" t="t" r="r" b="b"/>
              <a:pathLst>
                <a:path w="545" h="532" extrusionOk="0">
                  <a:moveTo>
                    <a:pt x="191" y="1"/>
                  </a:moveTo>
                  <a:cubicBezTo>
                    <a:pt x="105" y="1"/>
                    <a:pt x="24" y="52"/>
                    <a:pt x="1" y="147"/>
                  </a:cubicBezTo>
                  <a:cubicBezTo>
                    <a:pt x="1" y="186"/>
                    <a:pt x="1" y="264"/>
                    <a:pt x="1" y="303"/>
                  </a:cubicBezTo>
                  <a:cubicBezTo>
                    <a:pt x="1" y="464"/>
                    <a:pt x="106" y="532"/>
                    <a:pt x="217" y="532"/>
                  </a:cubicBezTo>
                  <a:cubicBezTo>
                    <a:pt x="376" y="532"/>
                    <a:pt x="545" y="393"/>
                    <a:pt x="430" y="186"/>
                  </a:cubicBezTo>
                  <a:cubicBezTo>
                    <a:pt x="391" y="147"/>
                    <a:pt x="391" y="108"/>
                    <a:pt x="352" y="69"/>
                  </a:cubicBezTo>
                  <a:cubicBezTo>
                    <a:pt x="306" y="23"/>
                    <a:pt x="247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5"/>
            <p:cNvSpPr/>
            <p:nvPr/>
          </p:nvSpPr>
          <p:spPr>
            <a:xfrm>
              <a:off x="3337775" y="3475500"/>
              <a:ext cx="9775" cy="7725"/>
            </a:xfrm>
            <a:custGeom>
              <a:avLst/>
              <a:gdLst/>
              <a:ahLst/>
              <a:cxnLst/>
              <a:rect l="l" t="t" r="r" b="b"/>
              <a:pathLst>
                <a:path w="391" h="309" extrusionOk="0">
                  <a:moveTo>
                    <a:pt x="169" y="1"/>
                  </a:moveTo>
                  <a:cubicBezTo>
                    <a:pt x="0" y="1"/>
                    <a:pt x="59" y="308"/>
                    <a:pt x="195" y="308"/>
                  </a:cubicBezTo>
                  <a:cubicBezTo>
                    <a:pt x="219" y="308"/>
                    <a:pt x="245" y="299"/>
                    <a:pt x="273" y="276"/>
                  </a:cubicBezTo>
                  <a:cubicBezTo>
                    <a:pt x="313" y="237"/>
                    <a:pt x="352" y="198"/>
                    <a:pt x="391" y="198"/>
                  </a:cubicBezTo>
                  <a:cubicBezTo>
                    <a:pt x="391" y="120"/>
                    <a:pt x="391" y="42"/>
                    <a:pt x="313" y="42"/>
                  </a:cubicBezTo>
                  <a:cubicBezTo>
                    <a:pt x="273" y="3"/>
                    <a:pt x="234" y="3"/>
                    <a:pt x="195" y="3"/>
                  </a:cubicBezTo>
                  <a:cubicBezTo>
                    <a:pt x="186" y="2"/>
                    <a:pt x="177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5"/>
            <p:cNvSpPr/>
            <p:nvPr/>
          </p:nvSpPr>
          <p:spPr>
            <a:xfrm>
              <a:off x="3368025" y="3527275"/>
              <a:ext cx="16225" cy="12675"/>
            </a:xfrm>
            <a:custGeom>
              <a:avLst/>
              <a:gdLst/>
              <a:ahLst/>
              <a:cxnLst/>
              <a:rect l="l" t="t" r="r" b="b"/>
              <a:pathLst>
                <a:path w="649" h="507" extrusionOk="0">
                  <a:moveTo>
                    <a:pt x="117" y="0"/>
                  </a:moveTo>
                  <a:cubicBezTo>
                    <a:pt x="78" y="0"/>
                    <a:pt x="39" y="39"/>
                    <a:pt x="0" y="118"/>
                  </a:cubicBezTo>
                  <a:cubicBezTo>
                    <a:pt x="0" y="196"/>
                    <a:pt x="0" y="313"/>
                    <a:pt x="78" y="391"/>
                  </a:cubicBezTo>
                  <a:cubicBezTo>
                    <a:pt x="120" y="474"/>
                    <a:pt x="186" y="507"/>
                    <a:pt x="254" y="507"/>
                  </a:cubicBezTo>
                  <a:cubicBezTo>
                    <a:pt x="443" y="507"/>
                    <a:pt x="648" y="251"/>
                    <a:pt x="390" y="79"/>
                  </a:cubicBezTo>
                  <a:cubicBezTo>
                    <a:pt x="312" y="0"/>
                    <a:pt x="234" y="0"/>
                    <a:pt x="1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5"/>
            <p:cNvSpPr/>
            <p:nvPr/>
          </p:nvSpPr>
          <p:spPr>
            <a:xfrm>
              <a:off x="3332300" y="3485750"/>
              <a:ext cx="12525" cy="11300"/>
            </a:xfrm>
            <a:custGeom>
              <a:avLst/>
              <a:gdLst/>
              <a:ahLst/>
              <a:cxnLst/>
              <a:rect l="l" t="t" r="r" b="b"/>
              <a:pathLst>
                <a:path w="501" h="452" extrusionOk="0">
                  <a:moveTo>
                    <a:pt x="246" y="1"/>
                  </a:moveTo>
                  <a:cubicBezTo>
                    <a:pt x="129" y="1"/>
                    <a:pt x="1" y="94"/>
                    <a:pt x="24" y="257"/>
                  </a:cubicBezTo>
                  <a:lnTo>
                    <a:pt x="24" y="296"/>
                  </a:lnTo>
                  <a:cubicBezTo>
                    <a:pt x="40" y="404"/>
                    <a:pt x="123" y="451"/>
                    <a:pt x="213" y="451"/>
                  </a:cubicBezTo>
                  <a:cubicBezTo>
                    <a:pt x="349" y="451"/>
                    <a:pt x="501" y="343"/>
                    <a:pt x="453" y="178"/>
                  </a:cubicBezTo>
                  <a:lnTo>
                    <a:pt x="414" y="139"/>
                  </a:lnTo>
                  <a:cubicBezTo>
                    <a:pt x="399" y="44"/>
                    <a:pt x="325" y="1"/>
                    <a:pt x="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5"/>
            <p:cNvSpPr/>
            <p:nvPr/>
          </p:nvSpPr>
          <p:spPr>
            <a:xfrm>
              <a:off x="3328600" y="3531625"/>
              <a:ext cx="16575" cy="13525"/>
            </a:xfrm>
            <a:custGeom>
              <a:avLst/>
              <a:gdLst/>
              <a:ahLst/>
              <a:cxnLst/>
              <a:rect l="l" t="t" r="r" b="b"/>
              <a:pathLst>
                <a:path w="663" h="541" extrusionOk="0">
                  <a:moveTo>
                    <a:pt x="248" y="0"/>
                  </a:moveTo>
                  <a:cubicBezTo>
                    <a:pt x="126" y="0"/>
                    <a:pt x="16" y="93"/>
                    <a:pt x="16" y="256"/>
                  </a:cubicBezTo>
                  <a:lnTo>
                    <a:pt x="16" y="295"/>
                  </a:lnTo>
                  <a:cubicBezTo>
                    <a:pt x="0" y="469"/>
                    <a:pt x="119" y="540"/>
                    <a:pt x="250" y="540"/>
                  </a:cubicBezTo>
                  <a:cubicBezTo>
                    <a:pt x="443" y="540"/>
                    <a:pt x="663" y="387"/>
                    <a:pt x="523" y="178"/>
                  </a:cubicBezTo>
                  <a:lnTo>
                    <a:pt x="484" y="139"/>
                  </a:lnTo>
                  <a:cubicBezTo>
                    <a:pt x="421" y="44"/>
                    <a:pt x="332" y="0"/>
                    <a:pt x="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5"/>
            <p:cNvSpPr/>
            <p:nvPr/>
          </p:nvSpPr>
          <p:spPr>
            <a:xfrm>
              <a:off x="2966050" y="3142875"/>
              <a:ext cx="1401050" cy="1885250"/>
            </a:xfrm>
            <a:custGeom>
              <a:avLst/>
              <a:gdLst/>
              <a:ahLst/>
              <a:cxnLst/>
              <a:rect l="l" t="t" r="r" b="b"/>
              <a:pathLst>
                <a:path w="56042" h="75410" extrusionOk="0">
                  <a:moveTo>
                    <a:pt x="42012" y="681"/>
                  </a:moveTo>
                  <a:cubicBezTo>
                    <a:pt x="42066" y="681"/>
                    <a:pt x="41986" y="783"/>
                    <a:pt x="41892" y="783"/>
                  </a:cubicBezTo>
                  <a:cubicBezTo>
                    <a:pt x="41860" y="783"/>
                    <a:pt x="41827" y="772"/>
                    <a:pt x="41797" y="742"/>
                  </a:cubicBezTo>
                  <a:lnTo>
                    <a:pt x="41875" y="742"/>
                  </a:lnTo>
                  <a:cubicBezTo>
                    <a:pt x="41947" y="697"/>
                    <a:pt x="41990" y="681"/>
                    <a:pt x="42012" y="681"/>
                  </a:cubicBezTo>
                  <a:close/>
                  <a:moveTo>
                    <a:pt x="35631" y="6127"/>
                  </a:moveTo>
                  <a:lnTo>
                    <a:pt x="35865" y="6283"/>
                  </a:lnTo>
                  <a:cubicBezTo>
                    <a:pt x="36139" y="6439"/>
                    <a:pt x="36373" y="6635"/>
                    <a:pt x="36646" y="6752"/>
                  </a:cubicBezTo>
                  <a:cubicBezTo>
                    <a:pt x="36685" y="6791"/>
                    <a:pt x="36724" y="6791"/>
                    <a:pt x="36802" y="6830"/>
                  </a:cubicBezTo>
                  <a:cubicBezTo>
                    <a:pt x="36880" y="7337"/>
                    <a:pt x="36958" y="7844"/>
                    <a:pt x="37036" y="8391"/>
                  </a:cubicBezTo>
                  <a:cubicBezTo>
                    <a:pt x="36763" y="8079"/>
                    <a:pt x="36451" y="7766"/>
                    <a:pt x="36139" y="7532"/>
                  </a:cubicBezTo>
                  <a:cubicBezTo>
                    <a:pt x="36109" y="7502"/>
                    <a:pt x="36068" y="7490"/>
                    <a:pt x="36026" y="7490"/>
                  </a:cubicBezTo>
                  <a:cubicBezTo>
                    <a:pt x="35958" y="7490"/>
                    <a:pt x="35890" y="7523"/>
                    <a:pt x="35865" y="7571"/>
                  </a:cubicBezTo>
                  <a:cubicBezTo>
                    <a:pt x="35787" y="7103"/>
                    <a:pt x="35709" y="6596"/>
                    <a:pt x="35631" y="6127"/>
                  </a:cubicBezTo>
                  <a:close/>
                  <a:moveTo>
                    <a:pt x="26354" y="9082"/>
                  </a:moveTo>
                  <a:cubicBezTo>
                    <a:pt x="26406" y="9082"/>
                    <a:pt x="26384" y="9105"/>
                    <a:pt x="26332" y="9105"/>
                  </a:cubicBezTo>
                  <a:cubicBezTo>
                    <a:pt x="26313" y="9105"/>
                    <a:pt x="26290" y="9102"/>
                    <a:pt x="26265" y="9093"/>
                  </a:cubicBezTo>
                  <a:cubicBezTo>
                    <a:pt x="26306" y="9085"/>
                    <a:pt x="26335" y="9082"/>
                    <a:pt x="26354" y="9082"/>
                  </a:cubicBezTo>
                  <a:close/>
                  <a:moveTo>
                    <a:pt x="26187" y="9093"/>
                  </a:moveTo>
                  <a:lnTo>
                    <a:pt x="26187" y="9132"/>
                  </a:lnTo>
                  <a:lnTo>
                    <a:pt x="26148" y="9093"/>
                  </a:lnTo>
                  <a:close/>
                  <a:moveTo>
                    <a:pt x="35865" y="7805"/>
                  </a:moveTo>
                  <a:lnTo>
                    <a:pt x="35865" y="7805"/>
                  </a:lnTo>
                  <a:cubicBezTo>
                    <a:pt x="36334" y="8157"/>
                    <a:pt x="36724" y="8547"/>
                    <a:pt x="37114" y="8976"/>
                  </a:cubicBezTo>
                  <a:cubicBezTo>
                    <a:pt x="37192" y="9366"/>
                    <a:pt x="37231" y="9757"/>
                    <a:pt x="37309" y="10147"/>
                  </a:cubicBezTo>
                  <a:cubicBezTo>
                    <a:pt x="36958" y="9835"/>
                    <a:pt x="36646" y="9562"/>
                    <a:pt x="36256" y="9288"/>
                  </a:cubicBezTo>
                  <a:cubicBezTo>
                    <a:pt x="36228" y="9261"/>
                    <a:pt x="36200" y="9233"/>
                    <a:pt x="36159" y="9233"/>
                  </a:cubicBezTo>
                  <a:cubicBezTo>
                    <a:pt x="36142" y="9233"/>
                    <a:pt x="36122" y="9238"/>
                    <a:pt x="36100" y="9249"/>
                  </a:cubicBezTo>
                  <a:cubicBezTo>
                    <a:pt x="36022" y="8781"/>
                    <a:pt x="35943" y="8274"/>
                    <a:pt x="35865" y="7805"/>
                  </a:cubicBezTo>
                  <a:close/>
                  <a:moveTo>
                    <a:pt x="18967" y="11396"/>
                  </a:moveTo>
                  <a:cubicBezTo>
                    <a:pt x="19631" y="12176"/>
                    <a:pt x="20216" y="13035"/>
                    <a:pt x="20723" y="13893"/>
                  </a:cubicBezTo>
                  <a:lnTo>
                    <a:pt x="20762" y="13893"/>
                  </a:lnTo>
                  <a:cubicBezTo>
                    <a:pt x="20762" y="13972"/>
                    <a:pt x="20840" y="14011"/>
                    <a:pt x="20918" y="14050"/>
                  </a:cubicBezTo>
                  <a:cubicBezTo>
                    <a:pt x="20996" y="16001"/>
                    <a:pt x="21153" y="17952"/>
                    <a:pt x="21348" y="19904"/>
                  </a:cubicBezTo>
                  <a:cubicBezTo>
                    <a:pt x="20957" y="19318"/>
                    <a:pt x="20489" y="18733"/>
                    <a:pt x="20021" y="18225"/>
                  </a:cubicBezTo>
                  <a:lnTo>
                    <a:pt x="19513" y="14869"/>
                  </a:lnTo>
                  <a:lnTo>
                    <a:pt x="19513" y="14869"/>
                  </a:lnTo>
                  <a:cubicBezTo>
                    <a:pt x="19787" y="15376"/>
                    <a:pt x="20060" y="15884"/>
                    <a:pt x="20411" y="16352"/>
                  </a:cubicBezTo>
                  <a:cubicBezTo>
                    <a:pt x="20444" y="16385"/>
                    <a:pt x="20484" y="16400"/>
                    <a:pt x="20521" y="16400"/>
                  </a:cubicBezTo>
                  <a:cubicBezTo>
                    <a:pt x="20617" y="16400"/>
                    <a:pt x="20701" y="16308"/>
                    <a:pt x="20645" y="16196"/>
                  </a:cubicBezTo>
                  <a:cubicBezTo>
                    <a:pt x="20255" y="15337"/>
                    <a:pt x="19826" y="14518"/>
                    <a:pt x="19318" y="13737"/>
                  </a:cubicBezTo>
                  <a:cubicBezTo>
                    <a:pt x="19201" y="12957"/>
                    <a:pt x="19084" y="12176"/>
                    <a:pt x="18967" y="11396"/>
                  </a:cubicBezTo>
                  <a:close/>
                  <a:moveTo>
                    <a:pt x="26967" y="9288"/>
                  </a:moveTo>
                  <a:cubicBezTo>
                    <a:pt x="27982" y="10186"/>
                    <a:pt x="28333" y="11123"/>
                    <a:pt x="28685" y="12528"/>
                  </a:cubicBezTo>
                  <a:cubicBezTo>
                    <a:pt x="29036" y="13854"/>
                    <a:pt x="29387" y="15181"/>
                    <a:pt x="29738" y="16508"/>
                  </a:cubicBezTo>
                  <a:cubicBezTo>
                    <a:pt x="30246" y="18616"/>
                    <a:pt x="30831" y="20684"/>
                    <a:pt x="31377" y="22752"/>
                  </a:cubicBezTo>
                  <a:cubicBezTo>
                    <a:pt x="30948" y="22401"/>
                    <a:pt x="30441" y="22128"/>
                    <a:pt x="29933" y="21855"/>
                  </a:cubicBezTo>
                  <a:lnTo>
                    <a:pt x="29816" y="21855"/>
                  </a:lnTo>
                  <a:cubicBezTo>
                    <a:pt x="29582" y="20957"/>
                    <a:pt x="29387" y="20060"/>
                    <a:pt x="29192" y="19162"/>
                  </a:cubicBezTo>
                  <a:lnTo>
                    <a:pt x="29192" y="19162"/>
                  </a:lnTo>
                  <a:cubicBezTo>
                    <a:pt x="29543" y="19435"/>
                    <a:pt x="29855" y="19708"/>
                    <a:pt x="30207" y="19982"/>
                  </a:cubicBezTo>
                  <a:cubicBezTo>
                    <a:pt x="30225" y="20000"/>
                    <a:pt x="30247" y="20007"/>
                    <a:pt x="30270" y="20007"/>
                  </a:cubicBezTo>
                  <a:cubicBezTo>
                    <a:pt x="30345" y="20007"/>
                    <a:pt x="30423" y="19924"/>
                    <a:pt x="30363" y="19864"/>
                  </a:cubicBezTo>
                  <a:cubicBezTo>
                    <a:pt x="30051" y="19435"/>
                    <a:pt x="29621" y="19045"/>
                    <a:pt x="29192" y="18772"/>
                  </a:cubicBezTo>
                  <a:cubicBezTo>
                    <a:pt x="29153" y="18733"/>
                    <a:pt x="29114" y="18733"/>
                    <a:pt x="29114" y="18733"/>
                  </a:cubicBezTo>
                  <a:cubicBezTo>
                    <a:pt x="28763" y="17172"/>
                    <a:pt x="28411" y="15611"/>
                    <a:pt x="28060" y="14050"/>
                  </a:cubicBezTo>
                  <a:lnTo>
                    <a:pt x="28060" y="14050"/>
                  </a:lnTo>
                  <a:cubicBezTo>
                    <a:pt x="28177" y="14167"/>
                    <a:pt x="28294" y="14284"/>
                    <a:pt x="28411" y="14401"/>
                  </a:cubicBezTo>
                  <a:cubicBezTo>
                    <a:pt x="28607" y="14635"/>
                    <a:pt x="28880" y="14830"/>
                    <a:pt x="29153" y="14908"/>
                  </a:cubicBezTo>
                  <a:cubicBezTo>
                    <a:pt x="29164" y="14913"/>
                    <a:pt x="29174" y="14916"/>
                    <a:pt x="29185" y="14916"/>
                  </a:cubicBezTo>
                  <a:cubicBezTo>
                    <a:pt x="29250" y="14916"/>
                    <a:pt x="29304" y="14819"/>
                    <a:pt x="29270" y="14752"/>
                  </a:cubicBezTo>
                  <a:cubicBezTo>
                    <a:pt x="29153" y="14479"/>
                    <a:pt x="28841" y="14323"/>
                    <a:pt x="28607" y="14167"/>
                  </a:cubicBezTo>
                  <a:cubicBezTo>
                    <a:pt x="28411" y="13972"/>
                    <a:pt x="28138" y="13737"/>
                    <a:pt x="27904" y="13503"/>
                  </a:cubicBezTo>
                  <a:cubicBezTo>
                    <a:pt x="27865" y="13230"/>
                    <a:pt x="27787" y="12957"/>
                    <a:pt x="27748" y="12723"/>
                  </a:cubicBezTo>
                  <a:lnTo>
                    <a:pt x="27748" y="12723"/>
                  </a:lnTo>
                  <a:cubicBezTo>
                    <a:pt x="27943" y="12957"/>
                    <a:pt x="28177" y="13152"/>
                    <a:pt x="28450" y="13308"/>
                  </a:cubicBezTo>
                  <a:cubicBezTo>
                    <a:pt x="28481" y="13331"/>
                    <a:pt x="28511" y="13340"/>
                    <a:pt x="28539" y="13340"/>
                  </a:cubicBezTo>
                  <a:cubicBezTo>
                    <a:pt x="28655" y="13340"/>
                    <a:pt x="28732" y="13176"/>
                    <a:pt x="28607" y="13113"/>
                  </a:cubicBezTo>
                  <a:cubicBezTo>
                    <a:pt x="28255" y="12684"/>
                    <a:pt x="27904" y="12332"/>
                    <a:pt x="27553" y="11903"/>
                  </a:cubicBezTo>
                  <a:cubicBezTo>
                    <a:pt x="27358" y="11045"/>
                    <a:pt x="27163" y="10186"/>
                    <a:pt x="26967" y="9288"/>
                  </a:cubicBezTo>
                  <a:close/>
                  <a:moveTo>
                    <a:pt x="42461" y="820"/>
                  </a:moveTo>
                  <a:lnTo>
                    <a:pt x="42461" y="820"/>
                  </a:lnTo>
                  <a:cubicBezTo>
                    <a:pt x="43241" y="1288"/>
                    <a:pt x="43827" y="2030"/>
                    <a:pt x="44139" y="2888"/>
                  </a:cubicBezTo>
                  <a:lnTo>
                    <a:pt x="44139" y="2927"/>
                  </a:lnTo>
                  <a:cubicBezTo>
                    <a:pt x="44334" y="3786"/>
                    <a:pt x="44490" y="4722"/>
                    <a:pt x="44568" y="5620"/>
                  </a:cubicBezTo>
                  <a:cubicBezTo>
                    <a:pt x="44920" y="7571"/>
                    <a:pt x="45232" y="9523"/>
                    <a:pt x="45544" y="11474"/>
                  </a:cubicBezTo>
                  <a:cubicBezTo>
                    <a:pt x="46168" y="15220"/>
                    <a:pt x="46793" y="18967"/>
                    <a:pt x="47417" y="22713"/>
                  </a:cubicBezTo>
                  <a:lnTo>
                    <a:pt x="45856" y="23104"/>
                  </a:lnTo>
                  <a:lnTo>
                    <a:pt x="45310" y="19552"/>
                  </a:lnTo>
                  <a:lnTo>
                    <a:pt x="45310" y="19552"/>
                  </a:lnTo>
                  <a:cubicBezTo>
                    <a:pt x="45700" y="19943"/>
                    <a:pt x="46090" y="20255"/>
                    <a:pt x="46559" y="20528"/>
                  </a:cubicBezTo>
                  <a:cubicBezTo>
                    <a:pt x="46581" y="20543"/>
                    <a:pt x="46603" y="20549"/>
                    <a:pt x="46624" y="20549"/>
                  </a:cubicBezTo>
                  <a:cubicBezTo>
                    <a:pt x="46713" y="20549"/>
                    <a:pt x="46778" y="20435"/>
                    <a:pt x="46715" y="20372"/>
                  </a:cubicBezTo>
                  <a:cubicBezTo>
                    <a:pt x="46207" y="19864"/>
                    <a:pt x="45700" y="19435"/>
                    <a:pt x="45232" y="18928"/>
                  </a:cubicBezTo>
                  <a:cubicBezTo>
                    <a:pt x="45037" y="17757"/>
                    <a:pt x="44880" y="16586"/>
                    <a:pt x="44685" y="15415"/>
                  </a:cubicBezTo>
                  <a:lnTo>
                    <a:pt x="44685" y="15415"/>
                  </a:lnTo>
                  <a:cubicBezTo>
                    <a:pt x="45115" y="15767"/>
                    <a:pt x="45583" y="16118"/>
                    <a:pt x="46051" y="16430"/>
                  </a:cubicBezTo>
                  <a:cubicBezTo>
                    <a:pt x="46070" y="16443"/>
                    <a:pt x="46089" y="16448"/>
                    <a:pt x="46107" y="16448"/>
                  </a:cubicBezTo>
                  <a:cubicBezTo>
                    <a:pt x="46200" y="16448"/>
                    <a:pt x="46267" y="16300"/>
                    <a:pt x="46168" y="16235"/>
                  </a:cubicBezTo>
                  <a:cubicBezTo>
                    <a:pt x="45700" y="15767"/>
                    <a:pt x="45154" y="15298"/>
                    <a:pt x="44607" y="14869"/>
                  </a:cubicBezTo>
                  <a:cubicBezTo>
                    <a:pt x="44451" y="13933"/>
                    <a:pt x="44295" y="12957"/>
                    <a:pt x="44178" y="12020"/>
                  </a:cubicBezTo>
                  <a:lnTo>
                    <a:pt x="44178" y="12020"/>
                  </a:lnTo>
                  <a:cubicBezTo>
                    <a:pt x="44451" y="12215"/>
                    <a:pt x="44685" y="12410"/>
                    <a:pt x="44959" y="12606"/>
                  </a:cubicBezTo>
                  <a:cubicBezTo>
                    <a:pt x="44981" y="12621"/>
                    <a:pt x="45003" y="12627"/>
                    <a:pt x="45024" y="12627"/>
                  </a:cubicBezTo>
                  <a:cubicBezTo>
                    <a:pt x="45113" y="12627"/>
                    <a:pt x="45178" y="12513"/>
                    <a:pt x="45115" y="12450"/>
                  </a:cubicBezTo>
                  <a:cubicBezTo>
                    <a:pt x="44802" y="12098"/>
                    <a:pt x="44451" y="11786"/>
                    <a:pt x="44061" y="11513"/>
                  </a:cubicBezTo>
                  <a:cubicBezTo>
                    <a:pt x="43944" y="10693"/>
                    <a:pt x="43827" y="9913"/>
                    <a:pt x="43671" y="9093"/>
                  </a:cubicBezTo>
                  <a:lnTo>
                    <a:pt x="43671" y="9093"/>
                  </a:lnTo>
                  <a:cubicBezTo>
                    <a:pt x="43983" y="9366"/>
                    <a:pt x="44295" y="9640"/>
                    <a:pt x="44646" y="9874"/>
                  </a:cubicBezTo>
                  <a:cubicBezTo>
                    <a:pt x="44673" y="9894"/>
                    <a:pt x="44699" y="9902"/>
                    <a:pt x="44724" y="9902"/>
                  </a:cubicBezTo>
                  <a:cubicBezTo>
                    <a:pt x="44847" y="9902"/>
                    <a:pt x="44939" y="9691"/>
                    <a:pt x="44841" y="9562"/>
                  </a:cubicBezTo>
                  <a:cubicBezTo>
                    <a:pt x="44451" y="9132"/>
                    <a:pt x="44022" y="8703"/>
                    <a:pt x="43593" y="8352"/>
                  </a:cubicBezTo>
                  <a:cubicBezTo>
                    <a:pt x="43515" y="7961"/>
                    <a:pt x="43437" y="7571"/>
                    <a:pt x="43397" y="7181"/>
                  </a:cubicBezTo>
                  <a:lnTo>
                    <a:pt x="43397" y="7181"/>
                  </a:lnTo>
                  <a:cubicBezTo>
                    <a:pt x="43632" y="7415"/>
                    <a:pt x="43866" y="7610"/>
                    <a:pt x="44139" y="7805"/>
                  </a:cubicBezTo>
                  <a:cubicBezTo>
                    <a:pt x="44158" y="7818"/>
                    <a:pt x="44177" y="7823"/>
                    <a:pt x="44197" y="7823"/>
                  </a:cubicBezTo>
                  <a:cubicBezTo>
                    <a:pt x="44299" y="7823"/>
                    <a:pt x="44394" y="7670"/>
                    <a:pt x="44295" y="7571"/>
                  </a:cubicBezTo>
                  <a:cubicBezTo>
                    <a:pt x="43983" y="7259"/>
                    <a:pt x="43632" y="6947"/>
                    <a:pt x="43319" y="6596"/>
                  </a:cubicBezTo>
                  <a:cubicBezTo>
                    <a:pt x="43202" y="5893"/>
                    <a:pt x="43124" y="5230"/>
                    <a:pt x="43007" y="4527"/>
                  </a:cubicBezTo>
                  <a:lnTo>
                    <a:pt x="43007" y="4527"/>
                  </a:lnTo>
                  <a:lnTo>
                    <a:pt x="43202" y="4761"/>
                  </a:lnTo>
                  <a:cubicBezTo>
                    <a:pt x="43358" y="4956"/>
                    <a:pt x="43554" y="5113"/>
                    <a:pt x="43788" y="5269"/>
                  </a:cubicBezTo>
                  <a:cubicBezTo>
                    <a:pt x="43809" y="5283"/>
                    <a:pt x="43832" y="5289"/>
                    <a:pt x="43854" y="5289"/>
                  </a:cubicBezTo>
                  <a:cubicBezTo>
                    <a:pt x="43954" y="5289"/>
                    <a:pt x="44047" y="5162"/>
                    <a:pt x="43983" y="5035"/>
                  </a:cubicBezTo>
                  <a:cubicBezTo>
                    <a:pt x="43866" y="4839"/>
                    <a:pt x="43671" y="4644"/>
                    <a:pt x="43515" y="4488"/>
                  </a:cubicBezTo>
                  <a:lnTo>
                    <a:pt x="42929" y="3942"/>
                  </a:lnTo>
                  <a:cubicBezTo>
                    <a:pt x="42773" y="2888"/>
                    <a:pt x="42617" y="1873"/>
                    <a:pt x="42461" y="820"/>
                  </a:cubicBezTo>
                  <a:close/>
                  <a:moveTo>
                    <a:pt x="41368" y="820"/>
                  </a:moveTo>
                  <a:cubicBezTo>
                    <a:pt x="41368" y="921"/>
                    <a:pt x="41456" y="1022"/>
                    <a:pt x="41556" y="1022"/>
                  </a:cubicBezTo>
                  <a:cubicBezTo>
                    <a:pt x="41571" y="1022"/>
                    <a:pt x="41587" y="1020"/>
                    <a:pt x="41602" y="1015"/>
                  </a:cubicBezTo>
                  <a:cubicBezTo>
                    <a:pt x="41641" y="976"/>
                    <a:pt x="41680" y="976"/>
                    <a:pt x="41719" y="937"/>
                  </a:cubicBezTo>
                  <a:cubicBezTo>
                    <a:pt x="42227" y="4683"/>
                    <a:pt x="42890" y="8469"/>
                    <a:pt x="43476" y="12215"/>
                  </a:cubicBezTo>
                  <a:lnTo>
                    <a:pt x="44763" y="20723"/>
                  </a:lnTo>
                  <a:cubicBezTo>
                    <a:pt x="44880" y="21465"/>
                    <a:pt x="44841" y="22479"/>
                    <a:pt x="45154" y="23221"/>
                  </a:cubicBezTo>
                  <a:cubicBezTo>
                    <a:pt x="45154" y="23221"/>
                    <a:pt x="45154" y="23260"/>
                    <a:pt x="45154" y="23260"/>
                  </a:cubicBezTo>
                  <a:lnTo>
                    <a:pt x="44841" y="23377"/>
                  </a:lnTo>
                  <a:cubicBezTo>
                    <a:pt x="44490" y="23416"/>
                    <a:pt x="44178" y="23494"/>
                    <a:pt x="43866" y="23611"/>
                  </a:cubicBezTo>
                  <a:cubicBezTo>
                    <a:pt x="43788" y="23611"/>
                    <a:pt x="43749" y="23650"/>
                    <a:pt x="43710" y="23689"/>
                  </a:cubicBezTo>
                  <a:cubicBezTo>
                    <a:pt x="43593" y="23767"/>
                    <a:pt x="43554" y="23923"/>
                    <a:pt x="43593" y="24040"/>
                  </a:cubicBezTo>
                  <a:lnTo>
                    <a:pt x="43632" y="24118"/>
                  </a:lnTo>
                  <a:cubicBezTo>
                    <a:pt x="43944" y="25992"/>
                    <a:pt x="42227" y="27514"/>
                    <a:pt x="40822" y="28606"/>
                  </a:cubicBezTo>
                  <a:cubicBezTo>
                    <a:pt x="39534" y="20333"/>
                    <a:pt x="38285" y="12098"/>
                    <a:pt x="36997" y="3825"/>
                  </a:cubicBezTo>
                  <a:cubicBezTo>
                    <a:pt x="36958" y="3161"/>
                    <a:pt x="36841" y="2459"/>
                    <a:pt x="36685" y="1795"/>
                  </a:cubicBezTo>
                  <a:cubicBezTo>
                    <a:pt x="36685" y="1717"/>
                    <a:pt x="36685" y="1678"/>
                    <a:pt x="36685" y="1600"/>
                  </a:cubicBezTo>
                  <a:cubicBezTo>
                    <a:pt x="36722" y="1602"/>
                    <a:pt x="36760" y="1603"/>
                    <a:pt x="36798" y="1603"/>
                  </a:cubicBezTo>
                  <a:cubicBezTo>
                    <a:pt x="37723" y="1603"/>
                    <a:pt x="38942" y="1166"/>
                    <a:pt x="39729" y="1054"/>
                  </a:cubicBezTo>
                  <a:lnTo>
                    <a:pt x="41251" y="820"/>
                  </a:lnTo>
                  <a:close/>
                  <a:moveTo>
                    <a:pt x="36139" y="9640"/>
                  </a:moveTo>
                  <a:lnTo>
                    <a:pt x="36685" y="10108"/>
                  </a:lnTo>
                  <a:cubicBezTo>
                    <a:pt x="36880" y="10264"/>
                    <a:pt x="37075" y="10459"/>
                    <a:pt x="37309" y="10576"/>
                  </a:cubicBezTo>
                  <a:lnTo>
                    <a:pt x="37348" y="10576"/>
                  </a:lnTo>
                  <a:lnTo>
                    <a:pt x="40197" y="29075"/>
                  </a:lnTo>
                  <a:lnTo>
                    <a:pt x="39573" y="29465"/>
                  </a:lnTo>
                  <a:lnTo>
                    <a:pt x="39222" y="29699"/>
                  </a:lnTo>
                  <a:cubicBezTo>
                    <a:pt x="39144" y="29036"/>
                    <a:pt x="39027" y="28411"/>
                    <a:pt x="38948" y="27787"/>
                  </a:cubicBezTo>
                  <a:lnTo>
                    <a:pt x="38948" y="27787"/>
                  </a:lnTo>
                  <a:lnTo>
                    <a:pt x="39105" y="27865"/>
                  </a:lnTo>
                  <a:cubicBezTo>
                    <a:pt x="39261" y="27943"/>
                    <a:pt x="39456" y="27982"/>
                    <a:pt x="39651" y="28021"/>
                  </a:cubicBezTo>
                  <a:cubicBezTo>
                    <a:pt x="39807" y="28021"/>
                    <a:pt x="39885" y="27826"/>
                    <a:pt x="39768" y="27748"/>
                  </a:cubicBezTo>
                  <a:cubicBezTo>
                    <a:pt x="39612" y="27631"/>
                    <a:pt x="39417" y="27553"/>
                    <a:pt x="39222" y="27514"/>
                  </a:cubicBezTo>
                  <a:lnTo>
                    <a:pt x="38870" y="27358"/>
                  </a:lnTo>
                  <a:cubicBezTo>
                    <a:pt x="38636" y="25796"/>
                    <a:pt x="38402" y="24196"/>
                    <a:pt x="38129" y="22596"/>
                  </a:cubicBezTo>
                  <a:lnTo>
                    <a:pt x="38129" y="22596"/>
                  </a:lnTo>
                  <a:cubicBezTo>
                    <a:pt x="38324" y="22752"/>
                    <a:pt x="38519" y="22869"/>
                    <a:pt x="38714" y="22987"/>
                  </a:cubicBezTo>
                  <a:cubicBezTo>
                    <a:pt x="38735" y="22993"/>
                    <a:pt x="38756" y="22997"/>
                    <a:pt x="38775" y="22997"/>
                  </a:cubicBezTo>
                  <a:cubicBezTo>
                    <a:pt x="38867" y="22997"/>
                    <a:pt x="38935" y="22927"/>
                    <a:pt x="38870" y="22830"/>
                  </a:cubicBezTo>
                  <a:cubicBezTo>
                    <a:pt x="38753" y="22635"/>
                    <a:pt x="38558" y="22479"/>
                    <a:pt x="38324" y="22362"/>
                  </a:cubicBezTo>
                  <a:lnTo>
                    <a:pt x="38090" y="22206"/>
                  </a:lnTo>
                  <a:lnTo>
                    <a:pt x="37895" y="21035"/>
                  </a:lnTo>
                  <a:lnTo>
                    <a:pt x="38753" y="21777"/>
                  </a:lnTo>
                  <a:cubicBezTo>
                    <a:pt x="38778" y="21802"/>
                    <a:pt x="38809" y="21812"/>
                    <a:pt x="38839" y="21812"/>
                  </a:cubicBezTo>
                  <a:cubicBezTo>
                    <a:pt x="38952" y="21812"/>
                    <a:pt x="39071" y="21665"/>
                    <a:pt x="38948" y="21543"/>
                  </a:cubicBezTo>
                  <a:cubicBezTo>
                    <a:pt x="38636" y="21269"/>
                    <a:pt x="38363" y="20996"/>
                    <a:pt x="38051" y="20684"/>
                  </a:cubicBezTo>
                  <a:cubicBezTo>
                    <a:pt x="38012" y="20665"/>
                    <a:pt x="37973" y="20655"/>
                    <a:pt x="37939" y="20655"/>
                  </a:cubicBezTo>
                  <a:cubicBezTo>
                    <a:pt x="37905" y="20655"/>
                    <a:pt x="37875" y="20665"/>
                    <a:pt x="37856" y="20684"/>
                  </a:cubicBezTo>
                  <a:cubicBezTo>
                    <a:pt x="37583" y="18967"/>
                    <a:pt x="37309" y="17250"/>
                    <a:pt x="37075" y="15533"/>
                  </a:cubicBezTo>
                  <a:lnTo>
                    <a:pt x="37075" y="15533"/>
                  </a:lnTo>
                  <a:cubicBezTo>
                    <a:pt x="37270" y="15767"/>
                    <a:pt x="37544" y="15923"/>
                    <a:pt x="37817" y="16040"/>
                  </a:cubicBezTo>
                  <a:cubicBezTo>
                    <a:pt x="37829" y="16043"/>
                    <a:pt x="37840" y="16044"/>
                    <a:pt x="37852" y="16044"/>
                  </a:cubicBezTo>
                  <a:cubicBezTo>
                    <a:pt x="37995" y="16044"/>
                    <a:pt x="38117" y="15839"/>
                    <a:pt x="37973" y="15767"/>
                  </a:cubicBezTo>
                  <a:cubicBezTo>
                    <a:pt x="37856" y="15650"/>
                    <a:pt x="37583" y="15494"/>
                    <a:pt x="37426" y="15376"/>
                  </a:cubicBezTo>
                  <a:cubicBezTo>
                    <a:pt x="37270" y="15259"/>
                    <a:pt x="37114" y="15103"/>
                    <a:pt x="36958" y="14986"/>
                  </a:cubicBezTo>
                  <a:cubicBezTo>
                    <a:pt x="36841" y="14089"/>
                    <a:pt x="36724" y="13230"/>
                    <a:pt x="36568" y="12371"/>
                  </a:cubicBezTo>
                  <a:lnTo>
                    <a:pt x="36568" y="12371"/>
                  </a:lnTo>
                  <a:cubicBezTo>
                    <a:pt x="36802" y="12567"/>
                    <a:pt x="37075" y="12684"/>
                    <a:pt x="37348" y="12762"/>
                  </a:cubicBezTo>
                  <a:cubicBezTo>
                    <a:pt x="37360" y="12765"/>
                    <a:pt x="37372" y="12766"/>
                    <a:pt x="37383" y="12766"/>
                  </a:cubicBezTo>
                  <a:cubicBezTo>
                    <a:pt x="37515" y="12766"/>
                    <a:pt x="37574" y="12561"/>
                    <a:pt x="37465" y="12489"/>
                  </a:cubicBezTo>
                  <a:cubicBezTo>
                    <a:pt x="37153" y="12254"/>
                    <a:pt x="36802" y="12098"/>
                    <a:pt x="36490" y="11825"/>
                  </a:cubicBezTo>
                  <a:lnTo>
                    <a:pt x="36139" y="9640"/>
                  </a:lnTo>
                  <a:close/>
                  <a:moveTo>
                    <a:pt x="6205" y="10888"/>
                  </a:moveTo>
                  <a:cubicBezTo>
                    <a:pt x="7337" y="11396"/>
                    <a:pt x="8430" y="11747"/>
                    <a:pt x="9093" y="13035"/>
                  </a:cubicBezTo>
                  <a:cubicBezTo>
                    <a:pt x="9757" y="14323"/>
                    <a:pt x="10342" y="15689"/>
                    <a:pt x="10967" y="17016"/>
                  </a:cubicBezTo>
                  <a:cubicBezTo>
                    <a:pt x="12177" y="19630"/>
                    <a:pt x="13230" y="22284"/>
                    <a:pt x="14479" y="24899"/>
                  </a:cubicBezTo>
                  <a:lnTo>
                    <a:pt x="15455" y="31104"/>
                  </a:lnTo>
                  <a:lnTo>
                    <a:pt x="12372" y="24313"/>
                  </a:lnTo>
                  <a:lnTo>
                    <a:pt x="12372" y="24313"/>
                  </a:lnTo>
                  <a:cubicBezTo>
                    <a:pt x="12840" y="24509"/>
                    <a:pt x="13386" y="24665"/>
                    <a:pt x="13894" y="24821"/>
                  </a:cubicBezTo>
                  <a:cubicBezTo>
                    <a:pt x="14050" y="24821"/>
                    <a:pt x="14128" y="24626"/>
                    <a:pt x="14011" y="24587"/>
                  </a:cubicBezTo>
                  <a:cubicBezTo>
                    <a:pt x="13464" y="24313"/>
                    <a:pt x="12918" y="24118"/>
                    <a:pt x="12372" y="23923"/>
                  </a:cubicBezTo>
                  <a:cubicBezTo>
                    <a:pt x="12294" y="23923"/>
                    <a:pt x="12255" y="23923"/>
                    <a:pt x="12216" y="23962"/>
                  </a:cubicBezTo>
                  <a:lnTo>
                    <a:pt x="11045" y="21426"/>
                  </a:lnTo>
                  <a:lnTo>
                    <a:pt x="11045" y="21426"/>
                  </a:lnTo>
                  <a:cubicBezTo>
                    <a:pt x="11630" y="21777"/>
                    <a:pt x="12255" y="22050"/>
                    <a:pt x="12879" y="22284"/>
                  </a:cubicBezTo>
                  <a:cubicBezTo>
                    <a:pt x="12889" y="22288"/>
                    <a:pt x="12900" y="22289"/>
                    <a:pt x="12909" y="22289"/>
                  </a:cubicBezTo>
                  <a:cubicBezTo>
                    <a:pt x="13008" y="22289"/>
                    <a:pt x="13064" y="22121"/>
                    <a:pt x="12957" y="22050"/>
                  </a:cubicBezTo>
                  <a:cubicBezTo>
                    <a:pt x="12294" y="21621"/>
                    <a:pt x="11552" y="21269"/>
                    <a:pt x="10850" y="20957"/>
                  </a:cubicBezTo>
                  <a:cubicBezTo>
                    <a:pt x="10420" y="20060"/>
                    <a:pt x="9991" y="19123"/>
                    <a:pt x="9601" y="18225"/>
                  </a:cubicBezTo>
                  <a:lnTo>
                    <a:pt x="9601" y="18225"/>
                  </a:lnTo>
                  <a:cubicBezTo>
                    <a:pt x="10030" y="18460"/>
                    <a:pt x="10459" y="18694"/>
                    <a:pt x="10928" y="18889"/>
                  </a:cubicBezTo>
                  <a:cubicBezTo>
                    <a:pt x="10949" y="18900"/>
                    <a:pt x="10970" y="18905"/>
                    <a:pt x="10988" y="18905"/>
                  </a:cubicBezTo>
                  <a:cubicBezTo>
                    <a:pt x="11102" y="18905"/>
                    <a:pt x="11145" y="18722"/>
                    <a:pt x="11045" y="18655"/>
                  </a:cubicBezTo>
                  <a:cubicBezTo>
                    <a:pt x="10498" y="18264"/>
                    <a:pt x="9913" y="17913"/>
                    <a:pt x="9328" y="17640"/>
                  </a:cubicBezTo>
                  <a:lnTo>
                    <a:pt x="8469" y="15767"/>
                  </a:lnTo>
                  <a:lnTo>
                    <a:pt x="8469" y="15767"/>
                  </a:lnTo>
                  <a:cubicBezTo>
                    <a:pt x="8703" y="15923"/>
                    <a:pt x="8976" y="16040"/>
                    <a:pt x="9289" y="16118"/>
                  </a:cubicBezTo>
                  <a:cubicBezTo>
                    <a:pt x="9310" y="16129"/>
                    <a:pt x="9331" y="16134"/>
                    <a:pt x="9351" y="16134"/>
                  </a:cubicBezTo>
                  <a:cubicBezTo>
                    <a:pt x="9472" y="16134"/>
                    <a:pt x="9540" y="15951"/>
                    <a:pt x="9406" y="15884"/>
                  </a:cubicBezTo>
                  <a:cubicBezTo>
                    <a:pt x="9015" y="15650"/>
                    <a:pt x="8586" y="15455"/>
                    <a:pt x="8196" y="15220"/>
                  </a:cubicBezTo>
                  <a:lnTo>
                    <a:pt x="7415" y="13464"/>
                  </a:lnTo>
                  <a:lnTo>
                    <a:pt x="7415" y="13464"/>
                  </a:lnTo>
                  <a:cubicBezTo>
                    <a:pt x="8001" y="13893"/>
                    <a:pt x="8664" y="14245"/>
                    <a:pt x="9367" y="14479"/>
                  </a:cubicBezTo>
                  <a:cubicBezTo>
                    <a:pt x="9445" y="14479"/>
                    <a:pt x="9484" y="14362"/>
                    <a:pt x="9445" y="14323"/>
                  </a:cubicBezTo>
                  <a:cubicBezTo>
                    <a:pt x="8664" y="13893"/>
                    <a:pt x="7884" y="13464"/>
                    <a:pt x="7181" y="12996"/>
                  </a:cubicBezTo>
                  <a:lnTo>
                    <a:pt x="6205" y="10888"/>
                  </a:lnTo>
                  <a:close/>
                  <a:moveTo>
                    <a:pt x="34851" y="6049"/>
                  </a:moveTo>
                  <a:cubicBezTo>
                    <a:pt x="34851" y="6088"/>
                    <a:pt x="34812" y="6088"/>
                    <a:pt x="34812" y="6127"/>
                  </a:cubicBezTo>
                  <a:cubicBezTo>
                    <a:pt x="34812" y="6205"/>
                    <a:pt x="34851" y="6322"/>
                    <a:pt x="34890" y="6400"/>
                  </a:cubicBezTo>
                  <a:cubicBezTo>
                    <a:pt x="34890" y="6439"/>
                    <a:pt x="34929" y="6479"/>
                    <a:pt x="34968" y="6479"/>
                  </a:cubicBezTo>
                  <a:cubicBezTo>
                    <a:pt x="35124" y="7649"/>
                    <a:pt x="35280" y="8781"/>
                    <a:pt x="35475" y="9952"/>
                  </a:cubicBezTo>
                  <a:cubicBezTo>
                    <a:pt x="35436" y="9913"/>
                    <a:pt x="35436" y="9874"/>
                    <a:pt x="35397" y="9835"/>
                  </a:cubicBezTo>
                  <a:cubicBezTo>
                    <a:pt x="35363" y="9743"/>
                    <a:pt x="35292" y="9705"/>
                    <a:pt x="35215" y="9705"/>
                  </a:cubicBezTo>
                  <a:cubicBezTo>
                    <a:pt x="35030" y="9705"/>
                    <a:pt x="34814" y="9926"/>
                    <a:pt x="35007" y="10147"/>
                  </a:cubicBezTo>
                  <a:cubicBezTo>
                    <a:pt x="35046" y="10225"/>
                    <a:pt x="35163" y="10303"/>
                    <a:pt x="35241" y="10342"/>
                  </a:cubicBezTo>
                  <a:cubicBezTo>
                    <a:pt x="35257" y="10347"/>
                    <a:pt x="35273" y="10350"/>
                    <a:pt x="35289" y="10350"/>
                  </a:cubicBezTo>
                  <a:cubicBezTo>
                    <a:pt x="35388" y="10350"/>
                    <a:pt x="35475" y="10253"/>
                    <a:pt x="35475" y="10186"/>
                  </a:cubicBezTo>
                  <a:cubicBezTo>
                    <a:pt x="35865" y="12489"/>
                    <a:pt x="36256" y="14830"/>
                    <a:pt x="36607" y="17133"/>
                  </a:cubicBezTo>
                  <a:cubicBezTo>
                    <a:pt x="37270" y="21465"/>
                    <a:pt x="37934" y="25757"/>
                    <a:pt x="38597" y="30089"/>
                  </a:cubicBezTo>
                  <a:cubicBezTo>
                    <a:pt x="37661" y="30597"/>
                    <a:pt x="36685" y="31104"/>
                    <a:pt x="35709" y="31533"/>
                  </a:cubicBezTo>
                  <a:cubicBezTo>
                    <a:pt x="35436" y="31650"/>
                    <a:pt x="34812" y="31885"/>
                    <a:pt x="34343" y="32119"/>
                  </a:cubicBezTo>
                  <a:lnTo>
                    <a:pt x="33758" y="32353"/>
                  </a:lnTo>
                  <a:cubicBezTo>
                    <a:pt x="33641" y="31963"/>
                    <a:pt x="33680" y="31377"/>
                    <a:pt x="33602" y="31065"/>
                  </a:cubicBezTo>
                  <a:cubicBezTo>
                    <a:pt x="33290" y="28958"/>
                    <a:pt x="32977" y="26850"/>
                    <a:pt x="32626" y="24743"/>
                  </a:cubicBezTo>
                  <a:lnTo>
                    <a:pt x="30246" y="9249"/>
                  </a:lnTo>
                  <a:cubicBezTo>
                    <a:pt x="30168" y="8547"/>
                    <a:pt x="30090" y="7805"/>
                    <a:pt x="29933" y="7103"/>
                  </a:cubicBezTo>
                  <a:cubicBezTo>
                    <a:pt x="29933" y="7025"/>
                    <a:pt x="29933" y="6908"/>
                    <a:pt x="29933" y="6830"/>
                  </a:cubicBezTo>
                  <a:cubicBezTo>
                    <a:pt x="29974" y="6831"/>
                    <a:pt x="30015" y="6832"/>
                    <a:pt x="30056" y="6832"/>
                  </a:cubicBezTo>
                  <a:cubicBezTo>
                    <a:pt x="30974" y="6832"/>
                    <a:pt x="32117" y="6434"/>
                    <a:pt x="32938" y="6322"/>
                  </a:cubicBezTo>
                  <a:lnTo>
                    <a:pt x="34460" y="6088"/>
                  </a:lnTo>
                  <a:cubicBezTo>
                    <a:pt x="34539" y="6088"/>
                    <a:pt x="34695" y="6088"/>
                    <a:pt x="34851" y="6049"/>
                  </a:cubicBezTo>
                  <a:close/>
                  <a:moveTo>
                    <a:pt x="29855" y="22206"/>
                  </a:moveTo>
                  <a:cubicBezTo>
                    <a:pt x="30441" y="22518"/>
                    <a:pt x="30987" y="22869"/>
                    <a:pt x="31534" y="23221"/>
                  </a:cubicBezTo>
                  <a:cubicBezTo>
                    <a:pt x="31651" y="23650"/>
                    <a:pt x="31768" y="24040"/>
                    <a:pt x="31885" y="24470"/>
                  </a:cubicBezTo>
                  <a:cubicBezTo>
                    <a:pt x="32275" y="27162"/>
                    <a:pt x="32704" y="29855"/>
                    <a:pt x="33134" y="32548"/>
                  </a:cubicBezTo>
                  <a:cubicBezTo>
                    <a:pt x="32821" y="32626"/>
                    <a:pt x="32548" y="32743"/>
                    <a:pt x="32275" y="32821"/>
                  </a:cubicBezTo>
                  <a:cubicBezTo>
                    <a:pt x="31729" y="30519"/>
                    <a:pt x="31221" y="28177"/>
                    <a:pt x="30675" y="25875"/>
                  </a:cubicBezTo>
                  <a:lnTo>
                    <a:pt x="30675" y="25875"/>
                  </a:lnTo>
                  <a:cubicBezTo>
                    <a:pt x="31026" y="26031"/>
                    <a:pt x="31416" y="26187"/>
                    <a:pt x="31807" y="26304"/>
                  </a:cubicBezTo>
                  <a:cubicBezTo>
                    <a:pt x="31924" y="26304"/>
                    <a:pt x="31963" y="26148"/>
                    <a:pt x="31885" y="26070"/>
                  </a:cubicBezTo>
                  <a:lnTo>
                    <a:pt x="31885" y="26070"/>
                  </a:lnTo>
                  <a:lnTo>
                    <a:pt x="31885" y="26109"/>
                  </a:lnTo>
                  <a:cubicBezTo>
                    <a:pt x="31534" y="25914"/>
                    <a:pt x="31143" y="25718"/>
                    <a:pt x="30753" y="25562"/>
                  </a:cubicBezTo>
                  <a:lnTo>
                    <a:pt x="30636" y="25562"/>
                  </a:lnTo>
                  <a:lnTo>
                    <a:pt x="29855" y="22206"/>
                  </a:lnTo>
                  <a:close/>
                  <a:moveTo>
                    <a:pt x="25719" y="9288"/>
                  </a:moveTo>
                  <a:lnTo>
                    <a:pt x="25719" y="9288"/>
                  </a:lnTo>
                  <a:cubicBezTo>
                    <a:pt x="25680" y="9327"/>
                    <a:pt x="25680" y="9366"/>
                    <a:pt x="25719" y="9444"/>
                  </a:cubicBezTo>
                  <a:cubicBezTo>
                    <a:pt x="25743" y="9568"/>
                    <a:pt x="25862" y="9645"/>
                    <a:pt x="25985" y="9645"/>
                  </a:cubicBezTo>
                  <a:cubicBezTo>
                    <a:pt x="26057" y="9645"/>
                    <a:pt x="26130" y="9619"/>
                    <a:pt x="26187" y="9562"/>
                  </a:cubicBezTo>
                  <a:cubicBezTo>
                    <a:pt x="26187" y="9640"/>
                    <a:pt x="26226" y="9718"/>
                    <a:pt x="26226" y="9796"/>
                  </a:cubicBezTo>
                  <a:cubicBezTo>
                    <a:pt x="26265" y="9796"/>
                    <a:pt x="26265" y="9835"/>
                    <a:pt x="26304" y="9835"/>
                  </a:cubicBezTo>
                  <a:cubicBezTo>
                    <a:pt x="26382" y="10264"/>
                    <a:pt x="26577" y="10732"/>
                    <a:pt x="26655" y="11084"/>
                  </a:cubicBezTo>
                  <a:cubicBezTo>
                    <a:pt x="26889" y="12137"/>
                    <a:pt x="27124" y="13152"/>
                    <a:pt x="27319" y="14167"/>
                  </a:cubicBezTo>
                  <a:lnTo>
                    <a:pt x="29153" y="22128"/>
                  </a:lnTo>
                  <a:cubicBezTo>
                    <a:pt x="29738" y="24821"/>
                    <a:pt x="30363" y="27514"/>
                    <a:pt x="30948" y="30206"/>
                  </a:cubicBezTo>
                  <a:cubicBezTo>
                    <a:pt x="31143" y="31026"/>
                    <a:pt x="31338" y="31846"/>
                    <a:pt x="31494" y="32665"/>
                  </a:cubicBezTo>
                  <a:cubicBezTo>
                    <a:pt x="31494" y="32743"/>
                    <a:pt x="31573" y="32899"/>
                    <a:pt x="31612" y="33055"/>
                  </a:cubicBezTo>
                  <a:cubicBezTo>
                    <a:pt x="30870" y="33289"/>
                    <a:pt x="30090" y="33524"/>
                    <a:pt x="29309" y="33719"/>
                  </a:cubicBezTo>
                  <a:cubicBezTo>
                    <a:pt x="28646" y="33914"/>
                    <a:pt x="27943" y="34070"/>
                    <a:pt x="27202" y="34226"/>
                  </a:cubicBezTo>
                  <a:cubicBezTo>
                    <a:pt x="27319" y="34148"/>
                    <a:pt x="27358" y="34031"/>
                    <a:pt x="27358" y="33875"/>
                  </a:cubicBezTo>
                  <a:cubicBezTo>
                    <a:pt x="27358" y="33797"/>
                    <a:pt x="27280" y="33719"/>
                    <a:pt x="27163" y="33719"/>
                  </a:cubicBezTo>
                  <a:cubicBezTo>
                    <a:pt x="27006" y="33719"/>
                    <a:pt x="26889" y="33797"/>
                    <a:pt x="26811" y="33914"/>
                  </a:cubicBezTo>
                  <a:cubicBezTo>
                    <a:pt x="26694" y="34031"/>
                    <a:pt x="26733" y="34187"/>
                    <a:pt x="26850" y="34304"/>
                  </a:cubicBezTo>
                  <a:lnTo>
                    <a:pt x="26694" y="34343"/>
                  </a:lnTo>
                  <a:cubicBezTo>
                    <a:pt x="26694" y="34304"/>
                    <a:pt x="26694" y="34265"/>
                    <a:pt x="26694" y="34265"/>
                  </a:cubicBezTo>
                  <a:cubicBezTo>
                    <a:pt x="26499" y="33641"/>
                    <a:pt x="26343" y="33016"/>
                    <a:pt x="26265" y="32353"/>
                  </a:cubicBezTo>
                  <a:cubicBezTo>
                    <a:pt x="25758" y="30089"/>
                    <a:pt x="25250" y="27826"/>
                    <a:pt x="24743" y="25523"/>
                  </a:cubicBezTo>
                  <a:cubicBezTo>
                    <a:pt x="23650" y="20801"/>
                    <a:pt x="22597" y="16118"/>
                    <a:pt x="21543" y="11396"/>
                  </a:cubicBezTo>
                  <a:cubicBezTo>
                    <a:pt x="21504" y="11045"/>
                    <a:pt x="21426" y="10654"/>
                    <a:pt x="21348" y="10303"/>
                  </a:cubicBezTo>
                  <a:cubicBezTo>
                    <a:pt x="21738" y="10225"/>
                    <a:pt x="22284" y="10030"/>
                    <a:pt x="22597" y="9952"/>
                  </a:cubicBezTo>
                  <a:cubicBezTo>
                    <a:pt x="23650" y="9796"/>
                    <a:pt x="24665" y="9562"/>
                    <a:pt x="25719" y="9288"/>
                  </a:cubicBezTo>
                  <a:close/>
                  <a:moveTo>
                    <a:pt x="5503" y="10927"/>
                  </a:moveTo>
                  <a:cubicBezTo>
                    <a:pt x="8937" y="18538"/>
                    <a:pt x="12372" y="26109"/>
                    <a:pt x="15806" y="33719"/>
                  </a:cubicBezTo>
                  <a:cubicBezTo>
                    <a:pt x="15884" y="34070"/>
                    <a:pt x="15923" y="34421"/>
                    <a:pt x="16001" y="34772"/>
                  </a:cubicBezTo>
                  <a:cubicBezTo>
                    <a:pt x="14518" y="34499"/>
                    <a:pt x="12684" y="33992"/>
                    <a:pt x="12177" y="32626"/>
                  </a:cubicBezTo>
                  <a:cubicBezTo>
                    <a:pt x="12098" y="32548"/>
                    <a:pt x="12098" y="32431"/>
                    <a:pt x="12059" y="32314"/>
                  </a:cubicBezTo>
                  <a:cubicBezTo>
                    <a:pt x="12059" y="32158"/>
                    <a:pt x="11942" y="32080"/>
                    <a:pt x="11786" y="32041"/>
                  </a:cubicBezTo>
                  <a:lnTo>
                    <a:pt x="11630" y="32041"/>
                  </a:lnTo>
                  <a:cubicBezTo>
                    <a:pt x="11123" y="32197"/>
                    <a:pt x="10342" y="32236"/>
                    <a:pt x="9913" y="32509"/>
                  </a:cubicBezTo>
                  <a:lnTo>
                    <a:pt x="9718" y="32548"/>
                  </a:lnTo>
                  <a:cubicBezTo>
                    <a:pt x="9484" y="32080"/>
                    <a:pt x="9289" y="31572"/>
                    <a:pt x="9093" y="31104"/>
                  </a:cubicBezTo>
                  <a:cubicBezTo>
                    <a:pt x="8040" y="28801"/>
                    <a:pt x="6986" y="26499"/>
                    <a:pt x="5932" y="24196"/>
                  </a:cubicBezTo>
                  <a:lnTo>
                    <a:pt x="5971" y="24196"/>
                  </a:lnTo>
                  <a:lnTo>
                    <a:pt x="898" y="13035"/>
                  </a:lnTo>
                  <a:lnTo>
                    <a:pt x="5503" y="10927"/>
                  </a:lnTo>
                  <a:close/>
                  <a:moveTo>
                    <a:pt x="21426" y="14245"/>
                  </a:moveTo>
                  <a:lnTo>
                    <a:pt x="25992" y="34460"/>
                  </a:lnTo>
                  <a:cubicBezTo>
                    <a:pt x="25367" y="34577"/>
                    <a:pt x="24743" y="34694"/>
                    <a:pt x="24119" y="34772"/>
                  </a:cubicBezTo>
                  <a:cubicBezTo>
                    <a:pt x="23026" y="27982"/>
                    <a:pt x="22284" y="21074"/>
                    <a:pt x="21426" y="14245"/>
                  </a:cubicBezTo>
                  <a:close/>
                  <a:moveTo>
                    <a:pt x="20177" y="18967"/>
                  </a:moveTo>
                  <a:cubicBezTo>
                    <a:pt x="20528" y="19435"/>
                    <a:pt x="20918" y="19864"/>
                    <a:pt x="21309" y="20294"/>
                  </a:cubicBezTo>
                  <a:cubicBezTo>
                    <a:pt x="21348" y="20333"/>
                    <a:pt x="21387" y="20333"/>
                    <a:pt x="21426" y="20333"/>
                  </a:cubicBezTo>
                  <a:cubicBezTo>
                    <a:pt x="21894" y="25211"/>
                    <a:pt x="22636" y="30050"/>
                    <a:pt x="23494" y="34851"/>
                  </a:cubicBezTo>
                  <a:lnTo>
                    <a:pt x="23533" y="34851"/>
                  </a:lnTo>
                  <a:lnTo>
                    <a:pt x="22597" y="34968"/>
                  </a:lnTo>
                  <a:cubicBezTo>
                    <a:pt x="21777" y="29621"/>
                    <a:pt x="20957" y="24313"/>
                    <a:pt x="20177" y="18967"/>
                  </a:cubicBezTo>
                  <a:close/>
                  <a:moveTo>
                    <a:pt x="18265" y="11474"/>
                  </a:moveTo>
                  <a:lnTo>
                    <a:pt x="18265" y="11474"/>
                  </a:lnTo>
                  <a:cubicBezTo>
                    <a:pt x="18148" y="11903"/>
                    <a:pt x="18460" y="12684"/>
                    <a:pt x="18499" y="13113"/>
                  </a:cubicBezTo>
                  <a:lnTo>
                    <a:pt x="18928" y="15767"/>
                  </a:lnTo>
                  <a:lnTo>
                    <a:pt x="19201" y="17679"/>
                  </a:lnTo>
                  <a:cubicBezTo>
                    <a:pt x="19201" y="17757"/>
                    <a:pt x="19201" y="17796"/>
                    <a:pt x="19201" y="17835"/>
                  </a:cubicBezTo>
                  <a:lnTo>
                    <a:pt x="20060" y="23299"/>
                  </a:lnTo>
                  <a:lnTo>
                    <a:pt x="21855" y="35007"/>
                  </a:lnTo>
                  <a:cubicBezTo>
                    <a:pt x="21074" y="35046"/>
                    <a:pt x="20333" y="35085"/>
                    <a:pt x="19552" y="35085"/>
                  </a:cubicBezTo>
                  <a:lnTo>
                    <a:pt x="18460" y="35085"/>
                  </a:lnTo>
                  <a:cubicBezTo>
                    <a:pt x="18108" y="35085"/>
                    <a:pt x="17640" y="35046"/>
                    <a:pt x="17172" y="35007"/>
                  </a:cubicBezTo>
                  <a:lnTo>
                    <a:pt x="16508" y="33524"/>
                  </a:lnTo>
                  <a:cubicBezTo>
                    <a:pt x="16196" y="31650"/>
                    <a:pt x="15923" y="29738"/>
                    <a:pt x="15611" y="27826"/>
                  </a:cubicBezTo>
                  <a:cubicBezTo>
                    <a:pt x="14908" y="23026"/>
                    <a:pt x="14167" y="18264"/>
                    <a:pt x="13425" y="13464"/>
                  </a:cubicBezTo>
                  <a:lnTo>
                    <a:pt x="13464" y="13464"/>
                  </a:lnTo>
                  <a:cubicBezTo>
                    <a:pt x="13425" y="13191"/>
                    <a:pt x="13425" y="12645"/>
                    <a:pt x="13347" y="12293"/>
                  </a:cubicBezTo>
                  <a:cubicBezTo>
                    <a:pt x="13347" y="12293"/>
                    <a:pt x="13347" y="12254"/>
                    <a:pt x="13347" y="12254"/>
                  </a:cubicBezTo>
                  <a:cubicBezTo>
                    <a:pt x="13386" y="12215"/>
                    <a:pt x="13425" y="12176"/>
                    <a:pt x="13464" y="12137"/>
                  </a:cubicBezTo>
                  <a:lnTo>
                    <a:pt x="13464" y="12137"/>
                  </a:lnTo>
                  <a:cubicBezTo>
                    <a:pt x="13503" y="12176"/>
                    <a:pt x="13464" y="12254"/>
                    <a:pt x="13425" y="12293"/>
                  </a:cubicBezTo>
                  <a:lnTo>
                    <a:pt x="13542" y="12293"/>
                  </a:lnTo>
                  <a:cubicBezTo>
                    <a:pt x="13578" y="12383"/>
                    <a:pt x="13679" y="12431"/>
                    <a:pt x="13779" y="12431"/>
                  </a:cubicBezTo>
                  <a:cubicBezTo>
                    <a:pt x="13896" y="12431"/>
                    <a:pt x="14011" y="12363"/>
                    <a:pt x="14011" y="12215"/>
                  </a:cubicBezTo>
                  <a:lnTo>
                    <a:pt x="14011" y="12176"/>
                  </a:lnTo>
                  <a:cubicBezTo>
                    <a:pt x="14128" y="12137"/>
                    <a:pt x="14245" y="12137"/>
                    <a:pt x="14362" y="12098"/>
                  </a:cubicBezTo>
                  <a:lnTo>
                    <a:pt x="17523" y="11630"/>
                  </a:lnTo>
                  <a:cubicBezTo>
                    <a:pt x="17523" y="11669"/>
                    <a:pt x="17562" y="11747"/>
                    <a:pt x="17640" y="11747"/>
                  </a:cubicBezTo>
                  <a:lnTo>
                    <a:pt x="17679" y="11747"/>
                  </a:lnTo>
                  <a:cubicBezTo>
                    <a:pt x="17726" y="11775"/>
                    <a:pt x="17772" y="11787"/>
                    <a:pt x="17816" y="11787"/>
                  </a:cubicBezTo>
                  <a:cubicBezTo>
                    <a:pt x="17954" y="11787"/>
                    <a:pt x="18060" y="11661"/>
                    <a:pt x="18030" y="11513"/>
                  </a:cubicBezTo>
                  <a:lnTo>
                    <a:pt x="18030" y="11513"/>
                  </a:lnTo>
                  <a:cubicBezTo>
                    <a:pt x="18053" y="11524"/>
                    <a:pt x="18076" y="11529"/>
                    <a:pt x="18099" y="11529"/>
                  </a:cubicBezTo>
                  <a:cubicBezTo>
                    <a:pt x="18154" y="11529"/>
                    <a:pt x="18209" y="11501"/>
                    <a:pt x="18265" y="11474"/>
                  </a:cubicBezTo>
                  <a:close/>
                  <a:moveTo>
                    <a:pt x="48822" y="23065"/>
                  </a:moveTo>
                  <a:cubicBezTo>
                    <a:pt x="48861" y="23104"/>
                    <a:pt x="48939" y="23143"/>
                    <a:pt x="48978" y="23143"/>
                  </a:cubicBezTo>
                  <a:cubicBezTo>
                    <a:pt x="49017" y="23572"/>
                    <a:pt x="49251" y="24196"/>
                    <a:pt x="49290" y="24470"/>
                  </a:cubicBezTo>
                  <a:cubicBezTo>
                    <a:pt x="49447" y="25484"/>
                    <a:pt x="49603" y="26499"/>
                    <a:pt x="49720" y="27514"/>
                  </a:cubicBezTo>
                  <a:cubicBezTo>
                    <a:pt x="50149" y="30128"/>
                    <a:pt x="50539" y="32782"/>
                    <a:pt x="50930" y="35397"/>
                  </a:cubicBezTo>
                  <a:cubicBezTo>
                    <a:pt x="46129" y="39846"/>
                    <a:pt x="39144" y="41680"/>
                    <a:pt x="32938" y="43319"/>
                  </a:cubicBezTo>
                  <a:cubicBezTo>
                    <a:pt x="29699" y="44178"/>
                    <a:pt x="26460" y="44997"/>
                    <a:pt x="23182" y="45544"/>
                  </a:cubicBezTo>
                  <a:cubicBezTo>
                    <a:pt x="21270" y="45856"/>
                    <a:pt x="19396" y="46051"/>
                    <a:pt x="17484" y="46207"/>
                  </a:cubicBezTo>
                  <a:cubicBezTo>
                    <a:pt x="16310" y="46279"/>
                    <a:pt x="15107" y="46410"/>
                    <a:pt x="13920" y="46410"/>
                  </a:cubicBezTo>
                  <a:cubicBezTo>
                    <a:pt x="13173" y="46410"/>
                    <a:pt x="12432" y="46358"/>
                    <a:pt x="11708" y="46207"/>
                  </a:cubicBezTo>
                  <a:cubicBezTo>
                    <a:pt x="10342" y="42539"/>
                    <a:pt x="8937" y="38909"/>
                    <a:pt x="7571" y="35241"/>
                  </a:cubicBezTo>
                  <a:cubicBezTo>
                    <a:pt x="7571" y="35124"/>
                    <a:pt x="7532" y="34968"/>
                    <a:pt x="7454" y="34890"/>
                  </a:cubicBezTo>
                  <a:lnTo>
                    <a:pt x="7337" y="34616"/>
                  </a:lnTo>
                  <a:lnTo>
                    <a:pt x="7103" y="33992"/>
                  </a:lnTo>
                  <a:cubicBezTo>
                    <a:pt x="7376" y="33914"/>
                    <a:pt x="7610" y="33836"/>
                    <a:pt x="7845" y="33758"/>
                  </a:cubicBezTo>
                  <a:lnTo>
                    <a:pt x="9640" y="33289"/>
                  </a:lnTo>
                  <a:lnTo>
                    <a:pt x="10264" y="33133"/>
                  </a:lnTo>
                  <a:lnTo>
                    <a:pt x="11474" y="32782"/>
                  </a:lnTo>
                  <a:cubicBezTo>
                    <a:pt x="11825" y="33836"/>
                    <a:pt x="12801" y="34460"/>
                    <a:pt x="13855" y="34890"/>
                  </a:cubicBezTo>
                  <a:lnTo>
                    <a:pt x="13972" y="34929"/>
                  </a:lnTo>
                  <a:lnTo>
                    <a:pt x="14089" y="34968"/>
                  </a:lnTo>
                  <a:cubicBezTo>
                    <a:pt x="14752" y="35202"/>
                    <a:pt x="15455" y="35397"/>
                    <a:pt x="16157" y="35514"/>
                  </a:cubicBezTo>
                  <a:lnTo>
                    <a:pt x="16391" y="35553"/>
                  </a:lnTo>
                  <a:lnTo>
                    <a:pt x="16469" y="35553"/>
                  </a:lnTo>
                  <a:cubicBezTo>
                    <a:pt x="17612" y="35727"/>
                    <a:pt x="18775" y="35806"/>
                    <a:pt x="19948" y="35806"/>
                  </a:cubicBezTo>
                  <a:cubicBezTo>
                    <a:pt x="24023" y="35806"/>
                    <a:pt x="28205" y="34853"/>
                    <a:pt x="31963" y="33641"/>
                  </a:cubicBezTo>
                  <a:cubicBezTo>
                    <a:pt x="35748" y="32431"/>
                    <a:pt x="40471" y="30636"/>
                    <a:pt x="43124" y="27436"/>
                  </a:cubicBezTo>
                  <a:cubicBezTo>
                    <a:pt x="43437" y="27045"/>
                    <a:pt x="43710" y="26655"/>
                    <a:pt x="43944" y="26226"/>
                  </a:cubicBezTo>
                  <a:cubicBezTo>
                    <a:pt x="44334" y="25601"/>
                    <a:pt x="44490" y="24899"/>
                    <a:pt x="44412" y="24157"/>
                  </a:cubicBezTo>
                  <a:lnTo>
                    <a:pt x="44841" y="24040"/>
                  </a:lnTo>
                  <a:lnTo>
                    <a:pt x="45661" y="23845"/>
                  </a:lnTo>
                  <a:lnTo>
                    <a:pt x="47729" y="23299"/>
                  </a:lnTo>
                  <a:cubicBezTo>
                    <a:pt x="48003" y="23221"/>
                    <a:pt x="48432" y="23182"/>
                    <a:pt x="48822" y="23065"/>
                  </a:cubicBezTo>
                  <a:close/>
                  <a:moveTo>
                    <a:pt x="51047" y="36060"/>
                  </a:moveTo>
                  <a:cubicBezTo>
                    <a:pt x="51593" y="39651"/>
                    <a:pt x="52139" y="43241"/>
                    <a:pt x="52686" y="46832"/>
                  </a:cubicBezTo>
                  <a:cubicBezTo>
                    <a:pt x="53037" y="49095"/>
                    <a:pt x="53388" y="51398"/>
                    <a:pt x="53739" y="53661"/>
                  </a:cubicBezTo>
                  <a:cubicBezTo>
                    <a:pt x="49017" y="57603"/>
                    <a:pt x="42617" y="59983"/>
                    <a:pt x="36763" y="61622"/>
                  </a:cubicBezTo>
                  <a:cubicBezTo>
                    <a:pt x="33836" y="62442"/>
                    <a:pt x="30909" y="63066"/>
                    <a:pt x="27943" y="63457"/>
                  </a:cubicBezTo>
                  <a:cubicBezTo>
                    <a:pt x="26187" y="63691"/>
                    <a:pt x="24431" y="63886"/>
                    <a:pt x="22675" y="63964"/>
                  </a:cubicBezTo>
                  <a:cubicBezTo>
                    <a:pt x="21972" y="64003"/>
                    <a:pt x="21221" y="64071"/>
                    <a:pt x="20474" y="64071"/>
                  </a:cubicBezTo>
                  <a:cubicBezTo>
                    <a:pt x="19728" y="64071"/>
                    <a:pt x="18987" y="64003"/>
                    <a:pt x="18304" y="63769"/>
                  </a:cubicBezTo>
                  <a:lnTo>
                    <a:pt x="11864" y="46597"/>
                  </a:lnTo>
                  <a:lnTo>
                    <a:pt x="11864" y="46597"/>
                  </a:lnTo>
                  <a:cubicBezTo>
                    <a:pt x="12925" y="46886"/>
                    <a:pt x="14065" y="46993"/>
                    <a:pt x="15230" y="46993"/>
                  </a:cubicBezTo>
                  <a:cubicBezTo>
                    <a:pt x="17535" y="46993"/>
                    <a:pt x="19937" y="46570"/>
                    <a:pt x="22011" y="46285"/>
                  </a:cubicBezTo>
                  <a:cubicBezTo>
                    <a:pt x="25758" y="45739"/>
                    <a:pt x="29465" y="44919"/>
                    <a:pt x="33134" y="43905"/>
                  </a:cubicBezTo>
                  <a:cubicBezTo>
                    <a:pt x="39222" y="42305"/>
                    <a:pt x="46285" y="40431"/>
                    <a:pt x="51047" y="36060"/>
                  </a:cubicBezTo>
                  <a:close/>
                  <a:moveTo>
                    <a:pt x="53857" y="54364"/>
                  </a:moveTo>
                  <a:cubicBezTo>
                    <a:pt x="54247" y="57056"/>
                    <a:pt x="54676" y="59749"/>
                    <a:pt x="55066" y="62442"/>
                  </a:cubicBezTo>
                  <a:cubicBezTo>
                    <a:pt x="55457" y="64901"/>
                    <a:pt x="54598" y="67008"/>
                    <a:pt x="51983" y="67789"/>
                  </a:cubicBezTo>
                  <a:lnTo>
                    <a:pt x="52022" y="67789"/>
                  </a:lnTo>
                  <a:cubicBezTo>
                    <a:pt x="49993" y="68374"/>
                    <a:pt x="47886" y="68881"/>
                    <a:pt x="45817" y="69389"/>
                  </a:cubicBezTo>
                  <a:lnTo>
                    <a:pt x="27670" y="74150"/>
                  </a:lnTo>
                  <a:cubicBezTo>
                    <a:pt x="26830" y="74373"/>
                    <a:pt x="25985" y="74530"/>
                    <a:pt x="25188" y="74530"/>
                  </a:cubicBezTo>
                  <a:cubicBezTo>
                    <a:pt x="23615" y="74530"/>
                    <a:pt x="22228" y="73920"/>
                    <a:pt x="21426" y="72003"/>
                  </a:cubicBezTo>
                  <a:cubicBezTo>
                    <a:pt x="20879" y="70638"/>
                    <a:pt x="20372" y="69233"/>
                    <a:pt x="19865" y="67828"/>
                  </a:cubicBezTo>
                  <a:lnTo>
                    <a:pt x="18538" y="64276"/>
                  </a:lnTo>
                  <a:lnTo>
                    <a:pt x="18538" y="64276"/>
                  </a:lnTo>
                  <a:cubicBezTo>
                    <a:pt x="19367" y="64548"/>
                    <a:pt x="20290" y="64641"/>
                    <a:pt x="21238" y="64641"/>
                  </a:cubicBezTo>
                  <a:cubicBezTo>
                    <a:pt x="22879" y="64641"/>
                    <a:pt x="24596" y="64361"/>
                    <a:pt x="26031" y="64237"/>
                  </a:cubicBezTo>
                  <a:cubicBezTo>
                    <a:pt x="29504" y="63886"/>
                    <a:pt x="32899" y="63262"/>
                    <a:pt x="36256" y="62364"/>
                  </a:cubicBezTo>
                  <a:cubicBezTo>
                    <a:pt x="42305" y="60725"/>
                    <a:pt x="48939" y="58344"/>
                    <a:pt x="53857" y="54364"/>
                  </a:cubicBezTo>
                  <a:close/>
                  <a:moveTo>
                    <a:pt x="41914" y="0"/>
                  </a:moveTo>
                  <a:lnTo>
                    <a:pt x="36217" y="898"/>
                  </a:lnTo>
                  <a:cubicBezTo>
                    <a:pt x="35983" y="937"/>
                    <a:pt x="35904" y="1132"/>
                    <a:pt x="35943" y="1327"/>
                  </a:cubicBezTo>
                  <a:cubicBezTo>
                    <a:pt x="36178" y="2849"/>
                    <a:pt x="36451" y="4410"/>
                    <a:pt x="36646" y="5932"/>
                  </a:cubicBezTo>
                  <a:cubicBezTo>
                    <a:pt x="36295" y="5698"/>
                    <a:pt x="35904" y="5503"/>
                    <a:pt x="35475" y="5425"/>
                  </a:cubicBezTo>
                  <a:cubicBezTo>
                    <a:pt x="35411" y="5328"/>
                    <a:pt x="35294" y="5259"/>
                    <a:pt x="35167" y="5259"/>
                  </a:cubicBezTo>
                  <a:cubicBezTo>
                    <a:pt x="35140" y="5259"/>
                    <a:pt x="35113" y="5262"/>
                    <a:pt x="35085" y="5269"/>
                  </a:cubicBezTo>
                  <a:lnTo>
                    <a:pt x="29387" y="6127"/>
                  </a:lnTo>
                  <a:cubicBezTo>
                    <a:pt x="29192" y="6205"/>
                    <a:pt x="29075" y="6400"/>
                    <a:pt x="29114" y="6596"/>
                  </a:cubicBezTo>
                  <a:cubicBezTo>
                    <a:pt x="29855" y="11357"/>
                    <a:pt x="30597" y="16157"/>
                    <a:pt x="31338" y="20957"/>
                  </a:cubicBezTo>
                  <a:cubicBezTo>
                    <a:pt x="30792" y="18655"/>
                    <a:pt x="30285" y="16352"/>
                    <a:pt x="29699" y="14050"/>
                  </a:cubicBezTo>
                  <a:cubicBezTo>
                    <a:pt x="29153" y="11747"/>
                    <a:pt x="29036" y="9523"/>
                    <a:pt x="26733" y="8547"/>
                  </a:cubicBezTo>
                  <a:cubicBezTo>
                    <a:pt x="26674" y="8428"/>
                    <a:pt x="26568" y="8377"/>
                    <a:pt x="26453" y="8377"/>
                  </a:cubicBezTo>
                  <a:cubicBezTo>
                    <a:pt x="26417" y="8377"/>
                    <a:pt x="26380" y="8382"/>
                    <a:pt x="26343" y="8391"/>
                  </a:cubicBezTo>
                  <a:lnTo>
                    <a:pt x="20723" y="9640"/>
                  </a:lnTo>
                  <a:cubicBezTo>
                    <a:pt x="20528" y="9679"/>
                    <a:pt x="20411" y="9874"/>
                    <a:pt x="20489" y="10069"/>
                  </a:cubicBezTo>
                  <a:cubicBezTo>
                    <a:pt x="20723" y="11201"/>
                    <a:pt x="20957" y="12332"/>
                    <a:pt x="21231" y="13425"/>
                  </a:cubicBezTo>
                  <a:cubicBezTo>
                    <a:pt x="20645" y="12410"/>
                    <a:pt x="19904" y="11513"/>
                    <a:pt x="18967" y="10771"/>
                  </a:cubicBezTo>
                  <a:cubicBezTo>
                    <a:pt x="18928" y="10752"/>
                    <a:pt x="18879" y="10742"/>
                    <a:pt x="18830" y="10742"/>
                  </a:cubicBezTo>
                  <a:cubicBezTo>
                    <a:pt x="18782" y="10742"/>
                    <a:pt x="18733" y="10752"/>
                    <a:pt x="18694" y="10771"/>
                  </a:cubicBezTo>
                  <a:cubicBezTo>
                    <a:pt x="18642" y="10771"/>
                    <a:pt x="18590" y="10754"/>
                    <a:pt x="18538" y="10754"/>
                  </a:cubicBezTo>
                  <a:cubicBezTo>
                    <a:pt x="18512" y="10754"/>
                    <a:pt x="18486" y="10758"/>
                    <a:pt x="18460" y="10771"/>
                  </a:cubicBezTo>
                  <a:lnTo>
                    <a:pt x="12762" y="11630"/>
                  </a:lnTo>
                  <a:cubicBezTo>
                    <a:pt x="12567" y="11669"/>
                    <a:pt x="12450" y="11864"/>
                    <a:pt x="12489" y="12059"/>
                  </a:cubicBezTo>
                  <a:cubicBezTo>
                    <a:pt x="13035" y="15494"/>
                    <a:pt x="13542" y="18967"/>
                    <a:pt x="14089" y="22401"/>
                  </a:cubicBezTo>
                  <a:cubicBezTo>
                    <a:pt x="13113" y="20021"/>
                    <a:pt x="12059" y="17718"/>
                    <a:pt x="11006" y="15415"/>
                  </a:cubicBezTo>
                  <a:cubicBezTo>
                    <a:pt x="10420" y="14167"/>
                    <a:pt x="9952" y="12489"/>
                    <a:pt x="8976" y="11513"/>
                  </a:cubicBezTo>
                  <a:cubicBezTo>
                    <a:pt x="8157" y="10693"/>
                    <a:pt x="6986" y="10576"/>
                    <a:pt x="5932" y="10186"/>
                  </a:cubicBezTo>
                  <a:cubicBezTo>
                    <a:pt x="5913" y="10166"/>
                    <a:pt x="5884" y="10157"/>
                    <a:pt x="5854" y="10157"/>
                  </a:cubicBezTo>
                  <a:cubicBezTo>
                    <a:pt x="5825" y="10157"/>
                    <a:pt x="5796" y="10166"/>
                    <a:pt x="5776" y="10186"/>
                  </a:cubicBezTo>
                  <a:cubicBezTo>
                    <a:pt x="5718" y="10166"/>
                    <a:pt x="5669" y="10157"/>
                    <a:pt x="5625" y="10157"/>
                  </a:cubicBezTo>
                  <a:cubicBezTo>
                    <a:pt x="5581" y="10157"/>
                    <a:pt x="5542" y="10166"/>
                    <a:pt x="5503" y="10186"/>
                  </a:cubicBezTo>
                  <a:lnTo>
                    <a:pt x="234" y="12606"/>
                  </a:lnTo>
                  <a:cubicBezTo>
                    <a:pt x="78" y="12684"/>
                    <a:pt x="0" y="12918"/>
                    <a:pt x="117" y="13074"/>
                  </a:cubicBezTo>
                  <a:cubicBezTo>
                    <a:pt x="3083" y="19630"/>
                    <a:pt x="6049" y="26187"/>
                    <a:pt x="9054" y="32743"/>
                  </a:cubicBezTo>
                  <a:lnTo>
                    <a:pt x="6518" y="33407"/>
                  </a:lnTo>
                  <a:cubicBezTo>
                    <a:pt x="6323" y="33446"/>
                    <a:pt x="6205" y="33641"/>
                    <a:pt x="6284" y="33836"/>
                  </a:cubicBezTo>
                  <a:cubicBezTo>
                    <a:pt x="9171" y="41524"/>
                    <a:pt x="12059" y="49212"/>
                    <a:pt x="14947" y="56939"/>
                  </a:cubicBezTo>
                  <a:lnTo>
                    <a:pt x="19904" y="70013"/>
                  </a:lnTo>
                  <a:cubicBezTo>
                    <a:pt x="20177" y="70794"/>
                    <a:pt x="20450" y="71574"/>
                    <a:pt x="20762" y="72355"/>
                  </a:cubicBezTo>
                  <a:cubicBezTo>
                    <a:pt x="21485" y="74228"/>
                    <a:pt x="23315" y="75409"/>
                    <a:pt x="25274" y="75409"/>
                  </a:cubicBezTo>
                  <a:cubicBezTo>
                    <a:pt x="25641" y="75409"/>
                    <a:pt x="26012" y="75368"/>
                    <a:pt x="26382" y="75282"/>
                  </a:cubicBezTo>
                  <a:cubicBezTo>
                    <a:pt x="30051" y="74501"/>
                    <a:pt x="33680" y="73369"/>
                    <a:pt x="37348" y="72394"/>
                  </a:cubicBezTo>
                  <a:lnTo>
                    <a:pt x="51398" y="68686"/>
                  </a:lnTo>
                  <a:cubicBezTo>
                    <a:pt x="52881" y="68296"/>
                    <a:pt x="54325" y="67828"/>
                    <a:pt x="55183" y="66423"/>
                  </a:cubicBezTo>
                  <a:cubicBezTo>
                    <a:pt x="56042" y="65135"/>
                    <a:pt x="56003" y="63730"/>
                    <a:pt x="55769" y="62286"/>
                  </a:cubicBezTo>
                  <a:lnTo>
                    <a:pt x="54013" y="50890"/>
                  </a:lnTo>
                  <a:cubicBezTo>
                    <a:pt x="52569" y="41407"/>
                    <a:pt x="51125" y="31924"/>
                    <a:pt x="49681" y="22479"/>
                  </a:cubicBezTo>
                  <a:cubicBezTo>
                    <a:pt x="49647" y="22309"/>
                    <a:pt x="49494" y="22199"/>
                    <a:pt x="49327" y="22199"/>
                  </a:cubicBezTo>
                  <a:cubicBezTo>
                    <a:pt x="49302" y="22199"/>
                    <a:pt x="49277" y="22201"/>
                    <a:pt x="49251" y="22206"/>
                  </a:cubicBezTo>
                  <a:lnTo>
                    <a:pt x="48042" y="22518"/>
                  </a:lnTo>
                  <a:cubicBezTo>
                    <a:pt x="47378" y="18069"/>
                    <a:pt x="46676" y="13659"/>
                    <a:pt x="45973" y="9210"/>
                  </a:cubicBezTo>
                  <a:cubicBezTo>
                    <a:pt x="45622" y="7103"/>
                    <a:pt x="45505" y="4800"/>
                    <a:pt x="44920" y="2732"/>
                  </a:cubicBezTo>
                  <a:cubicBezTo>
                    <a:pt x="44529" y="1327"/>
                    <a:pt x="43476" y="664"/>
                    <a:pt x="42227" y="78"/>
                  </a:cubicBezTo>
                  <a:cubicBezTo>
                    <a:pt x="42149" y="39"/>
                    <a:pt x="42032" y="0"/>
                    <a:pt x="4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5"/>
            <p:cNvSpPr/>
            <p:nvPr/>
          </p:nvSpPr>
          <p:spPr>
            <a:xfrm>
              <a:off x="3299725" y="3449225"/>
              <a:ext cx="1000" cy="10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0" y="39"/>
                  </a:moveTo>
                  <a:lnTo>
                    <a:pt x="0" y="3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2" name="Google Shape;852;p55"/>
          <p:cNvGrpSpPr/>
          <p:nvPr/>
        </p:nvGrpSpPr>
        <p:grpSpPr>
          <a:xfrm rot="-3318530">
            <a:off x="6587900" y="1561308"/>
            <a:ext cx="1833427" cy="1116543"/>
            <a:chOff x="744475" y="951275"/>
            <a:chExt cx="1833275" cy="1116450"/>
          </a:xfrm>
        </p:grpSpPr>
        <p:sp>
          <p:nvSpPr>
            <p:cNvPr id="853" name="Google Shape;853;p55"/>
            <p:cNvSpPr/>
            <p:nvPr/>
          </p:nvSpPr>
          <p:spPr>
            <a:xfrm>
              <a:off x="2077825" y="1145600"/>
              <a:ext cx="438150" cy="188675"/>
            </a:xfrm>
            <a:custGeom>
              <a:avLst/>
              <a:gdLst/>
              <a:ahLst/>
              <a:cxnLst/>
              <a:rect l="l" t="t" r="r" b="b"/>
              <a:pathLst>
                <a:path w="17526" h="7547" extrusionOk="0">
                  <a:moveTo>
                    <a:pt x="17232" y="1"/>
                  </a:moveTo>
                  <a:cubicBezTo>
                    <a:pt x="17217" y="1"/>
                    <a:pt x="17202" y="2"/>
                    <a:pt x="17187" y="5"/>
                  </a:cubicBezTo>
                  <a:cubicBezTo>
                    <a:pt x="14338" y="1136"/>
                    <a:pt x="11489" y="2268"/>
                    <a:pt x="8679" y="3478"/>
                  </a:cubicBezTo>
                  <a:cubicBezTo>
                    <a:pt x="5830" y="4649"/>
                    <a:pt x="2864" y="5624"/>
                    <a:pt x="250" y="7107"/>
                  </a:cubicBezTo>
                  <a:cubicBezTo>
                    <a:pt x="1" y="7214"/>
                    <a:pt x="108" y="7547"/>
                    <a:pt x="335" y="7547"/>
                  </a:cubicBezTo>
                  <a:cubicBezTo>
                    <a:pt x="358" y="7547"/>
                    <a:pt x="381" y="7544"/>
                    <a:pt x="406" y="7537"/>
                  </a:cubicBezTo>
                  <a:cubicBezTo>
                    <a:pt x="3294" y="6678"/>
                    <a:pt x="6104" y="5195"/>
                    <a:pt x="8913" y="4024"/>
                  </a:cubicBezTo>
                  <a:cubicBezTo>
                    <a:pt x="11723" y="2854"/>
                    <a:pt x="14533" y="1605"/>
                    <a:pt x="17343" y="356"/>
                  </a:cubicBezTo>
                  <a:cubicBezTo>
                    <a:pt x="17525" y="246"/>
                    <a:pt x="17435" y="1"/>
                    <a:pt x="172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5"/>
            <p:cNvSpPr/>
            <p:nvPr/>
          </p:nvSpPr>
          <p:spPr>
            <a:xfrm>
              <a:off x="2005025" y="1517875"/>
              <a:ext cx="68900" cy="78650"/>
            </a:xfrm>
            <a:custGeom>
              <a:avLst/>
              <a:gdLst/>
              <a:ahLst/>
              <a:cxnLst/>
              <a:rect l="l" t="t" r="r" b="b"/>
              <a:pathLst>
                <a:path w="2756" h="3146" extrusionOk="0">
                  <a:moveTo>
                    <a:pt x="2233" y="1"/>
                  </a:moveTo>
                  <a:cubicBezTo>
                    <a:pt x="2168" y="1"/>
                    <a:pt x="2099" y="19"/>
                    <a:pt x="2030" y="61"/>
                  </a:cubicBezTo>
                  <a:cubicBezTo>
                    <a:pt x="1483" y="451"/>
                    <a:pt x="1054" y="919"/>
                    <a:pt x="703" y="1466"/>
                  </a:cubicBezTo>
                  <a:cubicBezTo>
                    <a:pt x="391" y="1895"/>
                    <a:pt x="0" y="2480"/>
                    <a:pt x="235" y="3027"/>
                  </a:cubicBezTo>
                  <a:cubicBezTo>
                    <a:pt x="260" y="3102"/>
                    <a:pt x="350" y="3145"/>
                    <a:pt x="442" y="3145"/>
                  </a:cubicBezTo>
                  <a:cubicBezTo>
                    <a:pt x="493" y="3145"/>
                    <a:pt x="544" y="3132"/>
                    <a:pt x="586" y="3105"/>
                  </a:cubicBezTo>
                  <a:cubicBezTo>
                    <a:pt x="976" y="2831"/>
                    <a:pt x="1132" y="2285"/>
                    <a:pt x="1366" y="1895"/>
                  </a:cubicBezTo>
                  <a:cubicBezTo>
                    <a:pt x="1679" y="1427"/>
                    <a:pt x="2069" y="997"/>
                    <a:pt x="2498" y="685"/>
                  </a:cubicBezTo>
                  <a:cubicBezTo>
                    <a:pt x="2755" y="396"/>
                    <a:pt x="2536" y="1"/>
                    <a:pt x="2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5"/>
            <p:cNvSpPr/>
            <p:nvPr/>
          </p:nvSpPr>
          <p:spPr>
            <a:xfrm>
              <a:off x="1993325" y="1496075"/>
              <a:ext cx="49725" cy="69300"/>
            </a:xfrm>
            <a:custGeom>
              <a:avLst/>
              <a:gdLst/>
              <a:ahLst/>
              <a:cxnLst/>
              <a:rect l="l" t="t" r="r" b="b"/>
              <a:pathLst>
                <a:path w="1989" h="2772" extrusionOk="0">
                  <a:moveTo>
                    <a:pt x="1707" y="1"/>
                  </a:moveTo>
                  <a:cubicBezTo>
                    <a:pt x="1655" y="1"/>
                    <a:pt x="1603" y="22"/>
                    <a:pt x="1561" y="74"/>
                  </a:cubicBezTo>
                  <a:cubicBezTo>
                    <a:pt x="1210" y="464"/>
                    <a:pt x="898" y="894"/>
                    <a:pt x="586" y="1323"/>
                  </a:cubicBezTo>
                  <a:cubicBezTo>
                    <a:pt x="273" y="1674"/>
                    <a:pt x="78" y="2103"/>
                    <a:pt x="0" y="2572"/>
                  </a:cubicBezTo>
                  <a:cubicBezTo>
                    <a:pt x="0" y="2695"/>
                    <a:pt x="78" y="2772"/>
                    <a:pt x="165" y="2772"/>
                  </a:cubicBezTo>
                  <a:cubicBezTo>
                    <a:pt x="216" y="2772"/>
                    <a:pt x="269" y="2746"/>
                    <a:pt x="312" y="2689"/>
                  </a:cubicBezTo>
                  <a:cubicBezTo>
                    <a:pt x="586" y="2338"/>
                    <a:pt x="820" y="1947"/>
                    <a:pt x="976" y="1557"/>
                  </a:cubicBezTo>
                  <a:cubicBezTo>
                    <a:pt x="1210" y="1089"/>
                    <a:pt x="1522" y="659"/>
                    <a:pt x="1873" y="308"/>
                  </a:cubicBezTo>
                  <a:cubicBezTo>
                    <a:pt x="1988" y="165"/>
                    <a:pt x="1850" y="1"/>
                    <a:pt x="17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5"/>
            <p:cNvSpPr/>
            <p:nvPr/>
          </p:nvSpPr>
          <p:spPr>
            <a:xfrm>
              <a:off x="1773375" y="1039150"/>
              <a:ext cx="77525" cy="22675"/>
            </a:xfrm>
            <a:custGeom>
              <a:avLst/>
              <a:gdLst/>
              <a:ahLst/>
              <a:cxnLst/>
              <a:rect l="l" t="t" r="r" b="b"/>
              <a:pathLst>
                <a:path w="3101" h="907" extrusionOk="0">
                  <a:moveTo>
                    <a:pt x="305" y="1"/>
                  </a:moveTo>
                  <a:cubicBezTo>
                    <a:pt x="47" y="1"/>
                    <a:pt x="0" y="441"/>
                    <a:pt x="290" y="477"/>
                  </a:cubicBezTo>
                  <a:cubicBezTo>
                    <a:pt x="798" y="594"/>
                    <a:pt x="1227" y="711"/>
                    <a:pt x="1695" y="789"/>
                  </a:cubicBezTo>
                  <a:cubicBezTo>
                    <a:pt x="1910" y="867"/>
                    <a:pt x="2125" y="906"/>
                    <a:pt x="2334" y="906"/>
                  </a:cubicBezTo>
                  <a:cubicBezTo>
                    <a:pt x="2544" y="906"/>
                    <a:pt x="2749" y="867"/>
                    <a:pt x="2944" y="789"/>
                  </a:cubicBezTo>
                  <a:cubicBezTo>
                    <a:pt x="3061" y="711"/>
                    <a:pt x="3100" y="555"/>
                    <a:pt x="2983" y="438"/>
                  </a:cubicBezTo>
                  <a:cubicBezTo>
                    <a:pt x="2691" y="275"/>
                    <a:pt x="2344" y="194"/>
                    <a:pt x="1988" y="194"/>
                  </a:cubicBezTo>
                  <a:cubicBezTo>
                    <a:pt x="1917" y="194"/>
                    <a:pt x="1845" y="197"/>
                    <a:pt x="1773" y="204"/>
                  </a:cubicBezTo>
                  <a:cubicBezTo>
                    <a:pt x="1305" y="165"/>
                    <a:pt x="837" y="87"/>
                    <a:pt x="369" y="9"/>
                  </a:cubicBezTo>
                  <a:cubicBezTo>
                    <a:pt x="346" y="3"/>
                    <a:pt x="325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5"/>
            <p:cNvSpPr/>
            <p:nvPr/>
          </p:nvSpPr>
          <p:spPr>
            <a:xfrm>
              <a:off x="1769900" y="1009100"/>
              <a:ext cx="97575" cy="19625"/>
            </a:xfrm>
            <a:custGeom>
              <a:avLst/>
              <a:gdLst/>
              <a:ahLst/>
              <a:cxnLst/>
              <a:rect l="l" t="t" r="r" b="b"/>
              <a:pathLst>
                <a:path w="3903" h="785" extrusionOk="0">
                  <a:moveTo>
                    <a:pt x="273" y="1"/>
                  </a:moveTo>
                  <a:cubicBezTo>
                    <a:pt x="39" y="40"/>
                    <a:pt x="0" y="313"/>
                    <a:pt x="195" y="430"/>
                  </a:cubicBezTo>
                  <a:cubicBezTo>
                    <a:pt x="781" y="547"/>
                    <a:pt x="1366" y="625"/>
                    <a:pt x="1951" y="703"/>
                  </a:cubicBezTo>
                  <a:cubicBezTo>
                    <a:pt x="2289" y="752"/>
                    <a:pt x="2627" y="785"/>
                    <a:pt x="2965" y="785"/>
                  </a:cubicBezTo>
                  <a:cubicBezTo>
                    <a:pt x="3173" y="785"/>
                    <a:pt x="3382" y="772"/>
                    <a:pt x="3591" y="742"/>
                  </a:cubicBezTo>
                  <a:cubicBezTo>
                    <a:pt x="3786" y="703"/>
                    <a:pt x="3903" y="352"/>
                    <a:pt x="3630" y="274"/>
                  </a:cubicBezTo>
                  <a:cubicBezTo>
                    <a:pt x="3212" y="178"/>
                    <a:pt x="2768" y="108"/>
                    <a:pt x="2320" y="108"/>
                  </a:cubicBezTo>
                  <a:cubicBezTo>
                    <a:pt x="2223" y="108"/>
                    <a:pt x="2126" y="111"/>
                    <a:pt x="2030" y="118"/>
                  </a:cubicBezTo>
                  <a:lnTo>
                    <a:pt x="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5"/>
            <p:cNvSpPr/>
            <p:nvPr/>
          </p:nvSpPr>
          <p:spPr>
            <a:xfrm>
              <a:off x="1581475" y="1100575"/>
              <a:ext cx="186500" cy="120100"/>
            </a:xfrm>
            <a:custGeom>
              <a:avLst/>
              <a:gdLst/>
              <a:ahLst/>
              <a:cxnLst/>
              <a:rect l="l" t="t" r="r" b="b"/>
              <a:pathLst>
                <a:path w="7460" h="4804" extrusionOk="0">
                  <a:moveTo>
                    <a:pt x="5608" y="0"/>
                  </a:moveTo>
                  <a:cubicBezTo>
                    <a:pt x="4951" y="0"/>
                    <a:pt x="4246" y="524"/>
                    <a:pt x="3713" y="791"/>
                  </a:cubicBezTo>
                  <a:cubicBezTo>
                    <a:pt x="2542" y="1415"/>
                    <a:pt x="1410" y="2118"/>
                    <a:pt x="239" y="2742"/>
                  </a:cubicBezTo>
                  <a:cubicBezTo>
                    <a:pt x="1" y="2913"/>
                    <a:pt x="90" y="3232"/>
                    <a:pt x="324" y="3232"/>
                  </a:cubicBezTo>
                  <a:cubicBezTo>
                    <a:pt x="358" y="3232"/>
                    <a:pt x="395" y="3225"/>
                    <a:pt x="434" y="3211"/>
                  </a:cubicBezTo>
                  <a:lnTo>
                    <a:pt x="2776" y="2157"/>
                  </a:lnTo>
                  <a:cubicBezTo>
                    <a:pt x="3127" y="2001"/>
                    <a:pt x="3478" y="1845"/>
                    <a:pt x="3830" y="1649"/>
                  </a:cubicBezTo>
                  <a:cubicBezTo>
                    <a:pt x="4220" y="1415"/>
                    <a:pt x="4649" y="1181"/>
                    <a:pt x="5118" y="1025"/>
                  </a:cubicBezTo>
                  <a:cubicBezTo>
                    <a:pt x="5132" y="1025"/>
                    <a:pt x="5147" y="1024"/>
                    <a:pt x="5161" y="1024"/>
                  </a:cubicBezTo>
                  <a:cubicBezTo>
                    <a:pt x="6167" y="1024"/>
                    <a:pt x="6018" y="2361"/>
                    <a:pt x="6210" y="3015"/>
                  </a:cubicBezTo>
                  <a:cubicBezTo>
                    <a:pt x="6327" y="3640"/>
                    <a:pt x="6640" y="4225"/>
                    <a:pt x="7030" y="4733"/>
                  </a:cubicBezTo>
                  <a:cubicBezTo>
                    <a:pt x="7079" y="4782"/>
                    <a:pt x="7139" y="4804"/>
                    <a:pt x="7199" y="4804"/>
                  </a:cubicBezTo>
                  <a:cubicBezTo>
                    <a:pt x="7331" y="4804"/>
                    <a:pt x="7459" y="4698"/>
                    <a:pt x="7459" y="4537"/>
                  </a:cubicBezTo>
                  <a:cubicBezTo>
                    <a:pt x="7303" y="3484"/>
                    <a:pt x="6952" y="2430"/>
                    <a:pt x="6796" y="1337"/>
                  </a:cubicBezTo>
                  <a:cubicBezTo>
                    <a:pt x="6718" y="830"/>
                    <a:pt x="6522" y="245"/>
                    <a:pt x="5937" y="49"/>
                  </a:cubicBezTo>
                  <a:cubicBezTo>
                    <a:pt x="5830" y="15"/>
                    <a:pt x="5719" y="0"/>
                    <a:pt x="56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5"/>
            <p:cNvSpPr/>
            <p:nvPr/>
          </p:nvSpPr>
          <p:spPr>
            <a:xfrm>
              <a:off x="877175" y="1585525"/>
              <a:ext cx="84350" cy="86225"/>
            </a:xfrm>
            <a:custGeom>
              <a:avLst/>
              <a:gdLst/>
              <a:ahLst/>
              <a:cxnLst/>
              <a:rect l="l" t="t" r="r" b="b"/>
              <a:pathLst>
                <a:path w="3374" h="3449" extrusionOk="0">
                  <a:moveTo>
                    <a:pt x="3075" y="0"/>
                  </a:moveTo>
                  <a:cubicBezTo>
                    <a:pt x="3054" y="0"/>
                    <a:pt x="3030" y="3"/>
                    <a:pt x="3005" y="8"/>
                  </a:cubicBezTo>
                  <a:cubicBezTo>
                    <a:pt x="2225" y="165"/>
                    <a:pt x="1483" y="594"/>
                    <a:pt x="976" y="1218"/>
                  </a:cubicBezTo>
                  <a:cubicBezTo>
                    <a:pt x="508" y="1726"/>
                    <a:pt x="0" y="2623"/>
                    <a:pt x="351" y="3326"/>
                  </a:cubicBezTo>
                  <a:cubicBezTo>
                    <a:pt x="393" y="3409"/>
                    <a:pt x="469" y="3448"/>
                    <a:pt x="542" y="3448"/>
                  </a:cubicBezTo>
                  <a:cubicBezTo>
                    <a:pt x="605" y="3448"/>
                    <a:pt x="666" y="3419"/>
                    <a:pt x="703" y="3365"/>
                  </a:cubicBezTo>
                  <a:cubicBezTo>
                    <a:pt x="1015" y="2896"/>
                    <a:pt x="1054" y="2272"/>
                    <a:pt x="1366" y="1765"/>
                  </a:cubicBezTo>
                  <a:cubicBezTo>
                    <a:pt x="1756" y="1140"/>
                    <a:pt x="2381" y="672"/>
                    <a:pt x="3083" y="516"/>
                  </a:cubicBezTo>
                  <a:cubicBezTo>
                    <a:pt x="3373" y="443"/>
                    <a:pt x="3360" y="0"/>
                    <a:pt x="3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5"/>
            <p:cNvSpPr/>
            <p:nvPr/>
          </p:nvSpPr>
          <p:spPr>
            <a:xfrm>
              <a:off x="817650" y="1484500"/>
              <a:ext cx="223825" cy="248500"/>
            </a:xfrm>
            <a:custGeom>
              <a:avLst/>
              <a:gdLst/>
              <a:ahLst/>
              <a:cxnLst/>
              <a:rect l="l" t="t" r="r" b="b"/>
              <a:pathLst>
                <a:path w="8953" h="9940" extrusionOk="0">
                  <a:moveTo>
                    <a:pt x="8561" y="1"/>
                  </a:moveTo>
                  <a:cubicBezTo>
                    <a:pt x="8505" y="1"/>
                    <a:pt x="8447" y="21"/>
                    <a:pt x="8391" y="69"/>
                  </a:cubicBezTo>
                  <a:cubicBezTo>
                    <a:pt x="7103" y="1044"/>
                    <a:pt x="5815" y="1942"/>
                    <a:pt x="4411" y="2762"/>
                  </a:cubicBezTo>
                  <a:cubicBezTo>
                    <a:pt x="3435" y="3347"/>
                    <a:pt x="2030" y="3776"/>
                    <a:pt x="1249" y="4635"/>
                  </a:cubicBezTo>
                  <a:cubicBezTo>
                    <a:pt x="1" y="5962"/>
                    <a:pt x="664" y="8303"/>
                    <a:pt x="1249" y="9786"/>
                  </a:cubicBezTo>
                  <a:cubicBezTo>
                    <a:pt x="1284" y="9890"/>
                    <a:pt x="1372" y="9940"/>
                    <a:pt x="1463" y="9940"/>
                  </a:cubicBezTo>
                  <a:cubicBezTo>
                    <a:pt x="1577" y="9940"/>
                    <a:pt x="1696" y="9860"/>
                    <a:pt x="1718" y="9708"/>
                  </a:cubicBezTo>
                  <a:cubicBezTo>
                    <a:pt x="1757" y="8811"/>
                    <a:pt x="1484" y="7952"/>
                    <a:pt x="1523" y="7054"/>
                  </a:cubicBezTo>
                  <a:cubicBezTo>
                    <a:pt x="1562" y="5415"/>
                    <a:pt x="2381" y="4791"/>
                    <a:pt x="3630" y="4049"/>
                  </a:cubicBezTo>
                  <a:cubicBezTo>
                    <a:pt x="5425" y="3035"/>
                    <a:pt x="7142" y="1825"/>
                    <a:pt x="8703" y="498"/>
                  </a:cubicBezTo>
                  <a:cubicBezTo>
                    <a:pt x="8952" y="311"/>
                    <a:pt x="8780" y="1"/>
                    <a:pt x="85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5"/>
            <p:cNvSpPr/>
            <p:nvPr/>
          </p:nvSpPr>
          <p:spPr>
            <a:xfrm>
              <a:off x="2091750" y="1514425"/>
              <a:ext cx="73925" cy="91350"/>
            </a:xfrm>
            <a:custGeom>
              <a:avLst/>
              <a:gdLst/>
              <a:ahLst/>
              <a:cxnLst/>
              <a:rect l="l" t="t" r="r" b="b"/>
              <a:pathLst>
                <a:path w="2957" h="3654" extrusionOk="0">
                  <a:moveTo>
                    <a:pt x="258" y="1"/>
                  </a:moveTo>
                  <a:cubicBezTo>
                    <a:pt x="132" y="1"/>
                    <a:pt x="0" y="139"/>
                    <a:pt x="83" y="277"/>
                  </a:cubicBezTo>
                  <a:cubicBezTo>
                    <a:pt x="395" y="940"/>
                    <a:pt x="746" y="1604"/>
                    <a:pt x="1215" y="2228"/>
                  </a:cubicBezTo>
                  <a:cubicBezTo>
                    <a:pt x="1527" y="2813"/>
                    <a:pt x="2034" y="3282"/>
                    <a:pt x="2620" y="3633"/>
                  </a:cubicBezTo>
                  <a:cubicBezTo>
                    <a:pt x="2655" y="3647"/>
                    <a:pt x="2689" y="3653"/>
                    <a:pt x="2720" y="3653"/>
                  </a:cubicBezTo>
                  <a:cubicBezTo>
                    <a:pt x="2863" y="3653"/>
                    <a:pt x="2957" y="3520"/>
                    <a:pt x="2893" y="3360"/>
                  </a:cubicBezTo>
                  <a:cubicBezTo>
                    <a:pt x="2659" y="2774"/>
                    <a:pt x="2073" y="2345"/>
                    <a:pt x="1683" y="1838"/>
                  </a:cubicBezTo>
                  <a:cubicBezTo>
                    <a:pt x="1215" y="1291"/>
                    <a:pt x="785" y="706"/>
                    <a:pt x="395" y="82"/>
                  </a:cubicBezTo>
                  <a:cubicBezTo>
                    <a:pt x="361" y="24"/>
                    <a:pt x="310" y="1"/>
                    <a:pt x="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5"/>
            <p:cNvSpPr/>
            <p:nvPr/>
          </p:nvSpPr>
          <p:spPr>
            <a:xfrm>
              <a:off x="1899550" y="1043800"/>
              <a:ext cx="168350" cy="430800"/>
            </a:xfrm>
            <a:custGeom>
              <a:avLst/>
              <a:gdLst/>
              <a:ahLst/>
              <a:cxnLst/>
              <a:rect l="l" t="t" r="r" b="b"/>
              <a:pathLst>
                <a:path w="6734" h="17232" extrusionOk="0">
                  <a:moveTo>
                    <a:pt x="237" y="1"/>
                  </a:moveTo>
                  <a:cubicBezTo>
                    <a:pt x="114" y="1"/>
                    <a:pt x="0" y="83"/>
                    <a:pt x="44" y="213"/>
                  </a:cubicBezTo>
                  <a:cubicBezTo>
                    <a:pt x="1566" y="5911"/>
                    <a:pt x="2893" y="12233"/>
                    <a:pt x="6327" y="17150"/>
                  </a:cubicBezTo>
                  <a:cubicBezTo>
                    <a:pt x="6361" y="17208"/>
                    <a:pt x="6412" y="17231"/>
                    <a:pt x="6465" y="17231"/>
                  </a:cubicBezTo>
                  <a:cubicBezTo>
                    <a:pt x="6593" y="17231"/>
                    <a:pt x="6733" y="17093"/>
                    <a:pt x="6678" y="16955"/>
                  </a:cubicBezTo>
                  <a:cubicBezTo>
                    <a:pt x="5702" y="14145"/>
                    <a:pt x="4259" y="11492"/>
                    <a:pt x="3127" y="8721"/>
                  </a:cubicBezTo>
                  <a:cubicBezTo>
                    <a:pt x="2073" y="5950"/>
                    <a:pt x="1175" y="3062"/>
                    <a:pt x="473" y="174"/>
                  </a:cubicBezTo>
                  <a:cubicBezTo>
                    <a:pt x="438" y="53"/>
                    <a:pt x="335" y="1"/>
                    <a:pt x="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5"/>
            <p:cNvSpPr/>
            <p:nvPr/>
          </p:nvSpPr>
          <p:spPr>
            <a:xfrm>
              <a:off x="744475" y="951275"/>
              <a:ext cx="1833275" cy="1116450"/>
            </a:xfrm>
            <a:custGeom>
              <a:avLst/>
              <a:gdLst/>
              <a:ahLst/>
              <a:cxnLst/>
              <a:rect l="l" t="t" r="r" b="b"/>
              <a:pathLst>
                <a:path w="73331" h="44658" extrusionOk="0">
                  <a:moveTo>
                    <a:pt x="71184" y="5709"/>
                  </a:moveTo>
                  <a:cubicBezTo>
                    <a:pt x="71536" y="5826"/>
                    <a:pt x="72238" y="7465"/>
                    <a:pt x="72238" y="8129"/>
                  </a:cubicBezTo>
                  <a:cubicBezTo>
                    <a:pt x="72043" y="7973"/>
                    <a:pt x="71887" y="7778"/>
                    <a:pt x="71770" y="7582"/>
                  </a:cubicBezTo>
                  <a:cubicBezTo>
                    <a:pt x="71614" y="7348"/>
                    <a:pt x="71536" y="7114"/>
                    <a:pt x="71497" y="6997"/>
                  </a:cubicBezTo>
                  <a:cubicBezTo>
                    <a:pt x="71458" y="6880"/>
                    <a:pt x="71302" y="6373"/>
                    <a:pt x="71184" y="6021"/>
                  </a:cubicBezTo>
                  <a:cubicBezTo>
                    <a:pt x="71184" y="5904"/>
                    <a:pt x="71184" y="5826"/>
                    <a:pt x="71184" y="5709"/>
                  </a:cubicBezTo>
                  <a:close/>
                  <a:moveTo>
                    <a:pt x="70365" y="5826"/>
                  </a:moveTo>
                  <a:cubicBezTo>
                    <a:pt x="70365" y="5904"/>
                    <a:pt x="70404" y="5982"/>
                    <a:pt x="70404" y="6099"/>
                  </a:cubicBezTo>
                  <a:cubicBezTo>
                    <a:pt x="70404" y="6217"/>
                    <a:pt x="70443" y="6295"/>
                    <a:pt x="70482" y="6412"/>
                  </a:cubicBezTo>
                  <a:cubicBezTo>
                    <a:pt x="70521" y="6646"/>
                    <a:pt x="70599" y="6841"/>
                    <a:pt x="70677" y="6997"/>
                  </a:cubicBezTo>
                  <a:cubicBezTo>
                    <a:pt x="70872" y="7582"/>
                    <a:pt x="71145" y="8129"/>
                    <a:pt x="71536" y="8597"/>
                  </a:cubicBezTo>
                  <a:cubicBezTo>
                    <a:pt x="66247" y="10814"/>
                    <a:pt x="53830" y="16168"/>
                    <a:pt x="53470" y="16168"/>
                  </a:cubicBezTo>
                  <a:cubicBezTo>
                    <a:pt x="53469" y="16168"/>
                    <a:pt x="53468" y="16168"/>
                    <a:pt x="53467" y="16168"/>
                  </a:cubicBezTo>
                  <a:cubicBezTo>
                    <a:pt x="52920" y="16090"/>
                    <a:pt x="52101" y="13749"/>
                    <a:pt x="52452" y="13319"/>
                  </a:cubicBezTo>
                  <a:cubicBezTo>
                    <a:pt x="52803" y="13124"/>
                    <a:pt x="53193" y="12968"/>
                    <a:pt x="53584" y="12890"/>
                  </a:cubicBezTo>
                  <a:lnTo>
                    <a:pt x="63145" y="8870"/>
                  </a:lnTo>
                  <a:lnTo>
                    <a:pt x="70365" y="5826"/>
                  </a:lnTo>
                  <a:close/>
                  <a:moveTo>
                    <a:pt x="40727" y="853"/>
                  </a:moveTo>
                  <a:cubicBezTo>
                    <a:pt x="40826" y="853"/>
                    <a:pt x="40978" y="883"/>
                    <a:pt x="41212" y="909"/>
                  </a:cubicBezTo>
                  <a:cubicBezTo>
                    <a:pt x="42110" y="987"/>
                    <a:pt x="43008" y="1182"/>
                    <a:pt x="43905" y="1338"/>
                  </a:cubicBezTo>
                  <a:cubicBezTo>
                    <a:pt x="45700" y="1611"/>
                    <a:pt x="46754" y="1494"/>
                    <a:pt x="47925" y="2977"/>
                  </a:cubicBezTo>
                  <a:cubicBezTo>
                    <a:pt x="50032" y="5748"/>
                    <a:pt x="51554" y="9104"/>
                    <a:pt x="52959" y="12266"/>
                  </a:cubicBezTo>
                  <a:lnTo>
                    <a:pt x="52686" y="12383"/>
                  </a:lnTo>
                  <a:cubicBezTo>
                    <a:pt x="51632" y="12812"/>
                    <a:pt x="51398" y="13241"/>
                    <a:pt x="51749" y="14490"/>
                  </a:cubicBezTo>
                  <a:cubicBezTo>
                    <a:pt x="52040" y="15470"/>
                    <a:pt x="52567" y="16856"/>
                    <a:pt x="53675" y="16856"/>
                  </a:cubicBezTo>
                  <a:cubicBezTo>
                    <a:pt x="53759" y="16856"/>
                    <a:pt x="53845" y="16848"/>
                    <a:pt x="53935" y="16832"/>
                  </a:cubicBezTo>
                  <a:cubicBezTo>
                    <a:pt x="54208" y="16793"/>
                    <a:pt x="54520" y="16715"/>
                    <a:pt x="54793" y="16598"/>
                  </a:cubicBezTo>
                  <a:cubicBezTo>
                    <a:pt x="56042" y="19642"/>
                    <a:pt x="57018" y="22764"/>
                    <a:pt x="57720" y="26003"/>
                  </a:cubicBezTo>
                  <a:cubicBezTo>
                    <a:pt x="57877" y="26783"/>
                    <a:pt x="58111" y="27798"/>
                    <a:pt x="57798" y="28540"/>
                  </a:cubicBezTo>
                  <a:cubicBezTo>
                    <a:pt x="57525" y="28969"/>
                    <a:pt x="57213" y="29398"/>
                    <a:pt x="56862" y="29788"/>
                  </a:cubicBezTo>
                  <a:lnTo>
                    <a:pt x="55262" y="32052"/>
                  </a:lnTo>
                  <a:cubicBezTo>
                    <a:pt x="55145" y="32169"/>
                    <a:pt x="54481" y="33418"/>
                    <a:pt x="54286" y="33457"/>
                  </a:cubicBezTo>
                  <a:cubicBezTo>
                    <a:pt x="54265" y="33461"/>
                    <a:pt x="54244" y="33462"/>
                    <a:pt x="54222" y="33462"/>
                  </a:cubicBezTo>
                  <a:cubicBezTo>
                    <a:pt x="53796" y="33462"/>
                    <a:pt x="53204" y="32748"/>
                    <a:pt x="52647" y="31857"/>
                  </a:cubicBezTo>
                  <a:cubicBezTo>
                    <a:pt x="52608" y="31779"/>
                    <a:pt x="52608" y="31740"/>
                    <a:pt x="52569" y="31662"/>
                  </a:cubicBezTo>
                  <a:cubicBezTo>
                    <a:pt x="52257" y="31154"/>
                    <a:pt x="51905" y="30608"/>
                    <a:pt x="51593" y="30062"/>
                  </a:cubicBezTo>
                  <a:cubicBezTo>
                    <a:pt x="51203" y="29281"/>
                    <a:pt x="50891" y="28657"/>
                    <a:pt x="50774" y="28461"/>
                  </a:cubicBezTo>
                  <a:cubicBezTo>
                    <a:pt x="49915" y="26939"/>
                    <a:pt x="49096" y="25339"/>
                    <a:pt x="48354" y="23739"/>
                  </a:cubicBezTo>
                  <a:cubicBezTo>
                    <a:pt x="47417" y="21788"/>
                    <a:pt x="46559" y="19798"/>
                    <a:pt x="45739" y="17807"/>
                  </a:cubicBezTo>
                  <a:cubicBezTo>
                    <a:pt x="45076" y="16285"/>
                    <a:pt x="44451" y="14724"/>
                    <a:pt x="43827" y="13202"/>
                  </a:cubicBezTo>
                  <a:cubicBezTo>
                    <a:pt x="43281" y="11680"/>
                    <a:pt x="42773" y="10197"/>
                    <a:pt x="42266" y="8675"/>
                  </a:cubicBezTo>
                  <a:cubicBezTo>
                    <a:pt x="42071" y="8129"/>
                    <a:pt x="41837" y="7504"/>
                    <a:pt x="41642" y="6880"/>
                  </a:cubicBezTo>
                  <a:cubicBezTo>
                    <a:pt x="41251" y="5670"/>
                    <a:pt x="40939" y="4421"/>
                    <a:pt x="40666" y="3212"/>
                  </a:cubicBezTo>
                  <a:cubicBezTo>
                    <a:pt x="40627" y="3173"/>
                    <a:pt x="40627" y="3094"/>
                    <a:pt x="40588" y="3055"/>
                  </a:cubicBezTo>
                  <a:cubicBezTo>
                    <a:pt x="40510" y="2548"/>
                    <a:pt x="40471" y="2002"/>
                    <a:pt x="40510" y="1494"/>
                  </a:cubicBezTo>
                  <a:cubicBezTo>
                    <a:pt x="40536" y="974"/>
                    <a:pt x="40527" y="853"/>
                    <a:pt x="40727" y="853"/>
                  </a:cubicBezTo>
                  <a:close/>
                  <a:moveTo>
                    <a:pt x="40002" y="3992"/>
                  </a:moveTo>
                  <a:cubicBezTo>
                    <a:pt x="40432" y="5631"/>
                    <a:pt x="40900" y="7270"/>
                    <a:pt x="41446" y="8870"/>
                  </a:cubicBezTo>
                  <a:cubicBezTo>
                    <a:pt x="43164" y="14373"/>
                    <a:pt x="45349" y="19759"/>
                    <a:pt x="47964" y="24910"/>
                  </a:cubicBezTo>
                  <a:cubicBezTo>
                    <a:pt x="48783" y="26588"/>
                    <a:pt x="49642" y="28305"/>
                    <a:pt x="50579" y="29905"/>
                  </a:cubicBezTo>
                  <a:cubicBezTo>
                    <a:pt x="50891" y="30491"/>
                    <a:pt x="51164" y="31076"/>
                    <a:pt x="51515" y="31623"/>
                  </a:cubicBezTo>
                  <a:lnTo>
                    <a:pt x="50969" y="31779"/>
                  </a:lnTo>
                  <a:cubicBezTo>
                    <a:pt x="49798" y="32091"/>
                    <a:pt x="48627" y="32442"/>
                    <a:pt x="47456" y="32754"/>
                  </a:cubicBezTo>
                  <a:cubicBezTo>
                    <a:pt x="46013" y="33184"/>
                    <a:pt x="44530" y="33613"/>
                    <a:pt x="43086" y="34042"/>
                  </a:cubicBezTo>
                  <a:cubicBezTo>
                    <a:pt x="41720" y="32793"/>
                    <a:pt x="40822" y="30998"/>
                    <a:pt x="40002" y="29398"/>
                  </a:cubicBezTo>
                  <a:cubicBezTo>
                    <a:pt x="38715" y="26939"/>
                    <a:pt x="37622" y="24481"/>
                    <a:pt x="36607" y="21944"/>
                  </a:cubicBezTo>
                  <a:cubicBezTo>
                    <a:pt x="34851" y="17534"/>
                    <a:pt x="33017" y="12890"/>
                    <a:pt x="32080" y="8168"/>
                  </a:cubicBezTo>
                  <a:cubicBezTo>
                    <a:pt x="33368" y="7504"/>
                    <a:pt x="34656" y="6841"/>
                    <a:pt x="35944" y="6178"/>
                  </a:cubicBezTo>
                  <a:cubicBezTo>
                    <a:pt x="37115" y="5553"/>
                    <a:pt x="38246" y="4968"/>
                    <a:pt x="39378" y="4304"/>
                  </a:cubicBezTo>
                  <a:cubicBezTo>
                    <a:pt x="39573" y="4226"/>
                    <a:pt x="39807" y="4109"/>
                    <a:pt x="40002" y="3992"/>
                  </a:cubicBezTo>
                  <a:close/>
                  <a:moveTo>
                    <a:pt x="31534" y="8480"/>
                  </a:moveTo>
                  <a:cubicBezTo>
                    <a:pt x="32236" y="13358"/>
                    <a:pt x="34188" y="18198"/>
                    <a:pt x="36022" y="22725"/>
                  </a:cubicBezTo>
                  <a:cubicBezTo>
                    <a:pt x="37036" y="25378"/>
                    <a:pt x="38207" y="27954"/>
                    <a:pt x="39495" y="30452"/>
                  </a:cubicBezTo>
                  <a:cubicBezTo>
                    <a:pt x="40198" y="31779"/>
                    <a:pt x="40978" y="33262"/>
                    <a:pt x="42032" y="34354"/>
                  </a:cubicBezTo>
                  <a:lnTo>
                    <a:pt x="39924" y="34940"/>
                  </a:lnTo>
                  <a:cubicBezTo>
                    <a:pt x="34344" y="36501"/>
                    <a:pt x="28802" y="38296"/>
                    <a:pt x="23299" y="39974"/>
                  </a:cubicBezTo>
                  <a:cubicBezTo>
                    <a:pt x="17836" y="34159"/>
                    <a:pt x="15065" y="26471"/>
                    <a:pt x="13660" y="18705"/>
                  </a:cubicBezTo>
                  <a:cubicBezTo>
                    <a:pt x="14518" y="18198"/>
                    <a:pt x="15377" y="17690"/>
                    <a:pt x="16236" y="17183"/>
                  </a:cubicBezTo>
                  <a:cubicBezTo>
                    <a:pt x="20489" y="14763"/>
                    <a:pt x="24782" y="12344"/>
                    <a:pt x="29036" y="9885"/>
                  </a:cubicBezTo>
                  <a:cubicBezTo>
                    <a:pt x="29856" y="9378"/>
                    <a:pt x="30675" y="8948"/>
                    <a:pt x="31534" y="8480"/>
                  </a:cubicBezTo>
                  <a:close/>
                  <a:moveTo>
                    <a:pt x="12801" y="19212"/>
                  </a:moveTo>
                  <a:cubicBezTo>
                    <a:pt x="12723" y="20734"/>
                    <a:pt x="13309" y="22373"/>
                    <a:pt x="13699" y="23817"/>
                  </a:cubicBezTo>
                  <a:cubicBezTo>
                    <a:pt x="14284" y="26081"/>
                    <a:pt x="15026" y="28266"/>
                    <a:pt x="15923" y="30452"/>
                  </a:cubicBezTo>
                  <a:cubicBezTo>
                    <a:pt x="17328" y="33847"/>
                    <a:pt x="19162" y="37945"/>
                    <a:pt x="22168" y="40325"/>
                  </a:cubicBezTo>
                  <a:cubicBezTo>
                    <a:pt x="18577" y="41418"/>
                    <a:pt x="14987" y="42511"/>
                    <a:pt x="11357" y="43448"/>
                  </a:cubicBezTo>
                  <a:lnTo>
                    <a:pt x="11396" y="43448"/>
                  </a:lnTo>
                  <a:cubicBezTo>
                    <a:pt x="10866" y="43586"/>
                    <a:pt x="10445" y="43751"/>
                    <a:pt x="10021" y="43751"/>
                  </a:cubicBezTo>
                  <a:cubicBezTo>
                    <a:pt x="9726" y="43751"/>
                    <a:pt x="9430" y="43671"/>
                    <a:pt x="9094" y="43448"/>
                  </a:cubicBezTo>
                  <a:cubicBezTo>
                    <a:pt x="8508" y="43057"/>
                    <a:pt x="8001" y="42199"/>
                    <a:pt x="7572" y="41574"/>
                  </a:cubicBezTo>
                  <a:cubicBezTo>
                    <a:pt x="6245" y="39584"/>
                    <a:pt x="5152" y="37477"/>
                    <a:pt x="4254" y="35252"/>
                  </a:cubicBezTo>
                  <a:cubicBezTo>
                    <a:pt x="3396" y="33223"/>
                    <a:pt x="2693" y="31154"/>
                    <a:pt x="2186" y="29008"/>
                  </a:cubicBezTo>
                  <a:cubicBezTo>
                    <a:pt x="1991" y="28227"/>
                    <a:pt x="1874" y="27447"/>
                    <a:pt x="1796" y="26666"/>
                  </a:cubicBezTo>
                  <a:cubicBezTo>
                    <a:pt x="1757" y="25222"/>
                    <a:pt x="2420" y="25066"/>
                    <a:pt x="3708" y="24442"/>
                  </a:cubicBezTo>
                  <a:cubicBezTo>
                    <a:pt x="6830" y="22881"/>
                    <a:pt x="9796" y="21007"/>
                    <a:pt x="12801" y="19212"/>
                  </a:cubicBezTo>
                  <a:close/>
                  <a:moveTo>
                    <a:pt x="40496" y="0"/>
                  </a:moveTo>
                  <a:cubicBezTo>
                    <a:pt x="40305" y="0"/>
                    <a:pt x="40132" y="34"/>
                    <a:pt x="40002" y="128"/>
                  </a:cubicBezTo>
                  <a:cubicBezTo>
                    <a:pt x="39339" y="636"/>
                    <a:pt x="39534" y="2002"/>
                    <a:pt x="39807" y="3173"/>
                  </a:cubicBezTo>
                  <a:cubicBezTo>
                    <a:pt x="39612" y="3602"/>
                    <a:pt x="38129" y="4148"/>
                    <a:pt x="37739" y="4343"/>
                  </a:cubicBezTo>
                  <a:cubicBezTo>
                    <a:pt x="36451" y="5046"/>
                    <a:pt x="35163" y="5709"/>
                    <a:pt x="33914" y="6334"/>
                  </a:cubicBezTo>
                  <a:cubicBezTo>
                    <a:pt x="31456" y="7582"/>
                    <a:pt x="29075" y="8948"/>
                    <a:pt x="26695" y="10314"/>
                  </a:cubicBezTo>
                  <a:cubicBezTo>
                    <a:pt x="22011" y="13046"/>
                    <a:pt x="17250" y="15700"/>
                    <a:pt x="12528" y="18393"/>
                  </a:cubicBezTo>
                  <a:cubicBezTo>
                    <a:pt x="10577" y="19485"/>
                    <a:pt x="8742" y="20695"/>
                    <a:pt x="6791" y="21788"/>
                  </a:cubicBezTo>
                  <a:cubicBezTo>
                    <a:pt x="5581" y="22529"/>
                    <a:pt x="4333" y="23232"/>
                    <a:pt x="3045" y="23856"/>
                  </a:cubicBezTo>
                  <a:cubicBezTo>
                    <a:pt x="2498" y="24091"/>
                    <a:pt x="1757" y="24247"/>
                    <a:pt x="1367" y="24715"/>
                  </a:cubicBezTo>
                  <a:cubicBezTo>
                    <a:pt x="1" y="26432"/>
                    <a:pt x="1679" y="30452"/>
                    <a:pt x="2264" y="32169"/>
                  </a:cubicBezTo>
                  <a:cubicBezTo>
                    <a:pt x="3513" y="35994"/>
                    <a:pt x="5230" y="40247"/>
                    <a:pt x="7923" y="43330"/>
                  </a:cubicBezTo>
                  <a:cubicBezTo>
                    <a:pt x="8352" y="43838"/>
                    <a:pt x="8938" y="44540"/>
                    <a:pt x="9679" y="44657"/>
                  </a:cubicBezTo>
                  <a:cubicBezTo>
                    <a:pt x="10108" y="44657"/>
                    <a:pt x="10538" y="44540"/>
                    <a:pt x="10928" y="44384"/>
                  </a:cubicBezTo>
                  <a:cubicBezTo>
                    <a:pt x="12411" y="43955"/>
                    <a:pt x="13855" y="43526"/>
                    <a:pt x="15338" y="43096"/>
                  </a:cubicBezTo>
                  <a:cubicBezTo>
                    <a:pt x="20333" y="41574"/>
                    <a:pt x="25329" y="40052"/>
                    <a:pt x="30324" y="38530"/>
                  </a:cubicBezTo>
                  <a:cubicBezTo>
                    <a:pt x="34461" y="37320"/>
                    <a:pt x="38598" y="36150"/>
                    <a:pt x="42773" y="34940"/>
                  </a:cubicBezTo>
                  <a:cubicBezTo>
                    <a:pt x="42826" y="34961"/>
                    <a:pt x="42878" y="34970"/>
                    <a:pt x="42929" y="34970"/>
                  </a:cubicBezTo>
                  <a:cubicBezTo>
                    <a:pt x="43067" y="34970"/>
                    <a:pt x="43195" y="34898"/>
                    <a:pt x="43281" y="34784"/>
                  </a:cubicBezTo>
                  <a:cubicBezTo>
                    <a:pt x="43710" y="34667"/>
                    <a:pt x="44139" y="34550"/>
                    <a:pt x="44569" y="34432"/>
                  </a:cubicBezTo>
                  <a:cubicBezTo>
                    <a:pt x="45895" y="34042"/>
                    <a:pt x="47222" y="33613"/>
                    <a:pt x="48510" y="33223"/>
                  </a:cubicBezTo>
                  <a:cubicBezTo>
                    <a:pt x="49133" y="33039"/>
                    <a:pt x="50858" y="32237"/>
                    <a:pt x="51744" y="32237"/>
                  </a:cubicBezTo>
                  <a:cubicBezTo>
                    <a:pt x="51802" y="32237"/>
                    <a:pt x="51856" y="32240"/>
                    <a:pt x="51905" y="32247"/>
                  </a:cubicBezTo>
                  <a:cubicBezTo>
                    <a:pt x="52335" y="32989"/>
                    <a:pt x="52959" y="33652"/>
                    <a:pt x="53740" y="34081"/>
                  </a:cubicBezTo>
                  <a:cubicBezTo>
                    <a:pt x="53899" y="34161"/>
                    <a:pt x="54050" y="34197"/>
                    <a:pt x="54193" y="34197"/>
                  </a:cubicBezTo>
                  <a:cubicBezTo>
                    <a:pt x="55099" y="34197"/>
                    <a:pt x="55687" y="32765"/>
                    <a:pt x="56159" y="32091"/>
                  </a:cubicBezTo>
                  <a:cubicBezTo>
                    <a:pt x="57096" y="30803"/>
                    <a:pt x="58696" y="29359"/>
                    <a:pt x="58696" y="27681"/>
                  </a:cubicBezTo>
                  <a:cubicBezTo>
                    <a:pt x="58696" y="23934"/>
                    <a:pt x="56862" y="19798"/>
                    <a:pt x="55496" y="16285"/>
                  </a:cubicBezTo>
                  <a:cubicBezTo>
                    <a:pt x="56120" y="15973"/>
                    <a:pt x="56745" y="15661"/>
                    <a:pt x="57330" y="15427"/>
                  </a:cubicBezTo>
                  <a:lnTo>
                    <a:pt x="62989" y="13046"/>
                  </a:lnTo>
                  <a:lnTo>
                    <a:pt x="72550" y="9026"/>
                  </a:lnTo>
                  <a:lnTo>
                    <a:pt x="72589" y="8987"/>
                  </a:lnTo>
                  <a:lnTo>
                    <a:pt x="72628" y="8987"/>
                  </a:lnTo>
                  <a:cubicBezTo>
                    <a:pt x="73331" y="8441"/>
                    <a:pt x="72745" y="7036"/>
                    <a:pt x="72472" y="6412"/>
                  </a:cubicBezTo>
                  <a:cubicBezTo>
                    <a:pt x="72264" y="5925"/>
                    <a:pt x="71714" y="4756"/>
                    <a:pt x="71017" y="4756"/>
                  </a:cubicBezTo>
                  <a:cubicBezTo>
                    <a:pt x="70932" y="4756"/>
                    <a:pt x="70844" y="4773"/>
                    <a:pt x="70755" y="4812"/>
                  </a:cubicBezTo>
                  <a:cubicBezTo>
                    <a:pt x="65057" y="7192"/>
                    <a:pt x="59320" y="9534"/>
                    <a:pt x="53623" y="11992"/>
                  </a:cubicBezTo>
                  <a:cubicBezTo>
                    <a:pt x="52179" y="8675"/>
                    <a:pt x="50618" y="5202"/>
                    <a:pt x="48393" y="2392"/>
                  </a:cubicBezTo>
                  <a:cubicBezTo>
                    <a:pt x="47339" y="1065"/>
                    <a:pt x="46715" y="987"/>
                    <a:pt x="45193" y="753"/>
                  </a:cubicBezTo>
                  <a:lnTo>
                    <a:pt x="41798" y="207"/>
                  </a:lnTo>
                  <a:cubicBezTo>
                    <a:pt x="41471" y="179"/>
                    <a:pt x="40936" y="0"/>
                    <a:pt x="404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55"/>
          <p:cNvGrpSpPr/>
          <p:nvPr/>
        </p:nvGrpSpPr>
        <p:grpSpPr>
          <a:xfrm rot="-4560077">
            <a:off x="6513726" y="988877"/>
            <a:ext cx="928674" cy="745149"/>
            <a:chOff x="7694900" y="1959325"/>
            <a:chExt cx="928675" cy="745150"/>
          </a:xfrm>
        </p:grpSpPr>
        <p:cxnSp>
          <p:nvCxnSpPr>
            <p:cNvPr id="865" name="Google Shape;865;p55"/>
            <p:cNvCxnSpPr/>
            <p:nvPr/>
          </p:nvCxnSpPr>
          <p:spPr>
            <a:xfrm rot="10800000" flipH="1">
              <a:off x="8174500" y="2010650"/>
              <a:ext cx="255000" cy="37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6" name="Google Shape;866;p55"/>
            <p:cNvCxnSpPr/>
            <p:nvPr/>
          </p:nvCxnSpPr>
          <p:spPr>
            <a:xfrm rot="10800000">
              <a:off x="7990800" y="1959325"/>
              <a:ext cx="10200" cy="357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7" name="Google Shape;867;p55"/>
            <p:cNvCxnSpPr/>
            <p:nvPr/>
          </p:nvCxnSpPr>
          <p:spPr>
            <a:xfrm rot="10800000" flipH="1">
              <a:off x="8266350" y="2418725"/>
              <a:ext cx="316500" cy="9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8" name="Google Shape;868;p55"/>
            <p:cNvCxnSpPr/>
            <p:nvPr/>
          </p:nvCxnSpPr>
          <p:spPr>
            <a:xfrm rot="10800000">
              <a:off x="7694900" y="2010600"/>
              <a:ext cx="91800" cy="255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9" name="Google Shape;869;p55"/>
            <p:cNvCxnSpPr/>
            <p:nvPr/>
          </p:nvCxnSpPr>
          <p:spPr>
            <a:xfrm>
              <a:off x="8347875" y="2642675"/>
              <a:ext cx="275700" cy="6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870" name="Google Shape;870;p55"/>
          <p:cNvGrpSpPr/>
          <p:nvPr/>
        </p:nvGrpSpPr>
        <p:grpSpPr>
          <a:xfrm rot="5660521">
            <a:off x="6581012" y="3436424"/>
            <a:ext cx="928554" cy="745053"/>
            <a:chOff x="7694900" y="1959325"/>
            <a:chExt cx="928675" cy="745150"/>
          </a:xfrm>
        </p:grpSpPr>
        <p:cxnSp>
          <p:nvCxnSpPr>
            <p:cNvPr id="871" name="Google Shape;871;p55"/>
            <p:cNvCxnSpPr/>
            <p:nvPr/>
          </p:nvCxnSpPr>
          <p:spPr>
            <a:xfrm rot="10800000" flipH="1">
              <a:off x="8174500" y="2010650"/>
              <a:ext cx="255000" cy="37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2" name="Google Shape;872;p55"/>
            <p:cNvCxnSpPr/>
            <p:nvPr/>
          </p:nvCxnSpPr>
          <p:spPr>
            <a:xfrm rot="10800000">
              <a:off x="7990800" y="1959325"/>
              <a:ext cx="10200" cy="357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3" name="Google Shape;873;p55"/>
            <p:cNvCxnSpPr/>
            <p:nvPr/>
          </p:nvCxnSpPr>
          <p:spPr>
            <a:xfrm rot="10800000" flipH="1">
              <a:off x="8266350" y="2418725"/>
              <a:ext cx="316500" cy="9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4" name="Google Shape;874;p55"/>
            <p:cNvCxnSpPr/>
            <p:nvPr/>
          </p:nvCxnSpPr>
          <p:spPr>
            <a:xfrm rot="10800000">
              <a:off x="7694900" y="2010600"/>
              <a:ext cx="91800" cy="255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5" name="Google Shape;875;p55"/>
            <p:cNvCxnSpPr/>
            <p:nvPr/>
          </p:nvCxnSpPr>
          <p:spPr>
            <a:xfrm>
              <a:off x="8347875" y="2642675"/>
              <a:ext cx="275700" cy="6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876" name="Google Shape;876;p55"/>
          <p:cNvGrpSpPr/>
          <p:nvPr/>
        </p:nvGrpSpPr>
        <p:grpSpPr>
          <a:xfrm>
            <a:off x="999006" y="1160659"/>
            <a:ext cx="192250" cy="401583"/>
            <a:chOff x="4132056" y="1252046"/>
            <a:chExt cx="192250" cy="401583"/>
          </a:xfrm>
        </p:grpSpPr>
        <p:sp>
          <p:nvSpPr>
            <p:cNvPr id="877" name="Google Shape;877;p55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5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9" name="Google Shape;879;p55"/>
          <p:cNvSpPr/>
          <p:nvPr/>
        </p:nvSpPr>
        <p:spPr>
          <a:xfrm rot="-1960143">
            <a:off x="1202673" y="233384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55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55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2" name="Google Shape;882;p55"/>
          <p:cNvGrpSpPr/>
          <p:nvPr/>
        </p:nvGrpSpPr>
        <p:grpSpPr>
          <a:xfrm>
            <a:off x="6157287" y="1023587"/>
            <a:ext cx="238223" cy="370822"/>
            <a:chOff x="4728537" y="1222987"/>
            <a:chExt cx="238223" cy="370822"/>
          </a:xfrm>
        </p:grpSpPr>
        <p:sp>
          <p:nvSpPr>
            <p:cNvPr id="883" name="Google Shape;883;p55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5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5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" name="Google Shape;886;p55"/>
          <p:cNvGrpSpPr/>
          <p:nvPr/>
        </p:nvGrpSpPr>
        <p:grpSpPr>
          <a:xfrm>
            <a:off x="5009782" y="1323315"/>
            <a:ext cx="576710" cy="568000"/>
            <a:chOff x="4151832" y="2079765"/>
            <a:chExt cx="576710" cy="568000"/>
          </a:xfrm>
        </p:grpSpPr>
        <p:sp>
          <p:nvSpPr>
            <p:cNvPr id="887" name="Google Shape;887;p55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5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5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p55"/>
          <p:cNvGrpSpPr/>
          <p:nvPr/>
        </p:nvGrpSpPr>
        <p:grpSpPr>
          <a:xfrm>
            <a:off x="884017" y="3411565"/>
            <a:ext cx="544683" cy="511717"/>
            <a:chOff x="2952504" y="2605315"/>
            <a:chExt cx="544683" cy="511717"/>
          </a:xfrm>
        </p:grpSpPr>
        <p:sp>
          <p:nvSpPr>
            <p:cNvPr id="891" name="Google Shape;891;p55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5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5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5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5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6" name="Google Shape;896;p55"/>
          <p:cNvGrpSpPr/>
          <p:nvPr/>
        </p:nvGrpSpPr>
        <p:grpSpPr>
          <a:xfrm>
            <a:off x="4773030" y="2786766"/>
            <a:ext cx="486910" cy="247705"/>
            <a:chOff x="5099580" y="2618828"/>
            <a:chExt cx="486910" cy="247705"/>
          </a:xfrm>
        </p:grpSpPr>
        <p:sp>
          <p:nvSpPr>
            <p:cNvPr id="897" name="Google Shape;897;p55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5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5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5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1" name="Google Shape;901;p55"/>
          <p:cNvGrpSpPr/>
          <p:nvPr/>
        </p:nvGrpSpPr>
        <p:grpSpPr>
          <a:xfrm>
            <a:off x="8038387" y="2552979"/>
            <a:ext cx="417520" cy="481484"/>
            <a:chOff x="5110362" y="1552354"/>
            <a:chExt cx="417520" cy="481484"/>
          </a:xfrm>
        </p:grpSpPr>
        <p:sp>
          <p:nvSpPr>
            <p:cNvPr id="902" name="Google Shape;902;p55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5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" name="Google Shape;906;p55"/>
          <p:cNvGrpSpPr/>
          <p:nvPr/>
        </p:nvGrpSpPr>
        <p:grpSpPr>
          <a:xfrm rot="1717698">
            <a:off x="3372340" y="913324"/>
            <a:ext cx="482266" cy="376111"/>
            <a:chOff x="3198944" y="1721925"/>
            <a:chExt cx="482292" cy="376131"/>
          </a:xfrm>
        </p:grpSpPr>
        <p:sp>
          <p:nvSpPr>
            <p:cNvPr id="907" name="Google Shape;907;p55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5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1" name="Google Shape;911;p55"/>
          <p:cNvGrpSpPr/>
          <p:nvPr/>
        </p:nvGrpSpPr>
        <p:grpSpPr>
          <a:xfrm>
            <a:off x="4887417" y="3793099"/>
            <a:ext cx="258153" cy="337608"/>
            <a:chOff x="3969305" y="3447586"/>
            <a:chExt cx="258153" cy="337608"/>
          </a:xfrm>
        </p:grpSpPr>
        <p:sp>
          <p:nvSpPr>
            <p:cNvPr id="912" name="Google Shape;912;p55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5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5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5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" name="Google Shape;916;p55"/>
          <p:cNvGrpSpPr/>
          <p:nvPr/>
        </p:nvGrpSpPr>
        <p:grpSpPr>
          <a:xfrm rot="5400000">
            <a:off x="2686789" y="3917862"/>
            <a:ext cx="238223" cy="370822"/>
            <a:chOff x="4728537" y="1222987"/>
            <a:chExt cx="238223" cy="370822"/>
          </a:xfrm>
        </p:grpSpPr>
        <p:sp>
          <p:nvSpPr>
            <p:cNvPr id="917" name="Google Shape;917;p55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5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5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55"/>
          <p:cNvGrpSpPr/>
          <p:nvPr/>
        </p:nvGrpSpPr>
        <p:grpSpPr>
          <a:xfrm>
            <a:off x="7846131" y="3761109"/>
            <a:ext cx="192250" cy="401583"/>
            <a:chOff x="4132056" y="1252046"/>
            <a:chExt cx="192250" cy="401583"/>
          </a:xfrm>
        </p:grpSpPr>
        <p:sp>
          <p:nvSpPr>
            <p:cNvPr id="921" name="Google Shape;921;p55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5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3" name="Google Shape;923;p55"/>
          <p:cNvPicPr preferRelativeResize="0"/>
          <p:nvPr/>
        </p:nvPicPr>
        <p:blipFill rotWithShape="1">
          <a:blip r:embed="rId3">
            <a:alphaModFix/>
          </a:blip>
          <a:srcRect l="-1" r="3930"/>
          <a:stretch/>
        </p:blipFill>
        <p:spPr>
          <a:xfrm>
            <a:off x="-1" y="0"/>
            <a:ext cx="92077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8" name="Google Shape;928;p56"/>
          <p:cNvCxnSpPr/>
          <p:nvPr/>
        </p:nvCxnSpPr>
        <p:spPr>
          <a:xfrm>
            <a:off x="1539163" y="712075"/>
            <a:ext cx="60657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29" name="Google Shape;929;p56"/>
          <p:cNvCxnSpPr/>
          <p:nvPr/>
        </p:nvCxnSpPr>
        <p:spPr>
          <a:xfrm>
            <a:off x="1539163" y="4426825"/>
            <a:ext cx="6065700" cy="0"/>
          </a:xfrm>
          <a:prstGeom prst="straightConnector1">
            <a:avLst/>
          </a:prstGeom>
          <a:noFill/>
          <a:ln w="38100" cap="rnd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grpSp>
        <p:nvGrpSpPr>
          <p:cNvPr id="930" name="Google Shape;930;p56"/>
          <p:cNvGrpSpPr/>
          <p:nvPr/>
        </p:nvGrpSpPr>
        <p:grpSpPr>
          <a:xfrm>
            <a:off x="2118506" y="1743054"/>
            <a:ext cx="1231179" cy="1702227"/>
            <a:chOff x="479725" y="1930850"/>
            <a:chExt cx="884150" cy="1222425"/>
          </a:xfrm>
        </p:grpSpPr>
        <p:sp>
          <p:nvSpPr>
            <p:cNvPr id="931" name="Google Shape;931;p56"/>
            <p:cNvSpPr/>
            <p:nvPr/>
          </p:nvSpPr>
          <p:spPr>
            <a:xfrm>
              <a:off x="1089125" y="2831100"/>
              <a:ext cx="1825" cy="25"/>
            </a:xfrm>
            <a:custGeom>
              <a:avLst/>
              <a:gdLst/>
              <a:ahLst/>
              <a:cxnLst/>
              <a:rect l="l" t="t" r="r" b="b"/>
              <a:pathLst>
                <a:path w="73" h="1" extrusionOk="0">
                  <a:moveTo>
                    <a:pt x="1" y="0"/>
                  </a:moveTo>
                  <a:lnTo>
                    <a:pt x="72" y="0"/>
                  </a:lnTo>
                  <a:close/>
                </a:path>
              </a:pathLst>
            </a:custGeom>
            <a:solidFill>
              <a:srgbClr val="FFC7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6"/>
            <p:cNvSpPr/>
            <p:nvPr/>
          </p:nvSpPr>
          <p:spPr>
            <a:xfrm>
              <a:off x="479725" y="1930850"/>
              <a:ext cx="561100" cy="1142775"/>
            </a:xfrm>
            <a:custGeom>
              <a:avLst/>
              <a:gdLst/>
              <a:ahLst/>
              <a:cxnLst/>
              <a:rect l="l" t="t" r="r" b="b"/>
              <a:pathLst>
                <a:path w="22444" h="45711" extrusionOk="0">
                  <a:moveTo>
                    <a:pt x="18542" y="681"/>
                  </a:moveTo>
                  <a:cubicBezTo>
                    <a:pt x="18721" y="716"/>
                    <a:pt x="18900" y="752"/>
                    <a:pt x="19043" y="824"/>
                  </a:cubicBezTo>
                  <a:cubicBezTo>
                    <a:pt x="19115" y="860"/>
                    <a:pt x="19187" y="895"/>
                    <a:pt x="19258" y="931"/>
                  </a:cubicBezTo>
                  <a:cubicBezTo>
                    <a:pt x="19366" y="1003"/>
                    <a:pt x="19437" y="1110"/>
                    <a:pt x="19509" y="1182"/>
                  </a:cubicBezTo>
                  <a:cubicBezTo>
                    <a:pt x="19580" y="1289"/>
                    <a:pt x="19616" y="1361"/>
                    <a:pt x="19688" y="1432"/>
                  </a:cubicBezTo>
                  <a:cubicBezTo>
                    <a:pt x="19688" y="1540"/>
                    <a:pt x="19724" y="1611"/>
                    <a:pt x="19724" y="1683"/>
                  </a:cubicBezTo>
                  <a:cubicBezTo>
                    <a:pt x="19759" y="1826"/>
                    <a:pt x="19759" y="1969"/>
                    <a:pt x="19724" y="2112"/>
                  </a:cubicBezTo>
                  <a:lnTo>
                    <a:pt x="19724" y="2148"/>
                  </a:lnTo>
                  <a:cubicBezTo>
                    <a:pt x="19724" y="2291"/>
                    <a:pt x="19688" y="2435"/>
                    <a:pt x="19688" y="2578"/>
                  </a:cubicBezTo>
                  <a:cubicBezTo>
                    <a:pt x="19688" y="2685"/>
                    <a:pt x="19688" y="2828"/>
                    <a:pt x="19759" y="2936"/>
                  </a:cubicBezTo>
                  <a:cubicBezTo>
                    <a:pt x="19759" y="2936"/>
                    <a:pt x="19795" y="2972"/>
                    <a:pt x="19795" y="2972"/>
                  </a:cubicBezTo>
                  <a:lnTo>
                    <a:pt x="19831" y="3007"/>
                  </a:lnTo>
                  <a:lnTo>
                    <a:pt x="19867" y="3079"/>
                  </a:lnTo>
                  <a:lnTo>
                    <a:pt x="20010" y="3186"/>
                  </a:lnTo>
                  <a:lnTo>
                    <a:pt x="20189" y="3258"/>
                  </a:lnTo>
                  <a:cubicBezTo>
                    <a:pt x="20225" y="3294"/>
                    <a:pt x="20260" y="3294"/>
                    <a:pt x="20296" y="3294"/>
                  </a:cubicBezTo>
                  <a:lnTo>
                    <a:pt x="20511" y="3330"/>
                  </a:lnTo>
                  <a:cubicBezTo>
                    <a:pt x="20547" y="3330"/>
                    <a:pt x="20618" y="3365"/>
                    <a:pt x="20654" y="3365"/>
                  </a:cubicBezTo>
                  <a:cubicBezTo>
                    <a:pt x="20690" y="3365"/>
                    <a:pt x="20690" y="3401"/>
                    <a:pt x="20726" y="3401"/>
                  </a:cubicBezTo>
                  <a:cubicBezTo>
                    <a:pt x="20762" y="3437"/>
                    <a:pt x="20797" y="3473"/>
                    <a:pt x="20833" y="3508"/>
                  </a:cubicBezTo>
                  <a:cubicBezTo>
                    <a:pt x="20869" y="3580"/>
                    <a:pt x="20905" y="3652"/>
                    <a:pt x="20941" y="3687"/>
                  </a:cubicBezTo>
                  <a:cubicBezTo>
                    <a:pt x="21012" y="3938"/>
                    <a:pt x="21084" y="4189"/>
                    <a:pt x="21120" y="4403"/>
                  </a:cubicBezTo>
                  <a:lnTo>
                    <a:pt x="21120" y="4511"/>
                  </a:lnTo>
                  <a:lnTo>
                    <a:pt x="21120" y="4690"/>
                  </a:lnTo>
                  <a:cubicBezTo>
                    <a:pt x="21120" y="4726"/>
                    <a:pt x="21120" y="4904"/>
                    <a:pt x="21155" y="4976"/>
                  </a:cubicBezTo>
                  <a:cubicBezTo>
                    <a:pt x="21155" y="5191"/>
                    <a:pt x="21227" y="5370"/>
                    <a:pt x="21334" y="5549"/>
                  </a:cubicBezTo>
                  <a:cubicBezTo>
                    <a:pt x="21406" y="5656"/>
                    <a:pt x="21513" y="5799"/>
                    <a:pt x="21621" y="5907"/>
                  </a:cubicBezTo>
                  <a:lnTo>
                    <a:pt x="21692" y="5978"/>
                  </a:lnTo>
                  <a:cubicBezTo>
                    <a:pt x="21764" y="6086"/>
                    <a:pt x="21800" y="6157"/>
                    <a:pt x="21871" y="6265"/>
                  </a:cubicBezTo>
                  <a:cubicBezTo>
                    <a:pt x="21871" y="6336"/>
                    <a:pt x="21907" y="6408"/>
                    <a:pt x="21907" y="6479"/>
                  </a:cubicBezTo>
                  <a:cubicBezTo>
                    <a:pt x="21943" y="6515"/>
                    <a:pt x="21943" y="6587"/>
                    <a:pt x="21907" y="6623"/>
                  </a:cubicBezTo>
                  <a:cubicBezTo>
                    <a:pt x="21871" y="6837"/>
                    <a:pt x="21800" y="7052"/>
                    <a:pt x="21728" y="7231"/>
                  </a:cubicBezTo>
                  <a:cubicBezTo>
                    <a:pt x="21621" y="7482"/>
                    <a:pt x="21477" y="7732"/>
                    <a:pt x="21299" y="7983"/>
                  </a:cubicBezTo>
                  <a:cubicBezTo>
                    <a:pt x="21191" y="8054"/>
                    <a:pt x="21120" y="8162"/>
                    <a:pt x="21012" y="8269"/>
                  </a:cubicBezTo>
                  <a:cubicBezTo>
                    <a:pt x="20976" y="8305"/>
                    <a:pt x="20941" y="8341"/>
                    <a:pt x="20905" y="8412"/>
                  </a:cubicBezTo>
                  <a:lnTo>
                    <a:pt x="20833" y="8448"/>
                  </a:lnTo>
                  <a:cubicBezTo>
                    <a:pt x="20762" y="8556"/>
                    <a:pt x="20690" y="8627"/>
                    <a:pt x="20618" y="8663"/>
                  </a:cubicBezTo>
                  <a:cubicBezTo>
                    <a:pt x="20547" y="8735"/>
                    <a:pt x="20475" y="8770"/>
                    <a:pt x="20404" y="8842"/>
                  </a:cubicBezTo>
                  <a:cubicBezTo>
                    <a:pt x="20332" y="8878"/>
                    <a:pt x="20332" y="8949"/>
                    <a:pt x="20332" y="9057"/>
                  </a:cubicBezTo>
                  <a:cubicBezTo>
                    <a:pt x="20332" y="9128"/>
                    <a:pt x="20332" y="9200"/>
                    <a:pt x="20404" y="9271"/>
                  </a:cubicBezTo>
                  <a:cubicBezTo>
                    <a:pt x="20475" y="9343"/>
                    <a:pt x="20547" y="9379"/>
                    <a:pt x="20618" y="9379"/>
                  </a:cubicBezTo>
                  <a:cubicBezTo>
                    <a:pt x="20726" y="9379"/>
                    <a:pt x="20797" y="9343"/>
                    <a:pt x="20869" y="9271"/>
                  </a:cubicBezTo>
                  <a:cubicBezTo>
                    <a:pt x="20941" y="9200"/>
                    <a:pt x="21012" y="9128"/>
                    <a:pt x="21084" y="9021"/>
                  </a:cubicBezTo>
                  <a:lnTo>
                    <a:pt x="21120" y="8949"/>
                  </a:lnTo>
                  <a:lnTo>
                    <a:pt x="21120" y="8913"/>
                  </a:lnTo>
                  <a:lnTo>
                    <a:pt x="21299" y="8949"/>
                  </a:lnTo>
                  <a:cubicBezTo>
                    <a:pt x="21334" y="8985"/>
                    <a:pt x="21370" y="9021"/>
                    <a:pt x="21406" y="9021"/>
                  </a:cubicBezTo>
                  <a:lnTo>
                    <a:pt x="21442" y="9057"/>
                  </a:lnTo>
                  <a:cubicBezTo>
                    <a:pt x="21442" y="9092"/>
                    <a:pt x="21477" y="9128"/>
                    <a:pt x="21477" y="9164"/>
                  </a:cubicBezTo>
                  <a:cubicBezTo>
                    <a:pt x="21513" y="9236"/>
                    <a:pt x="21549" y="9343"/>
                    <a:pt x="21549" y="9415"/>
                  </a:cubicBezTo>
                  <a:cubicBezTo>
                    <a:pt x="21585" y="9629"/>
                    <a:pt x="21585" y="9808"/>
                    <a:pt x="21549" y="9987"/>
                  </a:cubicBezTo>
                  <a:cubicBezTo>
                    <a:pt x="21513" y="10131"/>
                    <a:pt x="21477" y="10274"/>
                    <a:pt x="21442" y="10381"/>
                  </a:cubicBezTo>
                  <a:cubicBezTo>
                    <a:pt x="21370" y="10524"/>
                    <a:pt x="21299" y="10632"/>
                    <a:pt x="21227" y="10775"/>
                  </a:cubicBezTo>
                  <a:lnTo>
                    <a:pt x="20976" y="11025"/>
                  </a:lnTo>
                  <a:cubicBezTo>
                    <a:pt x="20869" y="11133"/>
                    <a:pt x="20762" y="11240"/>
                    <a:pt x="20690" y="11383"/>
                  </a:cubicBezTo>
                  <a:cubicBezTo>
                    <a:pt x="20583" y="11491"/>
                    <a:pt x="20547" y="11634"/>
                    <a:pt x="20547" y="11777"/>
                  </a:cubicBezTo>
                  <a:cubicBezTo>
                    <a:pt x="20547" y="11920"/>
                    <a:pt x="20547" y="12063"/>
                    <a:pt x="20618" y="12207"/>
                  </a:cubicBezTo>
                  <a:cubicBezTo>
                    <a:pt x="20654" y="12314"/>
                    <a:pt x="20690" y="12421"/>
                    <a:pt x="20726" y="12493"/>
                  </a:cubicBezTo>
                  <a:lnTo>
                    <a:pt x="20726" y="12529"/>
                  </a:lnTo>
                  <a:cubicBezTo>
                    <a:pt x="20762" y="12600"/>
                    <a:pt x="20797" y="12672"/>
                    <a:pt x="20833" y="12779"/>
                  </a:cubicBezTo>
                  <a:cubicBezTo>
                    <a:pt x="20833" y="12851"/>
                    <a:pt x="20869" y="12922"/>
                    <a:pt x="20869" y="12958"/>
                  </a:cubicBezTo>
                  <a:cubicBezTo>
                    <a:pt x="20869" y="13101"/>
                    <a:pt x="20869" y="13245"/>
                    <a:pt x="20869" y="13388"/>
                  </a:cubicBezTo>
                  <a:cubicBezTo>
                    <a:pt x="20833" y="13495"/>
                    <a:pt x="20797" y="13603"/>
                    <a:pt x="20762" y="13746"/>
                  </a:cubicBezTo>
                  <a:cubicBezTo>
                    <a:pt x="20726" y="13817"/>
                    <a:pt x="20654" y="13889"/>
                    <a:pt x="20618" y="13996"/>
                  </a:cubicBezTo>
                  <a:cubicBezTo>
                    <a:pt x="20547" y="14068"/>
                    <a:pt x="20475" y="14104"/>
                    <a:pt x="20404" y="14175"/>
                  </a:cubicBezTo>
                  <a:cubicBezTo>
                    <a:pt x="20296" y="14247"/>
                    <a:pt x="20189" y="14318"/>
                    <a:pt x="20046" y="14426"/>
                  </a:cubicBezTo>
                  <a:cubicBezTo>
                    <a:pt x="19867" y="14497"/>
                    <a:pt x="19688" y="14641"/>
                    <a:pt x="19509" y="14748"/>
                  </a:cubicBezTo>
                  <a:cubicBezTo>
                    <a:pt x="19473" y="14784"/>
                    <a:pt x="19437" y="14855"/>
                    <a:pt x="19401" y="14891"/>
                  </a:cubicBezTo>
                  <a:lnTo>
                    <a:pt x="19401" y="14927"/>
                  </a:lnTo>
                  <a:cubicBezTo>
                    <a:pt x="19366" y="14963"/>
                    <a:pt x="19330" y="14999"/>
                    <a:pt x="19294" y="15070"/>
                  </a:cubicBezTo>
                  <a:cubicBezTo>
                    <a:pt x="19258" y="15106"/>
                    <a:pt x="19222" y="15178"/>
                    <a:pt x="19187" y="15249"/>
                  </a:cubicBezTo>
                  <a:lnTo>
                    <a:pt x="18972" y="15535"/>
                  </a:lnTo>
                  <a:lnTo>
                    <a:pt x="18757" y="15822"/>
                  </a:lnTo>
                  <a:lnTo>
                    <a:pt x="18650" y="15965"/>
                  </a:lnTo>
                  <a:cubicBezTo>
                    <a:pt x="18542" y="16108"/>
                    <a:pt x="18471" y="16251"/>
                    <a:pt x="18399" y="16395"/>
                  </a:cubicBezTo>
                  <a:lnTo>
                    <a:pt x="18399" y="16430"/>
                  </a:lnTo>
                  <a:lnTo>
                    <a:pt x="18399" y="16502"/>
                  </a:lnTo>
                  <a:cubicBezTo>
                    <a:pt x="18399" y="16538"/>
                    <a:pt x="18399" y="16609"/>
                    <a:pt x="18399" y="16681"/>
                  </a:cubicBezTo>
                  <a:cubicBezTo>
                    <a:pt x="18399" y="16717"/>
                    <a:pt x="18399" y="16788"/>
                    <a:pt x="18435" y="16860"/>
                  </a:cubicBezTo>
                  <a:cubicBezTo>
                    <a:pt x="18435" y="16896"/>
                    <a:pt x="18435" y="16896"/>
                    <a:pt x="18435" y="16931"/>
                  </a:cubicBezTo>
                  <a:cubicBezTo>
                    <a:pt x="18471" y="17075"/>
                    <a:pt x="18507" y="17218"/>
                    <a:pt x="18578" y="17325"/>
                  </a:cubicBezTo>
                  <a:lnTo>
                    <a:pt x="18614" y="17433"/>
                  </a:lnTo>
                  <a:cubicBezTo>
                    <a:pt x="18650" y="17468"/>
                    <a:pt x="18650" y="17540"/>
                    <a:pt x="18685" y="17612"/>
                  </a:cubicBezTo>
                  <a:cubicBezTo>
                    <a:pt x="18721" y="17647"/>
                    <a:pt x="18721" y="17683"/>
                    <a:pt x="18757" y="17719"/>
                  </a:cubicBezTo>
                  <a:cubicBezTo>
                    <a:pt x="18793" y="17826"/>
                    <a:pt x="18829" y="17898"/>
                    <a:pt x="18829" y="18005"/>
                  </a:cubicBezTo>
                  <a:cubicBezTo>
                    <a:pt x="18829" y="18077"/>
                    <a:pt x="18829" y="18184"/>
                    <a:pt x="18829" y="18292"/>
                  </a:cubicBezTo>
                  <a:cubicBezTo>
                    <a:pt x="18793" y="18506"/>
                    <a:pt x="18721" y="18685"/>
                    <a:pt x="18650" y="18864"/>
                  </a:cubicBezTo>
                  <a:cubicBezTo>
                    <a:pt x="18614" y="18972"/>
                    <a:pt x="18578" y="19115"/>
                    <a:pt x="18542" y="19222"/>
                  </a:cubicBezTo>
                  <a:cubicBezTo>
                    <a:pt x="18507" y="19294"/>
                    <a:pt x="18471" y="19366"/>
                    <a:pt x="18471" y="19437"/>
                  </a:cubicBezTo>
                  <a:cubicBezTo>
                    <a:pt x="18471" y="19509"/>
                    <a:pt x="18471" y="19580"/>
                    <a:pt x="18471" y="19652"/>
                  </a:cubicBezTo>
                  <a:cubicBezTo>
                    <a:pt x="18507" y="19723"/>
                    <a:pt x="18542" y="19759"/>
                    <a:pt x="18578" y="19831"/>
                  </a:cubicBezTo>
                  <a:cubicBezTo>
                    <a:pt x="18614" y="19902"/>
                    <a:pt x="18650" y="19974"/>
                    <a:pt x="18721" y="20046"/>
                  </a:cubicBezTo>
                  <a:lnTo>
                    <a:pt x="18757" y="20081"/>
                  </a:lnTo>
                  <a:lnTo>
                    <a:pt x="18757" y="20117"/>
                  </a:lnTo>
                  <a:cubicBezTo>
                    <a:pt x="18829" y="20189"/>
                    <a:pt x="18864" y="20296"/>
                    <a:pt x="18936" y="20404"/>
                  </a:cubicBezTo>
                  <a:cubicBezTo>
                    <a:pt x="18972" y="20475"/>
                    <a:pt x="18972" y="20583"/>
                    <a:pt x="19008" y="20690"/>
                  </a:cubicBezTo>
                  <a:cubicBezTo>
                    <a:pt x="19008" y="20797"/>
                    <a:pt x="19008" y="20905"/>
                    <a:pt x="19008" y="21012"/>
                  </a:cubicBezTo>
                  <a:cubicBezTo>
                    <a:pt x="18972" y="21155"/>
                    <a:pt x="18936" y="21298"/>
                    <a:pt x="18864" y="21477"/>
                  </a:cubicBezTo>
                  <a:cubicBezTo>
                    <a:pt x="18829" y="21549"/>
                    <a:pt x="18793" y="21621"/>
                    <a:pt x="18757" y="21692"/>
                  </a:cubicBezTo>
                  <a:cubicBezTo>
                    <a:pt x="18685" y="21764"/>
                    <a:pt x="18650" y="21800"/>
                    <a:pt x="18578" y="21835"/>
                  </a:cubicBezTo>
                  <a:lnTo>
                    <a:pt x="18328" y="22014"/>
                  </a:lnTo>
                  <a:cubicBezTo>
                    <a:pt x="18220" y="22086"/>
                    <a:pt x="18113" y="22158"/>
                    <a:pt x="18041" y="22229"/>
                  </a:cubicBezTo>
                  <a:cubicBezTo>
                    <a:pt x="17970" y="22301"/>
                    <a:pt x="17898" y="22336"/>
                    <a:pt x="17826" y="22408"/>
                  </a:cubicBezTo>
                  <a:cubicBezTo>
                    <a:pt x="17755" y="22480"/>
                    <a:pt x="17683" y="22587"/>
                    <a:pt x="17647" y="22730"/>
                  </a:cubicBezTo>
                  <a:cubicBezTo>
                    <a:pt x="17612" y="22838"/>
                    <a:pt x="17612" y="22981"/>
                    <a:pt x="17647" y="23124"/>
                  </a:cubicBezTo>
                  <a:cubicBezTo>
                    <a:pt x="17647" y="23196"/>
                    <a:pt x="17683" y="23303"/>
                    <a:pt x="17719" y="23375"/>
                  </a:cubicBezTo>
                  <a:cubicBezTo>
                    <a:pt x="17719" y="23446"/>
                    <a:pt x="17719" y="23518"/>
                    <a:pt x="17719" y="23589"/>
                  </a:cubicBezTo>
                  <a:cubicBezTo>
                    <a:pt x="17683" y="23589"/>
                    <a:pt x="17683" y="23625"/>
                    <a:pt x="17683" y="23661"/>
                  </a:cubicBezTo>
                  <a:cubicBezTo>
                    <a:pt x="17683" y="23697"/>
                    <a:pt x="17647" y="23697"/>
                    <a:pt x="17647" y="23732"/>
                  </a:cubicBezTo>
                  <a:cubicBezTo>
                    <a:pt x="17576" y="23804"/>
                    <a:pt x="17504" y="23876"/>
                    <a:pt x="17397" y="23947"/>
                  </a:cubicBezTo>
                  <a:cubicBezTo>
                    <a:pt x="17325" y="24019"/>
                    <a:pt x="17218" y="24090"/>
                    <a:pt x="17146" y="24162"/>
                  </a:cubicBezTo>
                  <a:cubicBezTo>
                    <a:pt x="17039" y="24198"/>
                    <a:pt x="16967" y="24198"/>
                    <a:pt x="16860" y="24234"/>
                  </a:cubicBezTo>
                  <a:lnTo>
                    <a:pt x="16645" y="24305"/>
                  </a:lnTo>
                  <a:cubicBezTo>
                    <a:pt x="16395" y="24377"/>
                    <a:pt x="16180" y="24484"/>
                    <a:pt x="16001" y="24627"/>
                  </a:cubicBezTo>
                  <a:cubicBezTo>
                    <a:pt x="15786" y="24806"/>
                    <a:pt x="15571" y="24950"/>
                    <a:pt x="15392" y="25164"/>
                  </a:cubicBezTo>
                  <a:cubicBezTo>
                    <a:pt x="15285" y="25272"/>
                    <a:pt x="15249" y="25451"/>
                    <a:pt x="15321" y="25594"/>
                  </a:cubicBezTo>
                  <a:cubicBezTo>
                    <a:pt x="15392" y="25701"/>
                    <a:pt x="15536" y="25773"/>
                    <a:pt x="15679" y="25773"/>
                  </a:cubicBezTo>
                  <a:lnTo>
                    <a:pt x="15858" y="25773"/>
                  </a:lnTo>
                  <a:lnTo>
                    <a:pt x="16037" y="25630"/>
                  </a:lnTo>
                  <a:lnTo>
                    <a:pt x="16108" y="25594"/>
                  </a:lnTo>
                  <a:lnTo>
                    <a:pt x="16216" y="25558"/>
                  </a:lnTo>
                  <a:lnTo>
                    <a:pt x="16216" y="25558"/>
                  </a:lnTo>
                  <a:cubicBezTo>
                    <a:pt x="16180" y="25773"/>
                    <a:pt x="16144" y="25988"/>
                    <a:pt x="16108" y="26202"/>
                  </a:cubicBezTo>
                  <a:cubicBezTo>
                    <a:pt x="16072" y="26489"/>
                    <a:pt x="16037" y="26703"/>
                    <a:pt x="15965" y="26954"/>
                  </a:cubicBezTo>
                  <a:cubicBezTo>
                    <a:pt x="15929" y="27133"/>
                    <a:pt x="15858" y="27348"/>
                    <a:pt x="15786" y="27563"/>
                  </a:cubicBezTo>
                  <a:cubicBezTo>
                    <a:pt x="15571" y="28028"/>
                    <a:pt x="15285" y="28457"/>
                    <a:pt x="14999" y="28851"/>
                  </a:cubicBezTo>
                  <a:cubicBezTo>
                    <a:pt x="14784" y="29102"/>
                    <a:pt x="14569" y="29316"/>
                    <a:pt x="14354" y="29531"/>
                  </a:cubicBezTo>
                  <a:lnTo>
                    <a:pt x="14247" y="29639"/>
                  </a:lnTo>
                  <a:lnTo>
                    <a:pt x="14211" y="29674"/>
                  </a:lnTo>
                  <a:cubicBezTo>
                    <a:pt x="14104" y="29746"/>
                    <a:pt x="14032" y="29818"/>
                    <a:pt x="13996" y="29925"/>
                  </a:cubicBezTo>
                  <a:cubicBezTo>
                    <a:pt x="13925" y="29997"/>
                    <a:pt x="13889" y="30104"/>
                    <a:pt x="13889" y="30211"/>
                  </a:cubicBezTo>
                  <a:cubicBezTo>
                    <a:pt x="13853" y="30283"/>
                    <a:pt x="13853" y="30355"/>
                    <a:pt x="13889" y="30426"/>
                  </a:cubicBezTo>
                  <a:lnTo>
                    <a:pt x="13889" y="30533"/>
                  </a:lnTo>
                  <a:cubicBezTo>
                    <a:pt x="13889" y="30677"/>
                    <a:pt x="13925" y="30820"/>
                    <a:pt x="13925" y="30963"/>
                  </a:cubicBezTo>
                  <a:cubicBezTo>
                    <a:pt x="13925" y="31249"/>
                    <a:pt x="13925" y="31536"/>
                    <a:pt x="13889" y="31786"/>
                  </a:cubicBezTo>
                  <a:cubicBezTo>
                    <a:pt x="13817" y="32180"/>
                    <a:pt x="13710" y="32538"/>
                    <a:pt x="13603" y="32932"/>
                  </a:cubicBezTo>
                  <a:cubicBezTo>
                    <a:pt x="13567" y="33075"/>
                    <a:pt x="13495" y="33218"/>
                    <a:pt x="13459" y="33325"/>
                  </a:cubicBezTo>
                  <a:lnTo>
                    <a:pt x="13424" y="33469"/>
                  </a:lnTo>
                  <a:cubicBezTo>
                    <a:pt x="13352" y="33683"/>
                    <a:pt x="13245" y="33898"/>
                    <a:pt x="13137" y="34113"/>
                  </a:cubicBezTo>
                  <a:lnTo>
                    <a:pt x="13030" y="34364"/>
                  </a:lnTo>
                  <a:lnTo>
                    <a:pt x="12958" y="34507"/>
                  </a:lnTo>
                  <a:cubicBezTo>
                    <a:pt x="12887" y="34650"/>
                    <a:pt x="12851" y="34793"/>
                    <a:pt x="12779" y="34936"/>
                  </a:cubicBezTo>
                  <a:cubicBezTo>
                    <a:pt x="12744" y="35044"/>
                    <a:pt x="12744" y="35151"/>
                    <a:pt x="12744" y="35258"/>
                  </a:cubicBezTo>
                  <a:cubicBezTo>
                    <a:pt x="12744" y="35366"/>
                    <a:pt x="12744" y="35437"/>
                    <a:pt x="12779" y="35545"/>
                  </a:cubicBezTo>
                  <a:lnTo>
                    <a:pt x="12779" y="35616"/>
                  </a:lnTo>
                  <a:lnTo>
                    <a:pt x="12779" y="35724"/>
                  </a:lnTo>
                  <a:cubicBezTo>
                    <a:pt x="12815" y="35974"/>
                    <a:pt x="12851" y="36261"/>
                    <a:pt x="12923" y="36511"/>
                  </a:cubicBezTo>
                  <a:cubicBezTo>
                    <a:pt x="12923" y="36798"/>
                    <a:pt x="12923" y="37084"/>
                    <a:pt x="12923" y="37370"/>
                  </a:cubicBezTo>
                  <a:cubicBezTo>
                    <a:pt x="12887" y="37549"/>
                    <a:pt x="12851" y="37692"/>
                    <a:pt x="12779" y="37836"/>
                  </a:cubicBezTo>
                  <a:cubicBezTo>
                    <a:pt x="12708" y="37979"/>
                    <a:pt x="12636" y="38122"/>
                    <a:pt x="12529" y="38265"/>
                  </a:cubicBezTo>
                  <a:cubicBezTo>
                    <a:pt x="12314" y="38516"/>
                    <a:pt x="12063" y="38766"/>
                    <a:pt x="11813" y="38981"/>
                  </a:cubicBezTo>
                  <a:cubicBezTo>
                    <a:pt x="11598" y="39124"/>
                    <a:pt x="11419" y="39232"/>
                    <a:pt x="11169" y="39375"/>
                  </a:cubicBezTo>
                  <a:lnTo>
                    <a:pt x="11097" y="39411"/>
                  </a:lnTo>
                  <a:lnTo>
                    <a:pt x="10882" y="39518"/>
                  </a:lnTo>
                  <a:cubicBezTo>
                    <a:pt x="10739" y="39590"/>
                    <a:pt x="10632" y="39733"/>
                    <a:pt x="10524" y="39876"/>
                  </a:cubicBezTo>
                  <a:lnTo>
                    <a:pt x="10453" y="40019"/>
                  </a:lnTo>
                  <a:cubicBezTo>
                    <a:pt x="10453" y="40055"/>
                    <a:pt x="10417" y="40091"/>
                    <a:pt x="10381" y="40126"/>
                  </a:cubicBezTo>
                  <a:cubicBezTo>
                    <a:pt x="10310" y="40270"/>
                    <a:pt x="10238" y="40377"/>
                    <a:pt x="10166" y="40520"/>
                  </a:cubicBezTo>
                  <a:cubicBezTo>
                    <a:pt x="10059" y="40628"/>
                    <a:pt x="9952" y="40735"/>
                    <a:pt x="9844" y="40842"/>
                  </a:cubicBezTo>
                  <a:cubicBezTo>
                    <a:pt x="9701" y="40914"/>
                    <a:pt x="9558" y="41021"/>
                    <a:pt x="9415" y="41093"/>
                  </a:cubicBezTo>
                  <a:cubicBezTo>
                    <a:pt x="9271" y="41129"/>
                    <a:pt x="9164" y="41164"/>
                    <a:pt x="9021" y="41200"/>
                  </a:cubicBezTo>
                  <a:lnTo>
                    <a:pt x="8842" y="41200"/>
                  </a:lnTo>
                  <a:cubicBezTo>
                    <a:pt x="8878" y="41057"/>
                    <a:pt x="8914" y="40914"/>
                    <a:pt x="8949" y="40807"/>
                  </a:cubicBezTo>
                  <a:cubicBezTo>
                    <a:pt x="8985" y="40771"/>
                    <a:pt x="9021" y="40735"/>
                    <a:pt x="9021" y="40699"/>
                  </a:cubicBezTo>
                  <a:cubicBezTo>
                    <a:pt x="9128" y="40556"/>
                    <a:pt x="9236" y="40484"/>
                    <a:pt x="9307" y="40377"/>
                  </a:cubicBezTo>
                  <a:cubicBezTo>
                    <a:pt x="9450" y="40270"/>
                    <a:pt x="9558" y="40126"/>
                    <a:pt x="9665" y="39983"/>
                  </a:cubicBezTo>
                  <a:lnTo>
                    <a:pt x="9665" y="39947"/>
                  </a:lnTo>
                  <a:cubicBezTo>
                    <a:pt x="9880" y="39625"/>
                    <a:pt x="10059" y="39303"/>
                    <a:pt x="10202" y="38945"/>
                  </a:cubicBezTo>
                  <a:cubicBezTo>
                    <a:pt x="10310" y="38587"/>
                    <a:pt x="10381" y="38229"/>
                    <a:pt x="10381" y="37871"/>
                  </a:cubicBezTo>
                  <a:cubicBezTo>
                    <a:pt x="10417" y="37478"/>
                    <a:pt x="10381" y="37084"/>
                    <a:pt x="10310" y="36690"/>
                  </a:cubicBezTo>
                  <a:cubicBezTo>
                    <a:pt x="10238" y="36440"/>
                    <a:pt x="10202" y="36189"/>
                    <a:pt x="10166" y="35938"/>
                  </a:cubicBezTo>
                  <a:lnTo>
                    <a:pt x="10131" y="35759"/>
                  </a:lnTo>
                  <a:cubicBezTo>
                    <a:pt x="10095" y="35545"/>
                    <a:pt x="10059" y="35330"/>
                    <a:pt x="9987" y="35115"/>
                  </a:cubicBezTo>
                  <a:cubicBezTo>
                    <a:pt x="9952" y="34972"/>
                    <a:pt x="9844" y="34865"/>
                    <a:pt x="9701" y="34865"/>
                  </a:cubicBezTo>
                  <a:cubicBezTo>
                    <a:pt x="9594" y="34865"/>
                    <a:pt x="9522" y="34900"/>
                    <a:pt x="9450" y="34972"/>
                  </a:cubicBezTo>
                  <a:cubicBezTo>
                    <a:pt x="9415" y="35044"/>
                    <a:pt x="9379" y="35115"/>
                    <a:pt x="9379" y="35187"/>
                  </a:cubicBezTo>
                  <a:cubicBezTo>
                    <a:pt x="9415" y="35509"/>
                    <a:pt x="9450" y="35831"/>
                    <a:pt x="9450" y="36082"/>
                  </a:cubicBezTo>
                  <a:lnTo>
                    <a:pt x="9486" y="36368"/>
                  </a:lnTo>
                  <a:lnTo>
                    <a:pt x="9522" y="36690"/>
                  </a:lnTo>
                  <a:cubicBezTo>
                    <a:pt x="9522" y="36833"/>
                    <a:pt x="9558" y="36977"/>
                    <a:pt x="9558" y="37120"/>
                  </a:cubicBezTo>
                  <a:cubicBezTo>
                    <a:pt x="9594" y="37370"/>
                    <a:pt x="9594" y="37585"/>
                    <a:pt x="9558" y="37836"/>
                  </a:cubicBezTo>
                  <a:cubicBezTo>
                    <a:pt x="9522" y="38086"/>
                    <a:pt x="9450" y="38373"/>
                    <a:pt x="9343" y="38623"/>
                  </a:cubicBezTo>
                  <a:cubicBezTo>
                    <a:pt x="9236" y="38909"/>
                    <a:pt x="9057" y="39196"/>
                    <a:pt x="8878" y="39411"/>
                  </a:cubicBezTo>
                  <a:cubicBezTo>
                    <a:pt x="8806" y="39554"/>
                    <a:pt x="8699" y="39661"/>
                    <a:pt x="8591" y="39733"/>
                  </a:cubicBezTo>
                  <a:cubicBezTo>
                    <a:pt x="8448" y="39840"/>
                    <a:pt x="8341" y="39947"/>
                    <a:pt x="8233" y="40055"/>
                  </a:cubicBezTo>
                  <a:cubicBezTo>
                    <a:pt x="8019" y="40305"/>
                    <a:pt x="7875" y="40628"/>
                    <a:pt x="7804" y="40950"/>
                  </a:cubicBezTo>
                  <a:lnTo>
                    <a:pt x="7732" y="41200"/>
                  </a:lnTo>
                  <a:lnTo>
                    <a:pt x="7696" y="41379"/>
                  </a:lnTo>
                  <a:cubicBezTo>
                    <a:pt x="7661" y="41558"/>
                    <a:pt x="7625" y="41701"/>
                    <a:pt x="7589" y="41845"/>
                  </a:cubicBezTo>
                  <a:cubicBezTo>
                    <a:pt x="7553" y="41952"/>
                    <a:pt x="7482" y="42095"/>
                    <a:pt x="7446" y="42238"/>
                  </a:cubicBezTo>
                  <a:cubicBezTo>
                    <a:pt x="7374" y="42346"/>
                    <a:pt x="7303" y="42489"/>
                    <a:pt x="7231" y="42632"/>
                  </a:cubicBezTo>
                  <a:cubicBezTo>
                    <a:pt x="7088" y="42775"/>
                    <a:pt x="6981" y="42883"/>
                    <a:pt x="6837" y="42990"/>
                  </a:cubicBezTo>
                  <a:cubicBezTo>
                    <a:pt x="6658" y="43133"/>
                    <a:pt x="6479" y="43241"/>
                    <a:pt x="6300" y="43312"/>
                  </a:cubicBezTo>
                  <a:cubicBezTo>
                    <a:pt x="6157" y="43384"/>
                    <a:pt x="6014" y="43420"/>
                    <a:pt x="5835" y="43455"/>
                  </a:cubicBezTo>
                  <a:lnTo>
                    <a:pt x="5764" y="43491"/>
                  </a:lnTo>
                  <a:cubicBezTo>
                    <a:pt x="5585" y="43527"/>
                    <a:pt x="5406" y="43599"/>
                    <a:pt x="5262" y="43670"/>
                  </a:cubicBezTo>
                  <a:cubicBezTo>
                    <a:pt x="5048" y="43742"/>
                    <a:pt x="4904" y="43885"/>
                    <a:pt x="4761" y="44028"/>
                  </a:cubicBezTo>
                  <a:cubicBezTo>
                    <a:pt x="4726" y="44064"/>
                    <a:pt x="4726" y="44100"/>
                    <a:pt x="4690" y="44135"/>
                  </a:cubicBezTo>
                  <a:lnTo>
                    <a:pt x="4618" y="44207"/>
                  </a:lnTo>
                  <a:cubicBezTo>
                    <a:pt x="4547" y="44279"/>
                    <a:pt x="4475" y="44350"/>
                    <a:pt x="4403" y="44422"/>
                  </a:cubicBezTo>
                  <a:cubicBezTo>
                    <a:pt x="4296" y="44493"/>
                    <a:pt x="4153" y="44565"/>
                    <a:pt x="4010" y="44637"/>
                  </a:cubicBezTo>
                  <a:cubicBezTo>
                    <a:pt x="3759" y="44744"/>
                    <a:pt x="3544" y="44780"/>
                    <a:pt x="3330" y="44816"/>
                  </a:cubicBezTo>
                  <a:cubicBezTo>
                    <a:pt x="3186" y="44851"/>
                    <a:pt x="3043" y="44851"/>
                    <a:pt x="2936" y="44851"/>
                  </a:cubicBezTo>
                  <a:cubicBezTo>
                    <a:pt x="2793" y="44851"/>
                    <a:pt x="2649" y="44851"/>
                    <a:pt x="2506" y="44816"/>
                  </a:cubicBezTo>
                  <a:cubicBezTo>
                    <a:pt x="2327" y="44780"/>
                    <a:pt x="2112" y="44744"/>
                    <a:pt x="1934" y="44672"/>
                  </a:cubicBezTo>
                  <a:cubicBezTo>
                    <a:pt x="1826" y="44601"/>
                    <a:pt x="1719" y="44565"/>
                    <a:pt x="1611" y="44493"/>
                  </a:cubicBezTo>
                  <a:cubicBezTo>
                    <a:pt x="1540" y="44422"/>
                    <a:pt x="1468" y="44350"/>
                    <a:pt x="1397" y="44279"/>
                  </a:cubicBezTo>
                  <a:cubicBezTo>
                    <a:pt x="1361" y="44207"/>
                    <a:pt x="1325" y="44135"/>
                    <a:pt x="1289" y="44064"/>
                  </a:cubicBezTo>
                  <a:cubicBezTo>
                    <a:pt x="1289" y="44028"/>
                    <a:pt x="1253" y="43992"/>
                    <a:pt x="1253" y="43992"/>
                  </a:cubicBezTo>
                  <a:cubicBezTo>
                    <a:pt x="1253" y="43921"/>
                    <a:pt x="1289" y="43849"/>
                    <a:pt x="1325" y="43813"/>
                  </a:cubicBezTo>
                  <a:cubicBezTo>
                    <a:pt x="1361" y="43670"/>
                    <a:pt x="1397" y="43527"/>
                    <a:pt x="1397" y="43420"/>
                  </a:cubicBezTo>
                  <a:cubicBezTo>
                    <a:pt x="1397" y="43169"/>
                    <a:pt x="1361" y="42954"/>
                    <a:pt x="1289" y="42739"/>
                  </a:cubicBezTo>
                  <a:lnTo>
                    <a:pt x="1218" y="42596"/>
                  </a:lnTo>
                  <a:cubicBezTo>
                    <a:pt x="1110" y="42238"/>
                    <a:pt x="1003" y="41880"/>
                    <a:pt x="931" y="41522"/>
                  </a:cubicBezTo>
                  <a:cubicBezTo>
                    <a:pt x="895" y="41343"/>
                    <a:pt x="895" y="41164"/>
                    <a:pt x="931" y="40986"/>
                  </a:cubicBezTo>
                  <a:cubicBezTo>
                    <a:pt x="967" y="40699"/>
                    <a:pt x="1039" y="40449"/>
                    <a:pt x="1146" y="40198"/>
                  </a:cubicBezTo>
                  <a:cubicBezTo>
                    <a:pt x="1218" y="40055"/>
                    <a:pt x="1289" y="39912"/>
                    <a:pt x="1361" y="39733"/>
                  </a:cubicBezTo>
                  <a:lnTo>
                    <a:pt x="1397" y="39697"/>
                  </a:lnTo>
                  <a:cubicBezTo>
                    <a:pt x="1504" y="39482"/>
                    <a:pt x="1611" y="39232"/>
                    <a:pt x="1647" y="38981"/>
                  </a:cubicBezTo>
                  <a:cubicBezTo>
                    <a:pt x="1683" y="38730"/>
                    <a:pt x="1683" y="38516"/>
                    <a:pt x="1611" y="38301"/>
                  </a:cubicBezTo>
                  <a:cubicBezTo>
                    <a:pt x="1540" y="38158"/>
                    <a:pt x="1504" y="38015"/>
                    <a:pt x="1397" y="37907"/>
                  </a:cubicBezTo>
                  <a:cubicBezTo>
                    <a:pt x="1325" y="37728"/>
                    <a:pt x="1218" y="37549"/>
                    <a:pt x="1110" y="37370"/>
                  </a:cubicBezTo>
                  <a:cubicBezTo>
                    <a:pt x="1039" y="37191"/>
                    <a:pt x="1003" y="37048"/>
                    <a:pt x="1003" y="36905"/>
                  </a:cubicBezTo>
                  <a:cubicBezTo>
                    <a:pt x="967" y="36798"/>
                    <a:pt x="967" y="36726"/>
                    <a:pt x="1003" y="36619"/>
                  </a:cubicBezTo>
                  <a:cubicBezTo>
                    <a:pt x="1003" y="36511"/>
                    <a:pt x="1039" y="36368"/>
                    <a:pt x="1074" y="36261"/>
                  </a:cubicBezTo>
                  <a:cubicBezTo>
                    <a:pt x="1182" y="36010"/>
                    <a:pt x="1361" y="35795"/>
                    <a:pt x="1540" y="35616"/>
                  </a:cubicBezTo>
                  <a:cubicBezTo>
                    <a:pt x="1576" y="35581"/>
                    <a:pt x="1647" y="35509"/>
                    <a:pt x="1719" y="35437"/>
                  </a:cubicBezTo>
                  <a:lnTo>
                    <a:pt x="1790" y="35402"/>
                  </a:lnTo>
                  <a:lnTo>
                    <a:pt x="1898" y="35294"/>
                  </a:lnTo>
                  <a:lnTo>
                    <a:pt x="2005" y="35187"/>
                  </a:lnTo>
                  <a:cubicBezTo>
                    <a:pt x="2112" y="35079"/>
                    <a:pt x="2184" y="35008"/>
                    <a:pt x="2256" y="34900"/>
                  </a:cubicBezTo>
                  <a:cubicBezTo>
                    <a:pt x="2256" y="34829"/>
                    <a:pt x="2291" y="34793"/>
                    <a:pt x="2327" y="34721"/>
                  </a:cubicBezTo>
                  <a:cubicBezTo>
                    <a:pt x="2327" y="34614"/>
                    <a:pt x="2327" y="34542"/>
                    <a:pt x="2327" y="34471"/>
                  </a:cubicBezTo>
                  <a:cubicBezTo>
                    <a:pt x="2327" y="34364"/>
                    <a:pt x="2291" y="34292"/>
                    <a:pt x="2291" y="34220"/>
                  </a:cubicBezTo>
                  <a:lnTo>
                    <a:pt x="2291" y="34185"/>
                  </a:lnTo>
                  <a:cubicBezTo>
                    <a:pt x="2256" y="34006"/>
                    <a:pt x="2220" y="33862"/>
                    <a:pt x="2184" y="33683"/>
                  </a:cubicBezTo>
                  <a:cubicBezTo>
                    <a:pt x="2148" y="33469"/>
                    <a:pt x="2148" y="33218"/>
                    <a:pt x="2184" y="32968"/>
                  </a:cubicBezTo>
                  <a:cubicBezTo>
                    <a:pt x="2220" y="32717"/>
                    <a:pt x="2291" y="32466"/>
                    <a:pt x="2399" y="32216"/>
                  </a:cubicBezTo>
                  <a:cubicBezTo>
                    <a:pt x="2470" y="32073"/>
                    <a:pt x="2542" y="31929"/>
                    <a:pt x="2649" y="31786"/>
                  </a:cubicBezTo>
                  <a:lnTo>
                    <a:pt x="2828" y="31572"/>
                  </a:lnTo>
                  <a:cubicBezTo>
                    <a:pt x="2900" y="31500"/>
                    <a:pt x="2936" y="31464"/>
                    <a:pt x="3007" y="31393"/>
                  </a:cubicBezTo>
                  <a:lnTo>
                    <a:pt x="3115" y="31285"/>
                  </a:lnTo>
                  <a:cubicBezTo>
                    <a:pt x="3365" y="31106"/>
                    <a:pt x="3580" y="30891"/>
                    <a:pt x="3759" y="30605"/>
                  </a:cubicBezTo>
                  <a:cubicBezTo>
                    <a:pt x="3795" y="30533"/>
                    <a:pt x="3831" y="30426"/>
                    <a:pt x="3866" y="30319"/>
                  </a:cubicBezTo>
                  <a:cubicBezTo>
                    <a:pt x="3866" y="30247"/>
                    <a:pt x="3902" y="30140"/>
                    <a:pt x="3902" y="30032"/>
                  </a:cubicBezTo>
                  <a:lnTo>
                    <a:pt x="3902" y="29961"/>
                  </a:lnTo>
                  <a:cubicBezTo>
                    <a:pt x="3902" y="29889"/>
                    <a:pt x="3866" y="29818"/>
                    <a:pt x="3866" y="29746"/>
                  </a:cubicBezTo>
                  <a:lnTo>
                    <a:pt x="3831" y="29639"/>
                  </a:lnTo>
                  <a:cubicBezTo>
                    <a:pt x="3795" y="29460"/>
                    <a:pt x="3723" y="29281"/>
                    <a:pt x="3723" y="29102"/>
                  </a:cubicBezTo>
                  <a:cubicBezTo>
                    <a:pt x="3687" y="28923"/>
                    <a:pt x="3687" y="28744"/>
                    <a:pt x="3723" y="28565"/>
                  </a:cubicBezTo>
                  <a:cubicBezTo>
                    <a:pt x="3759" y="28278"/>
                    <a:pt x="3831" y="28028"/>
                    <a:pt x="3938" y="27813"/>
                  </a:cubicBezTo>
                  <a:cubicBezTo>
                    <a:pt x="4010" y="27563"/>
                    <a:pt x="4153" y="27348"/>
                    <a:pt x="4296" y="27133"/>
                  </a:cubicBezTo>
                  <a:cubicBezTo>
                    <a:pt x="4403" y="27026"/>
                    <a:pt x="4511" y="26882"/>
                    <a:pt x="4618" y="26775"/>
                  </a:cubicBezTo>
                  <a:lnTo>
                    <a:pt x="4690" y="26703"/>
                  </a:lnTo>
                  <a:cubicBezTo>
                    <a:pt x="4797" y="26596"/>
                    <a:pt x="4904" y="26489"/>
                    <a:pt x="4976" y="26417"/>
                  </a:cubicBezTo>
                  <a:cubicBezTo>
                    <a:pt x="5048" y="26345"/>
                    <a:pt x="5119" y="26238"/>
                    <a:pt x="5155" y="26167"/>
                  </a:cubicBezTo>
                  <a:cubicBezTo>
                    <a:pt x="5191" y="26095"/>
                    <a:pt x="5227" y="26023"/>
                    <a:pt x="5262" y="25916"/>
                  </a:cubicBezTo>
                  <a:cubicBezTo>
                    <a:pt x="5262" y="25880"/>
                    <a:pt x="5298" y="25809"/>
                    <a:pt x="5298" y="25773"/>
                  </a:cubicBezTo>
                  <a:lnTo>
                    <a:pt x="5298" y="25701"/>
                  </a:lnTo>
                  <a:lnTo>
                    <a:pt x="5298" y="25630"/>
                  </a:lnTo>
                  <a:cubicBezTo>
                    <a:pt x="5298" y="25522"/>
                    <a:pt x="5334" y="25415"/>
                    <a:pt x="5334" y="25307"/>
                  </a:cubicBezTo>
                  <a:cubicBezTo>
                    <a:pt x="5406" y="25057"/>
                    <a:pt x="5441" y="24806"/>
                    <a:pt x="5549" y="24556"/>
                  </a:cubicBezTo>
                  <a:cubicBezTo>
                    <a:pt x="5585" y="24484"/>
                    <a:pt x="5620" y="24413"/>
                    <a:pt x="5692" y="24341"/>
                  </a:cubicBezTo>
                  <a:cubicBezTo>
                    <a:pt x="5799" y="24234"/>
                    <a:pt x="5907" y="24090"/>
                    <a:pt x="6050" y="24019"/>
                  </a:cubicBezTo>
                  <a:cubicBezTo>
                    <a:pt x="6300" y="23840"/>
                    <a:pt x="6551" y="23661"/>
                    <a:pt x="6837" y="23554"/>
                  </a:cubicBezTo>
                  <a:cubicBezTo>
                    <a:pt x="6981" y="23482"/>
                    <a:pt x="7124" y="23446"/>
                    <a:pt x="7267" y="23410"/>
                  </a:cubicBezTo>
                  <a:lnTo>
                    <a:pt x="7661" y="23410"/>
                  </a:lnTo>
                  <a:cubicBezTo>
                    <a:pt x="7625" y="23518"/>
                    <a:pt x="7589" y="23625"/>
                    <a:pt x="7553" y="23697"/>
                  </a:cubicBezTo>
                  <a:cubicBezTo>
                    <a:pt x="7482" y="23876"/>
                    <a:pt x="7410" y="24019"/>
                    <a:pt x="7339" y="24198"/>
                  </a:cubicBezTo>
                  <a:cubicBezTo>
                    <a:pt x="7267" y="24341"/>
                    <a:pt x="7160" y="24556"/>
                    <a:pt x="7088" y="24735"/>
                  </a:cubicBezTo>
                  <a:cubicBezTo>
                    <a:pt x="7016" y="24914"/>
                    <a:pt x="6945" y="25128"/>
                    <a:pt x="6909" y="25307"/>
                  </a:cubicBezTo>
                  <a:cubicBezTo>
                    <a:pt x="6837" y="25558"/>
                    <a:pt x="6837" y="25773"/>
                    <a:pt x="6837" y="26023"/>
                  </a:cubicBezTo>
                  <a:cubicBezTo>
                    <a:pt x="6873" y="26202"/>
                    <a:pt x="6981" y="26417"/>
                    <a:pt x="7124" y="26596"/>
                  </a:cubicBezTo>
                  <a:cubicBezTo>
                    <a:pt x="7231" y="26703"/>
                    <a:pt x="7374" y="26811"/>
                    <a:pt x="7518" y="26918"/>
                  </a:cubicBezTo>
                  <a:cubicBezTo>
                    <a:pt x="7553" y="26954"/>
                    <a:pt x="7625" y="26954"/>
                    <a:pt x="7696" y="26954"/>
                  </a:cubicBezTo>
                  <a:cubicBezTo>
                    <a:pt x="7875" y="26954"/>
                    <a:pt x="8054" y="26775"/>
                    <a:pt x="8019" y="26596"/>
                  </a:cubicBezTo>
                  <a:cubicBezTo>
                    <a:pt x="8019" y="26489"/>
                    <a:pt x="7983" y="26417"/>
                    <a:pt x="7947" y="26345"/>
                  </a:cubicBezTo>
                  <a:cubicBezTo>
                    <a:pt x="7840" y="26274"/>
                    <a:pt x="7732" y="26167"/>
                    <a:pt x="7661" y="26059"/>
                  </a:cubicBezTo>
                  <a:cubicBezTo>
                    <a:pt x="7625" y="26023"/>
                    <a:pt x="7589" y="25952"/>
                    <a:pt x="7553" y="25916"/>
                  </a:cubicBezTo>
                  <a:cubicBezTo>
                    <a:pt x="7553" y="25880"/>
                    <a:pt x="7518" y="25809"/>
                    <a:pt x="7518" y="25773"/>
                  </a:cubicBezTo>
                  <a:cubicBezTo>
                    <a:pt x="7518" y="25665"/>
                    <a:pt x="7518" y="25558"/>
                    <a:pt x="7518" y="25451"/>
                  </a:cubicBezTo>
                  <a:cubicBezTo>
                    <a:pt x="7553" y="25236"/>
                    <a:pt x="7625" y="25021"/>
                    <a:pt x="7732" y="24842"/>
                  </a:cubicBezTo>
                  <a:cubicBezTo>
                    <a:pt x="7804" y="24663"/>
                    <a:pt x="7875" y="24484"/>
                    <a:pt x="7947" y="24305"/>
                  </a:cubicBezTo>
                  <a:cubicBezTo>
                    <a:pt x="8054" y="24126"/>
                    <a:pt x="8090" y="24019"/>
                    <a:pt x="8126" y="23911"/>
                  </a:cubicBezTo>
                  <a:cubicBezTo>
                    <a:pt x="8198" y="23732"/>
                    <a:pt x="8233" y="23589"/>
                    <a:pt x="8233" y="23410"/>
                  </a:cubicBezTo>
                  <a:lnTo>
                    <a:pt x="8233" y="23339"/>
                  </a:lnTo>
                  <a:cubicBezTo>
                    <a:pt x="8341" y="22766"/>
                    <a:pt x="8377" y="22158"/>
                    <a:pt x="8341" y="21549"/>
                  </a:cubicBezTo>
                  <a:cubicBezTo>
                    <a:pt x="8341" y="21298"/>
                    <a:pt x="8269" y="21084"/>
                    <a:pt x="8269" y="20869"/>
                  </a:cubicBezTo>
                  <a:lnTo>
                    <a:pt x="8269" y="20833"/>
                  </a:lnTo>
                  <a:cubicBezTo>
                    <a:pt x="8233" y="20654"/>
                    <a:pt x="8233" y="20475"/>
                    <a:pt x="8233" y="20296"/>
                  </a:cubicBezTo>
                  <a:lnTo>
                    <a:pt x="8233" y="20260"/>
                  </a:lnTo>
                  <a:cubicBezTo>
                    <a:pt x="8233" y="20189"/>
                    <a:pt x="8233" y="20081"/>
                    <a:pt x="8233" y="20010"/>
                  </a:cubicBezTo>
                  <a:lnTo>
                    <a:pt x="8233" y="19938"/>
                  </a:lnTo>
                  <a:lnTo>
                    <a:pt x="8233" y="19831"/>
                  </a:lnTo>
                  <a:lnTo>
                    <a:pt x="8233" y="19795"/>
                  </a:lnTo>
                  <a:cubicBezTo>
                    <a:pt x="8233" y="19759"/>
                    <a:pt x="8233" y="19688"/>
                    <a:pt x="8233" y="19652"/>
                  </a:cubicBezTo>
                  <a:cubicBezTo>
                    <a:pt x="8233" y="19580"/>
                    <a:pt x="8233" y="19509"/>
                    <a:pt x="8233" y="19437"/>
                  </a:cubicBezTo>
                  <a:cubicBezTo>
                    <a:pt x="8162" y="19222"/>
                    <a:pt x="8090" y="19043"/>
                    <a:pt x="7947" y="18900"/>
                  </a:cubicBezTo>
                  <a:lnTo>
                    <a:pt x="7911" y="18793"/>
                  </a:lnTo>
                  <a:cubicBezTo>
                    <a:pt x="7804" y="18650"/>
                    <a:pt x="7696" y="18471"/>
                    <a:pt x="7589" y="18292"/>
                  </a:cubicBezTo>
                  <a:cubicBezTo>
                    <a:pt x="7553" y="18184"/>
                    <a:pt x="7518" y="18077"/>
                    <a:pt x="7518" y="17970"/>
                  </a:cubicBezTo>
                  <a:cubicBezTo>
                    <a:pt x="7482" y="17826"/>
                    <a:pt x="7482" y="17683"/>
                    <a:pt x="7518" y="17504"/>
                  </a:cubicBezTo>
                  <a:cubicBezTo>
                    <a:pt x="7553" y="17361"/>
                    <a:pt x="7589" y="17182"/>
                    <a:pt x="7625" y="17003"/>
                  </a:cubicBezTo>
                  <a:cubicBezTo>
                    <a:pt x="7696" y="16896"/>
                    <a:pt x="7768" y="16788"/>
                    <a:pt x="7840" y="16717"/>
                  </a:cubicBezTo>
                  <a:cubicBezTo>
                    <a:pt x="7911" y="16609"/>
                    <a:pt x="7983" y="16538"/>
                    <a:pt x="8090" y="16430"/>
                  </a:cubicBezTo>
                  <a:cubicBezTo>
                    <a:pt x="8162" y="16359"/>
                    <a:pt x="8269" y="16251"/>
                    <a:pt x="8341" y="16144"/>
                  </a:cubicBezTo>
                  <a:cubicBezTo>
                    <a:pt x="8484" y="16001"/>
                    <a:pt x="8591" y="15822"/>
                    <a:pt x="8627" y="15643"/>
                  </a:cubicBezTo>
                  <a:lnTo>
                    <a:pt x="8627" y="15464"/>
                  </a:lnTo>
                  <a:lnTo>
                    <a:pt x="8591" y="15249"/>
                  </a:lnTo>
                  <a:cubicBezTo>
                    <a:pt x="8556" y="15142"/>
                    <a:pt x="8556" y="15070"/>
                    <a:pt x="8520" y="14999"/>
                  </a:cubicBezTo>
                  <a:lnTo>
                    <a:pt x="8412" y="14748"/>
                  </a:lnTo>
                  <a:cubicBezTo>
                    <a:pt x="8341" y="14569"/>
                    <a:pt x="8305" y="14354"/>
                    <a:pt x="8269" y="14175"/>
                  </a:cubicBezTo>
                  <a:cubicBezTo>
                    <a:pt x="8233" y="13961"/>
                    <a:pt x="8233" y="13746"/>
                    <a:pt x="8269" y="13531"/>
                  </a:cubicBezTo>
                  <a:cubicBezTo>
                    <a:pt x="8269" y="13352"/>
                    <a:pt x="8341" y="13173"/>
                    <a:pt x="8412" y="12994"/>
                  </a:cubicBezTo>
                  <a:cubicBezTo>
                    <a:pt x="8520" y="12779"/>
                    <a:pt x="8663" y="12529"/>
                    <a:pt x="8806" y="12314"/>
                  </a:cubicBezTo>
                  <a:cubicBezTo>
                    <a:pt x="8949" y="12135"/>
                    <a:pt x="9128" y="11956"/>
                    <a:pt x="9307" y="11777"/>
                  </a:cubicBezTo>
                  <a:lnTo>
                    <a:pt x="9522" y="11562"/>
                  </a:lnTo>
                  <a:cubicBezTo>
                    <a:pt x="9629" y="11455"/>
                    <a:pt x="9737" y="11383"/>
                    <a:pt x="9844" y="11276"/>
                  </a:cubicBezTo>
                  <a:cubicBezTo>
                    <a:pt x="10059" y="11061"/>
                    <a:pt x="10166" y="10811"/>
                    <a:pt x="10238" y="10524"/>
                  </a:cubicBezTo>
                  <a:cubicBezTo>
                    <a:pt x="10238" y="10417"/>
                    <a:pt x="10238" y="10345"/>
                    <a:pt x="10238" y="10238"/>
                  </a:cubicBezTo>
                  <a:cubicBezTo>
                    <a:pt x="10202" y="10131"/>
                    <a:pt x="10202" y="9987"/>
                    <a:pt x="10238" y="9880"/>
                  </a:cubicBezTo>
                  <a:cubicBezTo>
                    <a:pt x="10238" y="9773"/>
                    <a:pt x="10274" y="9665"/>
                    <a:pt x="10310" y="9558"/>
                  </a:cubicBezTo>
                  <a:cubicBezTo>
                    <a:pt x="10345" y="9486"/>
                    <a:pt x="10381" y="9379"/>
                    <a:pt x="10453" y="9307"/>
                  </a:cubicBezTo>
                  <a:cubicBezTo>
                    <a:pt x="10560" y="9164"/>
                    <a:pt x="10667" y="9057"/>
                    <a:pt x="10811" y="8985"/>
                  </a:cubicBezTo>
                  <a:cubicBezTo>
                    <a:pt x="11025" y="8806"/>
                    <a:pt x="11312" y="8627"/>
                    <a:pt x="11562" y="8520"/>
                  </a:cubicBezTo>
                  <a:cubicBezTo>
                    <a:pt x="11706" y="8484"/>
                    <a:pt x="11813" y="8448"/>
                    <a:pt x="11956" y="8412"/>
                  </a:cubicBezTo>
                  <a:cubicBezTo>
                    <a:pt x="11956" y="8448"/>
                    <a:pt x="11956" y="8520"/>
                    <a:pt x="11956" y="8556"/>
                  </a:cubicBezTo>
                  <a:lnTo>
                    <a:pt x="11992" y="8699"/>
                  </a:lnTo>
                  <a:lnTo>
                    <a:pt x="11992" y="8735"/>
                  </a:lnTo>
                  <a:lnTo>
                    <a:pt x="11992" y="8770"/>
                  </a:lnTo>
                  <a:cubicBezTo>
                    <a:pt x="11992" y="8842"/>
                    <a:pt x="12028" y="8878"/>
                    <a:pt x="12028" y="8949"/>
                  </a:cubicBezTo>
                  <a:lnTo>
                    <a:pt x="12063" y="9021"/>
                  </a:lnTo>
                  <a:cubicBezTo>
                    <a:pt x="12099" y="9092"/>
                    <a:pt x="12099" y="9164"/>
                    <a:pt x="12135" y="9236"/>
                  </a:cubicBezTo>
                  <a:cubicBezTo>
                    <a:pt x="12171" y="9343"/>
                    <a:pt x="12242" y="9486"/>
                    <a:pt x="12278" y="9594"/>
                  </a:cubicBezTo>
                  <a:cubicBezTo>
                    <a:pt x="12171" y="9701"/>
                    <a:pt x="12063" y="9808"/>
                    <a:pt x="11956" y="9880"/>
                  </a:cubicBezTo>
                  <a:lnTo>
                    <a:pt x="11920" y="9952"/>
                  </a:lnTo>
                  <a:cubicBezTo>
                    <a:pt x="11598" y="10274"/>
                    <a:pt x="11348" y="10632"/>
                    <a:pt x="11169" y="11097"/>
                  </a:cubicBezTo>
                  <a:cubicBezTo>
                    <a:pt x="11097" y="11312"/>
                    <a:pt x="11061" y="11526"/>
                    <a:pt x="11025" y="11777"/>
                  </a:cubicBezTo>
                  <a:cubicBezTo>
                    <a:pt x="11025" y="12028"/>
                    <a:pt x="11025" y="12242"/>
                    <a:pt x="11097" y="12493"/>
                  </a:cubicBezTo>
                  <a:cubicBezTo>
                    <a:pt x="11169" y="12708"/>
                    <a:pt x="11240" y="12922"/>
                    <a:pt x="11348" y="13137"/>
                  </a:cubicBezTo>
                  <a:cubicBezTo>
                    <a:pt x="11527" y="13424"/>
                    <a:pt x="11777" y="13674"/>
                    <a:pt x="12099" y="13782"/>
                  </a:cubicBezTo>
                  <a:cubicBezTo>
                    <a:pt x="12171" y="13817"/>
                    <a:pt x="12242" y="13853"/>
                    <a:pt x="12314" y="13853"/>
                  </a:cubicBezTo>
                  <a:cubicBezTo>
                    <a:pt x="12457" y="13853"/>
                    <a:pt x="12600" y="13782"/>
                    <a:pt x="12672" y="13638"/>
                  </a:cubicBezTo>
                  <a:cubicBezTo>
                    <a:pt x="12744" y="13531"/>
                    <a:pt x="12744" y="13424"/>
                    <a:pt x="12708" y="13316"/>
                  </a:cubicBezTo>
                  <a:cubicBezTo>
                    <a:pt x="12672" y="13209"/>
                    <a:pt x="12600" y="13101"/>
                    <a:pt x="12529" y="13066"/>
                  </a:cubicBezTo>
                  <a:cubicBezTo>
                    <a:pt x="12421" y="12994"/>
                    <a:pt x="12350" y="12958"/>
                    <a:pt x="12242" y="12887"/>
                  </a:cubicBezTo>
                  <a:cubicBezTo>
                    <a:pt x="12207" y="12851"/>
                    <a:pt x="12135" y="12815"/>
                    <a:pt x="12099" y="12744"/>
                  </a:cubicBezTo>
                  <a:cubicBezTo>
                    <a:pt x="12028" y="12636"/>
                    <a:pt x="11992" y="12529"/>
                    <a:pt x="11920" y="12421"/>
                  </a:cubicBezTo>
                  <a:cubicBezTo>
                    <a:pt x="11849" y="12278"/>
                    <a:pt x="11813" y="12135"/>
                    <a:pt x="11777" y="11992"/>
                  </a:cubicBezTo>
                  <a:cubicBezTo>
                    <a:pt x="11777" y="11849"/>
                    <a:pt x="11777" y="11705"/>
                    <a:pt x="11777" y="11562"/>
                  </a:cubicBezTo>
                  <a:cubicBezTo>
                    <a:pt x="11884" y="11169"/>
                    <a:pt x="12099" y="10811"/>
                    <a:pt x="12386" y="10560"/>
                  </a:cubicBezTo>
                  <a:cubicBezTo>
                    <a:pt x="12421" y="10488"/>
                    <a:pt x="12457" y="10417"/>
                    <a:pt x="12529" y="10381"/>
                  </a:cubicBezTo>
                  <a:lnTo>
                    <a:pt x="12636" y="10274"/>
                  </a:lnTo>
                  <a:lnTo>
                    <a:pt x="12744" y="10166"/>
                  </a:lnTo>
                  <a:cubicBezTo>
                    <a:pt x="12851" y="10059"/>
                    <a:pt x="12887" y="9987"/>
                    <a:pt x="12958" y="9916"/>
                  </a:cubicBezTo>
                  <a:cubicBezTo>
                    <a:pt x="12994" y="9880"/>
                    <a:pt x="12994" y="9808"/>
                    <a:pt x="13030" y="9773"/>
                  </a:cubicBezTo>
                  <a:cubicBezTo>
                    <a:pt x="13066" y="9701"/>
                    <a:pt x="13066" y="9629"/>
                    <a:pt x="13066" y="9558"/>
                  </a:cubicBezTo>
                  <a:cubicBezTo>
                    <a:pt x="13066" y="9486"/>
                    <a:pt x="13066" y="9379"/>
                    <a:pt x="13030" y="9307"/>
                  </a:cubicBezTo>
                  <a:lnTo>
                    <a:pt x="13030" y="9200"/>
                  </a:lnTo>
                  <a:lnTo>
                    <a:pt x="13030" y="9128"/>
                  </a:lnTo>
                  <a:lnTo>
                    <a:pt x="13030" y="9057"/>
                  </a:lnTo>
                  <a:lnTo>
                    <a:pt x="13030" y="8985"/>
                  </a:lnTo>
                  <a:cubicBezTo>
                    <a:pt x="13030" y="8842"/>
                    <a:pt x="12994" y="8699"/>
                    <a:pt x="12994" y="8556"/>
                  </a:cubicBezTo>
                  <a:cubicBezTo>
                    <a:pt x="12958" y="8198"/>
                    <a:pt x="12958" y="7804"/>
                    <a:pt x="12994" y="7446"/>
                  </a:cubicBezTo>
                  <a:cubicBezTo>
                    <a:pt x="12994" y="7339"/>
                    <a:pt x="13030" y="7195"/>
                    <a:pt x="13066" y="7052"/>
                  </a:cubicBezTo>
                  <a:cubicBezTo>
                    <a:pt x="13102" y="6909"/>
                    <a:pt x="13137" y="6802"/>
                    <a:pt x="13209" y="6658"/>
                  </a:cubicBezTo>
                  <a:cubicBezTo>
                    <a:pt x="13280" y="6479"/>
                    <a:pt x="13388" y="6300"/>
                    <a:pt x="13495" y="6121"/>
                  </a:cubicBezTo>
                  <a:cubicBezTo>
                    <a:pt x="13603" y="5978"/>
                    <a:pt x="13710" y="5871"/>
                    <a:pt x="13817" y="5764"/>
                  </a:cubicBezTo>
                  <a:lnTo>
                    <a:pt x="14032" y="5620"/>
                  </a:lnTo>
                  <a:lnTo>
                    <a:pt x="14068" y="5549"/>
                  </a:lnTo>
                  <a:lnTo>
                    <a:pt x="14140" y="5513"/>
                  </a:lnTo>
                  <a:cubicBezTo>
                    <a:pt x="14283" y="5406"/>
                    <a:pt x="14390" y="5298"/>
                    <a:pt x="14498" y="5191"/>
                  </a:cubicBezTo>
                  <a:cubicBezTo>
                    <a:pt x="14569" y="5083"/>
                    <a:pt x="14605" y="5012"/>
                    <a:pt x="14676" y="4940"/>
                  </a:cubicBezTo>
                  <a:cubicBezTo>
                    <a:pt x="14676" y="4869"/>
                    <a:pt x="14712" y="4833"/>
                    <a:pt x="14748" y="4797"/>
                  </a:cubicBezTo>
                  <a:cubicBezTo>
                    <a:pt x="14748" y="4726"/>
                    <a:pt x="14784" y="4654"/>
                    <a:pt x="14784" y="4618"/>
                  </a:cubicBezTo>
                  <a:cubicBezTo>
                    <a:pt x="14784" y="4511"/>
                    <a:pt x="14784" y="4439"/>
                    <a:pt x="14784" y="4368"/>
                  </a:cubicBezTo>
                  <a:cubicBezTo>
                    <a:pt x="14784" y="4332"/>
                    <a:pt x="14784" y="4296"/>
                    <a:pt x="14784" y="4260"/>
                  </a:cubicBezTo>
                  <a:cubicBezTo>
                    <a:pt x="14784" y="4260"/>
                    <a:pt x="14748" y="4224"/>
                    <a:pt x="14748" y="4189"/>
                  </a:cubicBezTo>
                  <a:lnTo>
                    <a:pt x="14748" y="4153"/>
                  </a:lnTo>
                  <a:cubicBezTo>
                    <a:pt x="14748" y="4117"/>
                    <a:pt x="14712" y="4081"/>
                    <a:pt x="14712" y="4045"/>
                  </a:cubicBezTo>
                  <a:lnTo>
                    <a:pt x="14712" y="3938"/>
                  </a:lnTo>
                  <a:lnTo>
                    <a:pt x="14712" y="3831"/>
                  </a:lnTo>
                  <a:cubicBezTo>
                    <a:pt x="14712" y="3616"/>
                    <a:pt x="14712" y="3365"/>
                    <a:pt x="14712" y="3151"/>
                  </a:cubicBezTo>
                  <a:cubicBezTo>
                    <a:pt x="14748" y="3007"/>
                    <a:pt x="14784" y="2864"/>
                    <a:pt x="14820" y="2721"/>
                  </a:cubicBezTo>
                  <a:cubicBezTo>
                    <a:pt x="14927" y="2542"/>
                    <a:pt x="15034" y="2363"/>
                    <a:pt x="15142" y="2184"/>
                  </a:cubicBezTo>
                  <a:cubicBezTo>
                    <a:pt x="15357" y="1969"/>
                    <a:pt x="15571" y="1719"/>
                    <a:pt x="15822" y="1540"/>
                  </a:cubicBezTo>
                  <a:cubicBezTo>
                    <a:pt x="16216" y="1218"/>
                    <a:pt x="16681" y="1003"/>
                    <a:pt x="17182" y="860"/>
                  </a:cubicBezTo>
                  <a:cubicBezTo>
                    <a:pt x="17397" y="824"/>
                    <a:pt x="17612" y="788"/>
                    <a:pt x="17826" y="752"/>
                  </a:cubicBezTo>
                  <a:lnTo>
                    <a:pt x="18256" y="681"/>
                  </a:lnTo>
                  <a:close/>
                  <a:moveTo>
                    <a:pt x="18149" y="1"/>
                  </a:moveTo>
                  <a:cubicBezTo>
                    <a:pt x="18005" y="1"/>
                    <a:pt x="17826" y="1"/>
                    <a:pt x="17683" y="36"/>
                  </a:cubicBezTo>
                  <a:cubicBezTo>
                    <a:pt x="17468" y="72"/>
                    <a:pt x="17289" y="108"/>
                    <a:pt x="17075" y="144"/>
                  </a:cubicBezTo>
                  <a:cubicBezTo>
                    <a:pt x="16824" y="215"/>
                    <a:pt x="16609" y="287"/>
                    <a:pt x="16395" y="394"/>
                  </a:cubicBezTo>
                  <a:cubicBezTo>
                    <a:pt x="16216" y="466"/>
                    <a:pt x="16072" y="573"/>
                    <a:pt x="15965" y="645"/>
                  </a:cubicBezTo>
                  <a:cubicBezTo>
                    <a:pt x="15786" y="752"/>
                    <a:pt x="15643" y="860"/>
                    <a:pt x="15500" y="1003"/>
                  </a:cubicBezTo>
                  <a:lnTo>
                    <a:pt x="15464" y="1039"/>
                  </a:lnTo>
                  <a:cubicBezTo>
                    <a:pt x="15357" y="1146"/>
                    <a:pt x="15249" y="1253"/>
                    <a:pt x="15142" y="1361"/>
                  </a:cubicBezTo>
                  <a:cubicBezTo>
                    <a:pt x="15034" y="1504"/>
                    <a:pt x="14927" y="1647"/>
                    <a:pt x="14784" y="1790"/>
                  </a:cubicBezTo>
                  <a:cubicBezTo>
                    <a:pt x="14676" y="1969"/>
                    <a:pt x="14533" y="2112"/>
                    <a:pt x="14426" y="2291"/>
                  </a:cubicBezTo>
                  <a:cubicBezTo>
                    <a:pt x="14247" y="2578"/>
                    <a:pt x="14104" y="2936"/>
                    <a:pt x="14068" y="3294"/>
                  </a:cubicBezTo>
                  <a:cubicBezTo>
                    <a:pt x="14032" y="3437"/>
                    <a:pt x="14032" y="3616"/>
                    <a:pt x="13996" y="3795"/>
                  </a:cubicBezTo>
                  <a:cubicBezTo>
                    <a:pt x="13996" y="3902"/>
                    <a:pt x="13996" y="4010"/>
                    <a:pt x="13961" y="4117"/>
                  </a:cubicBezTo>
                  <a:lnTo>
                    <a:pt x="13961" y="4153"/>
                  </a:lnTo>
                  <a:cubicBezTo>
                    <a:pt x="13961" y="4189"/>
                    <a:pt x="13996" y="4189"/>
                    <a:pt x="13996" y="4224"/>
                  </a:cubicBezTo>
                  <a:lnTo>
                    <a:pt x="13996" y="4439"/>
                  </a:lnTo>
                  <a:cubicBezTo>
                    <a:pt x="13961" y="4511"/>
                    <a:pt x="13925" y="4547"/>
                    <a:pt x="13853" y="4582"/>
                  </a:cubicBezTo>
                  <a:lnTo>
                    <a:pt x="13603" y="4761"/>
                  </a:lnTo>
                  <a:lnTo>
                    <a:pt x="13531" y="4833"/>
                  </a:lnTo>
                  <a:cubicBezTo>
                    <a:pt x="13316" y="4940"/>
                    <a:pt x="13137" y="5083"/>
                    <a:pt x="12958" y="5262"/>
                  </a:cubicBezTo>
                  <a:cubicBezTo>
                    <a:pt x="12851" y="5370"/>
                    <a:pt x="12744" y="5513"/>
                    <a:pt x="12636" y="5656"/>
                  </a:cubicBezTo>
                  <a:cubicBezTo>
                    <a:pt x="12529" y="5764"/>
                    <a:pt x="12457" y="5907"/>
                    <a:pt x="12386" y="6050"/>
                  </a:cubicBezTo>
                  <a:cubicBezTo>
                    <a:pt x="12314" y="6193"/>
                    <a:pt x="12242" y="6372"/>
                    <a:pt x="12171" y="6551"/>
                  </a:cubicBezTo>
                  <a:cubicBezTo>
                    <a:pt x="12099" y="6694"/>
                    <a:pt x="12063" y="6873"/>
                    <a:pt x="12063" y="7052"/>
                  </a:cubicBezTo>
                  <a:cubicBezTo>
                    <a:pt x="12028" y="7231"/>
                    <a:pt x="12028" y="7410"/>
                    <a:pt x="11992" y="7589"/>
                  </a:cubicBezTo>
                  <a:lnTo>
                    <a:pt x="11992" y="7911"/>
                  </a:lnTo>
                  <a:lnTo>
                    <a:pt x="11884" y="7947"/>
                  </a:lnTo>
                  <a:cubicBezTo>
                    <a:pt x="11777" y="7983"/>
                    <a:pt x="11706" y="7983"/>
                    <a:pt x="11598" y="8019"/>
                  </a:cubicBezTo>
                  <a:cubicBezTo>
                    <a:pt x="11240" y="8162"/>
                    <a:pt x="10918" y="8341"/>
                    <a:pt x="10596" y="8591"/>
                  </a:cubicBezTo>
                  <a:cubicBezTo>
                    <a:pt x="10310" y="8806"/>
                    <a:pt x="10059" y="9092"/>
                    <a:pt x="9916" y="9415"/>
                  </a:cubicBezTo>
                  <a:cubicBezTo>
                    <a:pt x="9808" y="9594"/>
                    <a:pt x="9773" y="9773"/>
                    <a:pt x="9737" y="9987"/>
                  </a:cubicBezTo>
                  <a:lnTo>
                    <a:pt x="9737" y="10274"/>
                  </a:lnTo>
                  <a:lnTo>
                    <a:pt x="9737" y="10417"/>
                  </a:lnTo>
                  <a:lnTo>
                    <a:pt x="9701" y="10524"/>
                  </a:lnTo>
                  <a:cubicBezTo>
                    <a:pt x="9701" y="10560"/>
                    <a:pt x="9665" y="10596"/>
                    <a:pt x="9629" y="10632"/>
                  </a:cubicBezTo>
                  <a:cubicBezTo>
                    <a:pt x="9558" y="10739"/>
                    <a:pt x="9450" y="10811"/>
                    <a:pt x="9379" y="10882"/>
                  </a:cubicBezTo>
                  <a:cubicBezTo>
                    <a:pt x="9164" y="11025"/>
                    <a:pt x="9021" y="11169"/>
                    <a:pt x="8842" y="11276"/>
                  </a:cubicBezTo>
                  <a:cubicBezTo>
                    <a:pt x="8663" y="11455"/>
                    <a:pt x="8484" y="11634"/>
                    <a:pt x="8305" y="11813"/>
                  </a:cubicBezTo>
                  <a:cubicBezTo>
                    <a:pt x="8126" y="11992"/>
                    <a:pt x="7947" y="12135"/>
                    <a:pt x="7804" y="12350"/>
                  </a:cubicBezTo>
                  <a:cubicBezTo>
                    <a:pt x="7625" y="12565"/>
                    <a:pt x="7518" y="12851"/>
                    <a:pt x="7410" y="13101"/>
                  </a:cubicBezTo>
                  <a:cubicBezTo>
                    <a:pt x="7339" y="13352"/>
                    <a:pt x="7303" y="13638"/>
                    <a:pt x="7267" y="13925"/>
                  </a:cubicBezTo>
                  <a:cubicBezTo>
                    <a:pt x="7267" y="14175"/>
                    <a:pt x="7267" y="14426"/>
                    <a:pt x="7303" y="14712"/>
                  </a:cubicBezTo>
                  <a:cubicBezTo>
                    <a:pt x="7339" y="14855"/>
                    <a:pt x="7374" y="14999"/>
                    <a:pt x="7410" y="15142"/>
                  </a:cubicBezTo>
                  <a:lnTo>
                    <a:pt x="7446" y="15321"/>
                  </a:lnTo>
                  <a:lnTo>
                    <a:pt x="7303" y="15464"/>
                  </a:lnTo>
                  <a:cubicBezTo>
                    <a:pt x="7231" y="15500"/>
                    <a:pt x="7195" y="15571"/>
                    <a:pt x="7160" y="15607"/>
                  </a:cubicBezTo>
                  <a:cubicBezTo>
                    <a:pt x="6981" y="15786"/>
                    <a:pt x="6837" y="15965"/>
                    <a:pt x="6694" y="16180"/>
                  </a:cubicBezTo>
                  <a:cubicBezTo>
                    <a:pt x="6551" y="16395"/>
                    <a:pt x="6479" y="16609"/>
                    <a:pt x="6408" y="16860"/>
                  </a:cubicBezTo>
                  <a:cubicBezTo>
                    <a:pt x="6336" y="17110"/>
                    <a:pt x="6300" y="17397"/>
                    <a:pt x="6300" y="17683"/>
                  </a:cubicBezTo>
                  <a:cubicBezTo>
                    <a:pt x="6300" y="17898"/>
                    <a:pt x="6336" y="18149"/>
                    <a:pt x="6444" y="18363"/>
                  </a:cubicBezTo>
                  <a:cubicBezTo>
                    <a:pt x="6479" y="18506"/>
                    <a:pt x="6515" y="18614"/>
                    <a:pt x="6587" y="18721"/>
                  </a:cubicBezTo>
                  <a:cubicBezTo>
                    <a:pt x="6623" y="18829"/>
                    <a:pt x="6694" y="18936"/>
                    <a:pt x="6766" y="19043"/>
                  </a:cubicBezTo>
                  <a:cubicBezTo>
                    <a:pt x="6909" y="19222"/>
                    <a:pt x="7016" y="19366"/>
                    <a:pt x="7195" y="19509"/>
                  </a:cubicBezTo>
                  <a:lnTo>
                    <a:pt x="7303" y="19580"/>
                  </a:lnTo>
                  <a:cubicBezTo>
                    <a:pt x="7339" y="19652"/>
                    <a:pt x="7410" y="19688"/>
                    <a:pt x="7482" y="19759"/>
                  </a:cubicBezTo>
                  <a:cubicBezTo>
                    <a:pt x="7482" y="19831"/>
                    <a:pt x="7518" y="19938"/>
                    <a:pt x="7518" y="20046"/>
                  </a:cubicBezTo>
                  <a:cubicBezTo>
                    <a:pt x="7553" y="20296"/>
                    <a:pt x="7589" y="20511"/>
                    <a:pt x="7661" y="20762"/>
                  </a:cubicBezTo>
                  <a:lnTo>
                    <a:pt x="7661" y="20833"/>
                  </a:lnTo>
                  <a:cubicBezTo>
                    <a:pt x="7696" y="21084"/>
                    <a:pt x="7732" y="21334"/>
                    <a:pt x="7768" y="21585"/>
                  </a:cubicBezTo>
                  <a:cubicBezTo>
                    <a:pt x="7804" y="21907"/>
                    <a:pt x="7804" y="22229"/>
                    <a:pt x="7768" y="22551"/>
                  </a:cubicBezTo>
                  <a:lnTo>
                    <a:pt x="7768" y="22659"/>
                  </a:lnTo>
                  <a:cubicBezTo>
                    <a:pt x="7661" y="22623"/>
                    <a:pt x="7518" y="22623"/>
                    <a:pt x="7410" y="22623"/>
                  </a:cubicBezTo>
                  <a:lnTo>
                    <a:pt x="7124" y="22623"/>
                  </a:lnTo>
                  <a:cubicBezTo>
                    <a:pt x="6873" y="22659"/>
                    <a:pt x="6623" y="22730"/>
                    <a:pt x="6408" y="22873"/>
                  </a:cubicBezTo>
                  <a:cubicBezTo>
                    <a:pt x="6157" y="22945"/>
                    <a:pt x="5943" y="23088"/>
                    <a:pt x="5728" y="23231"/>
                  </a:cubicBezTo>
                  <a:cubicBezTo>
                    <a:pt x="5513" y="23375"/>
                    <a:pt x="5298" y="23589"/>
                    <a:pt x="5119" y="23840"/>
                  </a:cubicBezTo>
                  <a:cubicBezTo>
                    <a:pt x="4833" y="24198"/>
                    <a:pt x="4654" y="24627"/>
                    <a:pt x="4582" y="25093"/>
                  </a:cubicBezTo>
                  <a:lnTo>
                    <a:pt x="4547" y="25343"/>
                  </a:lnTo>
                  <a:lnTo>
                    <a:pt x="4547" y="25486"/>
                  </a:lnTo>
                  <a:cubicBezTo>
                    <a:pt x="4511" y="25522"/>
                    <a:pt x="4511" y="25594"/>
                    <a:pt x="4475" y="25665"/>
                  </a:cubicBezTo>
                  <a:cubicBezTo>
                    <a:pt x="4475" y="25701"/>
                    <a:pt x="4475" y="25737"/>
                    <a:pt x="4439" y="25737"/>
                  </a:cubicBezTo>
                  <a:cubicBezTo>
                    <a:pt x="4368" y="25844"/>
                    <a:pt x="4260" y="25952"/>
                    <a:pt x="4153" y="26023"/>
                  </a:cubicBezTo>
                  <a:lnTo>
                    <a:pt x="4117" y="26059"/>
                  </a:lnTo>
                  <a:cubicBezTo>
                    <a:pt x="3938" y="26202"/>
                    <a:pt x="3795" y="26345"/>
                    <a:pt x="3652" y="26489"/>
                  </a:cubicBezTo>
                  <a:cubicBezTo>
                    <a:pt x="3365" y="26811"/>
                    <a:pt x="3115" y="27169"/>
                    <a:pt x="2972" y="27598"/>
                  </a:cubicBezTo>
                  <a:cubicBezTo>
                    <a:pt x="2864" y="27813"/>
                    <a:pt x="2757" y="28028"/>
                    <a:pt x="2721" y="28278"/>
                  </a:cubicBezTo>
                  <a:cubicBezTo>
                    <a:pt x="2649" y="28493"/>
                    <a:pt x="2614" y="28744"/>
                    <a:pt x="2614" y="28994"/>
                  </a:cubicBezTo>
                  <a:cubicBezTo>
                    <a:pt x="2614" y="29281"/>
                    <a:pt x="2614" y="29531"/>
                    <a:pt x="2685" y="29818"/>
                  </a:cubicBezTo>
                  <a:lnTo>
                    <a:pt x="2685" y="29889"/>
                  </a:lnTo>
                  <a:cubicBezTo>
                    <a:pt x="2685" y="29925"/>
                    <a:pt x="2685" y="29961"/>
                    <a:pt x="2685" y="29997"/>
                  </a:cubicBezTo>
                  <a:lnTo>
                    <a:pt x="2685" y="30032"/>
                  </a:lnTo>
                  <a:cubicBezTo>
                    <a:pt x="2649" y="30068"/>
                    <a:pt x="2614" y="30140"/>
                    <a:pt x="2614" y="30176"/>
                  </a:cubicBezTo>
                  <a:cubicBezTo>
                    <a:pt x="2506" y="30283"/>
                    <a:pt x="2399" y="30390"/>
                    <a:pt x="2291" y="30498"/>
                  </a:cubicBezTo>
                  <a:lnTo>
                    <a:pt x="2220" y="30533"/>
                  </a:lnTo>
                  <a:cubicBezTo>
                    <a:pt x="2077" y="30712"/>
                    <a:pt x="1934" y="30891"/>
                    <a:pt x="1790" y="31070"/>
                  </a:cubicBezTo>
                  <a:cubicBezTo>
                    <a:pt x="1504" y="31428"/>
                    <a:pt x="1325" y="31858"/>
                    <a:pt x="1218" y="32323"/>
                  </a:cubicBezTo>
                  <a:cubicBezTo>
                    <a:pt x="1182" y="32574"/>
                    <a:pt x="1146" y="32824"/>
                    <a:pt x="1146" y="33075"/>
                  </a:cubicBezTo>
                  <a:cubicBezTo>
                    <a:pt x="1146" y="33325"/>
                    <a:pt x="1146" y="33540"/>
                    <a:pt x="1182" y="33791"/>
                  </a:cubicBezTo>
                  <a:cubicBezTo>
                    <a:pt x="1253" y="34006"/>
                    <a:pt x="1325" y="34256"/>
                    <a:pt x="1397" y="34471"/>
                  </a:cubicBezTo>
                  <a:cubicBezTo>
                    <a:pt x="1397" y="34471"/>
                    <a:pt x="1397" y="34507"/>
                    <a:pt x="1432" y="34507"/>
                  </a:cubicBezTo>
                  <a:lnTo>
                    <a:pt x="1218" y="34686"/>
                  </a:lnTo>
                  <a:lnTo>
                    <a:pt x="1146" y="34757"/>
                  </a:lnTo>
                  <a:cubicBezTo>
                    <a:pt x="1003" y="34900"/>
                    <a:pt x="824" y="35044"/>
                    <a:pt x="681" y="35223"/>
                  </a:cubicBezTo>
                  <a:cubicBezTo>
                    <a:pt x="538" y="35402"/>
                    <a:pt x="394" y="35581"/>
                    <a:pt x="287" y="35795"/>
                  </a:cubicBezTo>
                  <a:cubicBezTo>
                    <a:pt x="215" y="35938"/>
                    <a:pt x="180" y="36046"/>
                    <a:pt x="108" y="36189"/>
                  </a:cubicBezTo>
                  <a:cubicBezTo>
                    <a:pt x="72" y="36296"/>
                    <a:pt x="36" y="36404"/>
                    <a:pt x="36" y="36547"/>
                  </a:cubicBezTo>
                  <a:cubicBezTo>
                    <a:pt x="1" y="36654"/>
                    <a:pt x="1" y="36762"/>
                    <a:pt x="1" y="36869"/>
                  </a:cubicBezTo>
                  <a:cubicBezTo>
                    <a:pt x="1" y="37012"/>
                    <a:pt x="1" y="37120"/>
                    <a:pt x="36" y="37263"/>
                  </a:cubicBezTo>
                  <a:lnTo>
                    <a:pt x="36" y="37299"/>
                  </a:lnTo>
                  <a:cubicBezTo>
                    <a:pt x="72" y="37513"/>
                    <a:pt x="144" y="37728"/>
                    <a:pt x="215" y="37943"/>
                  </a:cubicBezTo>
                  <a:cubicBezTo>
                    <a:pt x="287" y="38122"/>
                    <a:pt x="359" y="38265"/>
                    <a:pt x="466" y="38444"/>
                  </a:cubicBezTo>
                  <a:lnTo>
                    <a:pt x="538" y="38551"/>
                  </a:lnTo>
                  <a:cubicBezTo>
                    <a:pt x="573" y="38623"/>
                    <a:pt x="609" y="38695"/>
                    <a:pt x="645" y="38766"/>
                  </a:cubicBezTo>
                  <a:cubicBezTo>
                    <a:pt x="645" y="38802"/>
                    <a:pt x="645" y="38838"/>
                    <a:pt x="645" y="38874"/>
                  </a:cubicBezTo>
                  <a:cubicBezTo>
                    <a:pt x="609" y="39124"/>
                    <a:pt x="538" y="39339"/>
                    <a:pt x="430" y="39590"/>
                  </a:cubicBezTo>
                  <a:lnTo>
                    <a:pt x="394" y="39625"/>
                  </a:lnTo>
                  <a:cubicBezTo>
                    <a:pt x="180" y="40162"/>
                    <a:pt x="108" y="40699"/>
                    <a:pt x="108" y="41272"/>
                  </a:cubicBezTo>
                  <a:cubicBezTo>
                    <a:pt x="180" y="41773"/>
                    <a:pt x="323" y="42274"/>
                    <a:pt x="573" y="42739"/>
                  </a:cubicBezTo>
                  <a:lnTo>
                    <a:pt x="609" y="42811"/>
                  </a:lnTo>
                  <a:lnTo>
                    <a:pt x="681" y="42990"/>
                  </a:lnTo>
                  <a:lnTo>
                    <a:pt x="752" y="43097"/>
                  </a:lnTo>
                  <a:lnTo>
                    <a:pt x="895" y="43348"/>
                  </a:lnTo>
                  <a:lnTo>
                    <a:pt x="895" y="43384"/>
                  </a:lnTo>
                  <a:cubicBezTo>
                    <a:pt x="895" y="43420"/>
                    <a:pt x="895" y="43455"/>
                    <a:pt x="895" y="43527"/>
                  </a:cubicBezTo>
                  <a:cubicBezTo>
                    <a:pt x="895" y="43563"/>
                    <a:pt x="860" y="43634"/>
                    <a:pt x="824" y="43706"/>
                  </a:cubicBezTo>
                  <a:cubicBezTo>
                    <a:pt x="824" y="43742"/>
                    <a:pt x="824" y="43742"/>
                    <a:pt x="824" y="43778"/>
                  </a:cubicBezTo>
                  <a:cubicBezTo>
                    <a:pt x="824" y="43849"/>
                    <a:pt x="788" y="43921"/>
                    <a:pt x="788" y="43992"/>
                  </a:cubicBezTo>
                  <a:cubicBezTo>
                    <a:pt x="788" y="44100"/>
                    <a:pt x="824" y="44243"/>
                    <a:pt x="860" y="44350"/>
                  </a:cubicBezTo>
                  <a:cubicBezTo>
                    <a:pt x="931" y="44493"/>
                    <a:pt x="967" y="44601"/>
                    <a:pt x="1039" y="44708"/>
                  </a:cubicBezTo>
                  <a:cubicBezTo>
                    <a:pt x="1432" y="45174"/>
                    <a:pt x="1934" y="45496"/>
                    <a:pt x="2542" y="45603"/>
                  </a:cubicBezTo>
                  <a:cubicBezTo>
                    <a:pt x="2793" y="45675"/>
                    <a:pt x="3043" y="45710"/>
                    <a:pt x="3330" y="45710"/>
                  </a:cubicBezTo>
                  <a:cubicBezTo>
                    <a:pt x="3652" y="45710"/>
                    <a:pt x="3974" y="45639"/>
                    <a:pt x="4296" y="45567"/>
                  </a:cubicBezTo>
                  <a:cubicBezTo>
                    <a:pt x="4439" y="45531"/>
                    <a:pt x="4582" y="45460"/>
                    <a:pt x="4726" y="45388"/>
                  </a:cubicBezTo>
                  <a:cubicBezTo>
                    <a:pt x="4869" y="45352"/>
                    <a:pt x="5012" y="45281"/>
                    <a:pt x="5119" y="45174"/>
                  </a:cubicBezTo>
                  <a:cubicBezTo>
                    <a:pt x="5227" y="45102"/>
                    <a:pt x="5334" y="44995"/>
                    <a:pt x="5441" y="44923"/>
                  </a:cubicBezTo>
                  <a:lnTo>
                    <a:pt x="5513" y="44816"/>
                  </a:lnTo>
                  <a:cubicBezTo>
                    <a:pt x="5585" y="44780"/>
                    <a:pt x="5620" y="44708"/>
                    <a:pt x="5692" y="44672"/>
                  </a:cubicBezTo>
                  <a:cubicBezTo>
                    <a:pt x="5728" y="44637"/>
                    <a:pt x="5764" y="44601"/>
                    <a:pt x="5799" y="44601"/>
                  </a:cubicBezTo>
                  <a:cubicBezTo>
                    <a:pt x="5943" y="44529"/>
                    <a:pt x="6086" y="44493"/>
                    <a:pt x="6229" y="44458"/>
                  </a:cubicBezTo>
                  <a:lnTo>
                    <a:pt x="6444" y="44422"/>
                  </a:lnTo>
                  <a:cubicBezTo>
                    <a:pt x="6694" y="44350"/>
                    <a:pt x="6981" y="44243"/>
                    <a:pt x="7195" y="44100"/>
                  </a:cubicBezTo>
                  <a:cubicBezTo>
                    <a:pt x="7446" y="43992"/>
                    <a:pt x="7661" y="43849"/>
                    <a:pt x="7875" y="43670"/>
                  </a:cubicBezTo>
                  <a:cubicBezTo>
                    <a:pt x="8054" y="43491"/>
                    <a:pt x="8233" y="43276"/>
                    <a:pt x="8377" y="43026"/>
                  </a:cubicBezTo>
                  <a:cubicBezTo>
                    <a:pt x="8448" y="42954"/>
                    <a:pt x="8484" y="42847"/>
                    <a:pt x="8556" y="42739"/>
                  </a:cubicBezTo>
                  <a:cubicBezTo>
                    <a:pt x="8591" y="42596"/>
                    <a:pt x="8663" y="42453"/>
                    <a:pt x="8699" y="42346"/>
                  </a:cubicBezTo>
                  <a:cubicBezTo>
                    <a:pt x="8735" y="42238"/>
                    <a:pt x="8770" y="42131"/>
                    <a:pt x="8770" y="42024"/>
                  </a:cubicBezTo>
                  <a:lnTo>
                    <a:pt x="8878" y="42024"/>
                  </a:lnTo>
                  <a:cubicBezTo>
                    <a:pt x="9057" y="42024"/>
                    <a:pt x="9200" y="42024"/>
                    <a:pt x="9379" y="41988"/>
                  </a:cubicBezTo>
                  <a:cubicBezTo>
                    <a:pt x="9558" y="41952"/>
                    <a:pt x="9773" y="41880"/>
                    <a:pt x="9952" y="41809"/>
                  </a:cubicBezTo>
                  <a:cubicBezTo>
                    <a:pt x="10131" y="41701"/>
                    <a:pt x="10310" y="41630"/>
                    <a:pt x="10453" y="41487"/>
                  </a:cubicBezTo>
                  <a:cubicBezTo>
                    <a:pt x="10596" y="41379"/>
                    <a:pt x="10739" y="41236"/>
                    <a:pt x="10846" y="41093"/>
                  </a:cubicBezTo>
                  <a:cubicBezTo>
                    <a:pt x="10954" y="40986"/>
                    <a:pt x="11061" y="40878"/>
                    <a:pt x="11133" y="40735"/>
                  </a:cubicBezTo>
                  <a:lnTo>
                    <a:pt x="11240" y="40520"/>
                  </a:lnTo>
                  <a:lnTo>
                    <a:pt x="11383" y="40305"/>
                  </a:lnTo>
                  <a:cubicBezTo>
                    <a:pt x="11455" y="40270"/>
                    <a:pt x="11527" y="40234"/>
                    <a:pt x="11598" y="40198"/>
                  </a:cubicBezTo>
                  <a:lnTo>
                    <a:pt x="11706" y="40126"/>
                  </a:lnTo>
                  <a:cubicBezTo>
                    <a:pt x="11813" y="40055"/>
                    <a:pt x="11956" y="40019"/>
                    <a:pt x="12063" y="39947"/>
                  </a:cubicBezTo>
                  <a:cubicBezTo>
                    <a:pt x="12314" y="39733"/>
                    <a:pt x="12600" y="39554"/>
                    <a:pt x="12851" y="39303"/>
                  </a:cubicBezTo>
                  <a:cubicBezTo>
                    <a:pt x="13066" y="39124"/>
                    <a:pt x="13280" y="38874"/>
                    <a:pt x="13459" y="38623"/>
                  </a:cubicBezTo>
                  <a:cubicBezTo>
                    <a:pt x="13674" y="38373"/>
                    <a:pt x="13782" y="38050"/>
                    <a:pt x="13853" y="37728"/>
                  </a:cubicBezTo>
                  <a:cubicBezTo>
                    <a:pt x="13961" y="37155"/>
                    <a:pt x="13961" y="36583"/>
                    <a:pt x="13817" y="36010"/>
                  </a:cubicBezTo>
                  <a:cubicBezTo>
                    <a:pt x="13817" y="35938"/>
                    <a:pt x="13782" y="35831"/>
                    <a:pt x="13782" y="35759"/>
                  </a:cubicBezTo>
                  <a:cubicBezTo>
                    <a:pt x="13746" y="35652"/>
                    <a:pt x="13710" y="35473"/>
                    <a:pt x="13674" y="35330"/>
                  </a:cubicBezTo>
                  <a:cubicBezTo>
                    <a:pt x="13710" y="35294"/>
                    <a:pt x="13710" y="35258"/>
                    <a:pt x="13710" y="35258"/>
                  </a:cubicBezTo>
                  <a:cubicBezTo>
                    <a:pt x="13782" y="35151"/>
                    <a:pt x="13817" y="35044"/>
                    <a:pt x="13889" y="34936"/>
                  </a:cubicBezTo>
                  <a:cubicBezTo>
                    <a:pt x="13925" y="34829"/>
                    <a:pt x="14032" y="34686"/>
                    <a:pt x="14068" y="34542"/>
                  </a:cubicBezTo>
                  <a:cubicBezTo>
                    <a:pt x="14140" y="34435"/>
                    <a:pt x="14211" y="34292"/>
                    <a:pt x="14283" y="34149"/>
                  </a:cubicBezTo>
                  <a:cubicBezTo>
                    <a:pt x="14319" y="34006"/>
                    <a:pt x="14354" y="33934"/>
                    <a:pt x="14390" y="33862"/>
                  </a:cubicBezTo>
                  <a:cubicBezTo>
                    <a:pt x="14426" y="33791"/>
                    <a:pt x="14426" y="33755"/>
                    <a:pt x="14462" y="33719"/>
                  </a:cubicBezTo>
                  <a:lnTo>
                    <a:pt x="14462" y="33683"/>
                  </a:lnTo>
                  <a:cubicBezTo>
                    <a:pt x="14498" y="33540"/>
                    <a:pt x="14569" y="33397"/>
                    <a:pt x="14605" y="33254"/>
                  </a:cubicBezTo>
                  <a:cubicBezTo>
                    <a:pt x="14748" y="32896"/>
                    <a:pt x="14820" y="32538"/>
                    <a:pt x="14891" y="32180"/>
                  </a:cubicBezTo>
                  <a:cubicBezTo>
                    <a:pt x="14999" y="31822"/>
                    <a:pt x="15034" y="31464"/>
                    <a:pt x="15034" y="31070"/>
                  </a:cubicBezTo>
                  <a:lnTo>
                    <a:pt x="15034" y="30641"/>
                  </a:lnTo>
                  <a:cubicBezTo>
                    <a:pt x="15034" y="30605"/>
                    <a:pt x="15034" y="30533"/>
                    <a:pt x="15034" y="30498"/>
                  </a:cubicBezTo>
                  <a:lnTo>
                    <a:pt x="15249" y="30319"/>
                  </a:lnTo>
                  <a:lnTo>
                    <a:pt x="15285" y="30319"/>
                  </a:lnTo>
                  <a:cubicBezTo>
                    <a:pt x="15428" y="30176"/>
                    <a:pt x="15536" y="30068"/>
                    <a:pt x="15643" y="29961"/>
                  </a:cubicBezTo>
                  <a:cubicBezTo>
                    <a:pt x="15929" y="29674"/>
                    <a:pt x="16144" y="29352"/>
                    <a:pt x="16359" y="29066"/>
                  </a:cubicBezTo>
                  <a:cubicBezTo>
                    <a:pt x="16538" y="28780"/>
                    <a:pt x="16681" y="28457"/>
                    <a:pt x="16824" y="28171"/>
                  </a:cubicBezTo>
                  <a:cubicBezTo>
                    <a:pt x="16932" y="27956"/>
                    <a:pt x="17003" y="27777"/>
                    <a:pt x="17039" y="27598"/>
                  </a:cubicBezTo>
                  <a:cubicBezTo>
                    <a:pt x="17111" y="27384"/>
                    <a:pt x="17146" y="27169"/>
                    <a:pt x="17182" y="26990"/>
                  </a:cubicBezTo>
                  <a:cubicBezTo>
                    <a:pt x="17254" y="26381"/>
                    <a:pt x="17289" y="25809"/>
                    <a:pt x="17254" y="25236"/>
                  </a:cubicBezTo>
                  <a:cubicBezTo>
                    <a:pt x="17397" y="25200"/>
                    <a:pt x="17576" y="25128"/>
                    <a:pt x="17719" y="25057"/>
                  </a:cubicBezTo>
                  <a:cubicBezTo>
                    <a:pt x="17791" y="25021"/>
                    <a:pt x="17898" y="24950"/>
                    <a:pt x="17970" y="24878"/>
                  </a:cubicBezTo>
                  <a:lnTo>
                    <a:pt x="18005" y="24842"/>
                  </a:lnTo>
                  <a:cubicBezTo>
                    <a:pt x="18113" y="24735"/>
                    <a:pt x="18220" y="24663"/>
                    <a:pt x="18328" y="24556"/>
                  </a:cubicBezTo>
                  <a:cubicBezTo>
                    <a:pt x="18399" y="24448"/>
                    <a:pt x="18471" y="24341"/>
                    <a:pt x="18542" y="24234"/>
                  </a:cubicBezTo>
                  <a:cubicBezTo>
                    <a:pt x="18614" y="24090"/>
                    <a:pt x="18650" y="23911"/>
                    <a:pt x="18650" y="23768"/>
                  </a:cubicBezTo>
                  <a:cubicBezTo>
                    <a:pt x="18685" y="23554"/>
                    <a:pt x="18650" y="23339"/>
                    <a:pt x="18614" y="23160"/>
                  </a:cubicBezTo>
                  <a:lnTo>
                    <a:pt x="18864" y="22981"/>
                  </a:lnTo>
                  <a:cubicBezTo>
                    <a:pt x="19043" y="22873"/>
                    <a:pt x="19222" y="22730"/>
                    <a:pt x="19401" y="22551"/>
                  </a:cubicBezTo>
                  <a:cubicBezTo>
                    <a:pt x="19545" y="22372"/>
                    <a:pt x="19652" y="22158"/>
                    <a:pt x="19724" y="21943"/>
                  </a:cubicBezTo>
                  <a:cubicBezTo>
                    <a:pt x="19795" y="21764"/>
                    <a:pt x="19831" y="21549"/>
                    <a:pt x="19867" y="21334"/>
                  </a:cubicBezTo>
                  <a:cubicBezTo>
                    <a:pt x="19867" y="21227"/>
                    <a:pt x="19867" y="21119"/>
                    <a:pt x="19903" y="21012"/>
                  </a:cubicBezTo>
                  <a:cubicBezTo>
                    <a:pt x="19903" y="20905"/>
                    <a:pt x="19867" y="20762"/>
                    <a:pt x="19867" y="20654"/>
                  </a:cubicBezTo>
                  <a:lnTo>
                    <a:pt x="19867" y="20583"/>
                  </a:lnTo>
                  <a:cubicBezTo>
                    <a:pt x="19831" y="20368"/>
                    <a:pt x="19759" y="20153"/>
                    <a:pt x="19616" y="19938"/>
                  </a:cubicBezTo>
                  <a:cubicBezTo>
                    <a:pt x="19580" y="19831"/>
                    <a:pt x="19545" y="19759"/>
                    <a:pt x="19473" y="19652"/>
                  </a:cubicBezTo>
                  <a:lnTo>
                    <a:pt x="19401" y="19580"/>
                  </a:lnTo>
                  <a:cubicBezTo>
                    <a:pt x="19473" y="19473"/>
                    <a:pt x="19509" y="19401"/>
                    <a:pt x="19580" y="19294"/>
                  </a:cubicBezTo>
                  <a:cubicBezTo>
                    <a:pt x="19759" y="18936"/>
                    <a:pt x="19831" y="18542"/>
                    <a:pt x="19831" y="18113"/>
                  </a:cubicBezTo>
                  <a:cubicBezTo>
                    <a:pt x="19795" y="18041"/>
                    <a:pt x="19795" y="17934"/>
                    <a:pt x="19795" y="17862"/>
                  </a:cubicBezTo>
                  <a:cubicBezTo>
                    <a:pt x="19759" y="17755"/>
                    <a:pt x="19724" y="17647"/>
                    <a:pt x="19652" y="17540"/>
                  </a:cubicBezTo>
                  <a:cubicBezTo>
                    <a:pt x="19616" y="17397"/>
                    <a:pt x="19545" y="17289"/>
                    <a:pt x="19473" y="17182"/>
                  </a:cubicBezTo>
                  <a:lnTo>
                    <a:pt x="19473" y="17146"/>
                  </a:lnTo>
                  <a:cubicBezTo>
                    <a:pt x="19366" y="17003"/>
                    <a:pt x="19258" y="16860"/>
                    <a:pt x="19151" y="16681"/>
                  </a:cubicBezTo>
                  <a:cubicBezTo>
                    <a:pt x="19151" y="16681"/>
                    <a:pt x="19151" y="16645"/>
                    <a:pt x="19151" y="16609"/>
                  </a:cubicBezTo>
                  <a:lnTo>
                    <a:pt x="19151" y="16574"/>
                  </a:lnTo>
                  <a:lnTo>
                    <a:pt x="19187" y="16502"/>
                  </a:lnTo>
                  <a:cubicBezTo>
                    <a:pt x="19258" y="16359"/>
                    <a:pt x="19330" y="16251"/>
                    <a:pt x="19437" y="16144"/>
                  </a:cubicBezTo>
                  <a:lnTo>
                    <a:pt x="19473" y="16072"/>
                  </a:lnTo>
                  <a:lnTo>
                    <a:pt x="19652" y="15858"/>
                  </a:lnTo>
                  <a:lnTo>
                    <a:pt x="19724" y="15750"/>
                  </a:lnTo>
                  <a:cubicBezTo>
                    <a:pt x="19831" y="15643"/>
                    <a:pt x="19903" y="15535"/>
                    <a:pt x="20010" y="15428"/>
                  </a:cubicBezTo>
                  <a:cubicBezTo>
                    <a:pt x="20153" y="15392"/>
                    <a:pt x="20332" y="15321"/>
                    <a:pt x="20511" y="15213"/>
                  </a:cubicBezTo>
                  <a:cubicBezTo>
                    <a:pt x="20726" y="15106"/>
                    <a:pt x="20976" y="14963"/>
                    <a:pt x="21191" y="14820"/>
                  </a:cubicBezTo>
                  <a:cubicBezTo>
                    <a:pt x="21334" y="14641"/>
                    <a:pt x="21477" y="14462"/>
                    <a:pt x="21585" y="14247"/>
                  </a:cubicBezTo>
                  <a:cubicBezTo>
                    <a:pt x="21692" y="14068"/>
                    <a:pt x="21764" y="13853"/>
                    <a:pt x="21800" y="13638"/>
                  </a:cubicBezTo>
                  <a:cubicBezTo>
                    <a:pt x="21835" y="13495"/>
                    <a:pt x="21835" y="13352"/>
                    <a:pt x="21835" y="13209"/>
                  </a:cubicBezTo>
                  <a:cubicBezTo>
                    <a:pt x="21835" y="13066"/>
                    <a:pt x="21835" y="12922"/>
                    <a:pt x="21835" y="12815"/>
                  </a:cubicBezTo>
                  <a:cubicBezTo>
                    <a:pt x="21835" y="12672"/>
                    <a:pt x="21764" y="12565"/>
                    <a:pt x="21764" y="12457"/>
                  </a:cubicBezTo>
                  <a:cubicBezTo>
                    <a:pt x="21728" y="12350"/>
                    <a:pt x="21692" y="12350"/>
                    <a:pt x="21692" y="12278"/>
                  </a:cubicBezTo>
                  <a:lnTo>
                    <a:pt x="21692" y="12207"/>
                  </a:lnTo>
                  <a:cubicBezTo>
                    <a:pt x="21656" y="12099"/>
                    <a:pt x="21621" y="11992"/>
                    <a:pt x="21585" y="11884"/>
                  </a:cubicBezTo>
                  <a:lnTo>
                    <a:pt x="21692" y="11777"/>
                  </a:lnTo>
                  <a:cubicBezTo>
                    <a:pt x="21764" y="11705"/>
                    <a:pt x="21835" y="11598"/>
                    <a:pt x="21907" y="11491"/>
                  </a:cubicBezTo>
                  <a:cubicBezTo>
                    <a:pt x="22014" y="11312"/>
                    <a:pt x="22122" y="11169"/>
                    <a:pt x="22193" y="10990"/>
                  </a:cubicBezTo>
                  <a:cubicBezTo>
                    <a:pt x="22301" y="10775"/>
                    <a:pt x="22372" y="10560"/>
                    <a:pt x="22408" y="10309"/>
                  </a:cubicBezTo>
                  <a:cubicBezTo>
                    <a:pt x="22444" y="10095"/>
                    <a:pt x="22444" y="9880"/>
                    <a:pt x="22444" y="9665"/>
                  </a:cubicBezTo>
                  <a:cubicBezTo>
                    <a:pt x="22444" y="9450"/>
                    <a:pt x="22372" y="9236"/>
                    <a:pt x="22337" y="9021"/>
                  </a:cubicBezTo>
                  <a:cubicBezTo>
                    <a:pt x="22265" y="8913"/>
                    <a:pt x="22193" y="8842"/>
                    <a:pt x="22122" y="8770"/>
                  </a:cubicBezTo>
                  <a:cubicBezTo>
                    <a:pt x="22050" y="8627"/>
                    <a:pt x="21943" y="8520"/>
                    <a:pt x="21835" y="8448"/>
                  </a:cubicBezTo>
                  <a:cubicBezTo>
                    <a:pt x="21764" y="8412"/>
                    <a:pt x="21656" y="8341"/>
                    <a:pt x="21585" y="8305"/>
                  </a:cubicBezTo>
                  <a:cubicBezTo>
                    <a:pt x="21692" y="8162"/>
                    <a:pt x="21800" y="7983"/>
                    <a:pt x="21907" y="7804"/>
                  </a:cubicBezTo>
                  <a:cubicBezTo>
                    <a:pt x="22014" y="7625"/>
                    <a:pt x="22086" y="7446"/>
                    <a:pt x="22158" y="7267"/>
                  </a:cubicBezTo>
                  <a:cubicBezTo>
                    <a:pt x="22229" y="7088"/>
                    <a:pt x="22301" y="6909"/>
                    <a:pt x="22337" y="6694"/>
                  </a:cubicBezTo>
                  <a:cubicBezTo>
                    <a:pt x="22337" y="6515"/>
                    <a:pt x="22337" y="6336"/>
                    <a:pt x="22265" y="6157"/>
                  </a:cubicBezTo>
                  <a:cubicBezTo>
                    <a:pt x="22229" y="5978"/>
                    <a:pt x="22122" y="5799"/>
                    <a:pt x="22014" y="5656"/>
                  </a:cubicBezTo>
                  <a:cubicBezTo>
                    <a:pt x="21943" y="5549"/>
                    <a:pt x="21835" y="5406"/>
                    <a:pt x="21764" y="5262"/>
                  </a:cubicBezTo>
                  <a:cubicBezTo>
                    <a:pt x="21764" y="5227"/>
                    <a:pt x="21764" y="5191"/>
                    <a:pt x="21728" y="5155"/>
                  </a:cubicBezTo>
                  <a:cubicBezTo>
                    <a:pt x="21728" y="5048"/>
                    <a:pt x="21728" y="4940"/>
                    <a:pt x="21728" y="4797"/>
                  </a:cubicBezTo>
                  <a:cubicBezTo>
                    <a:pt x="21728" y="4726"/>
                    <a:pt x="21728" y="4654"/>
                    <a:pt x="21728" y="4618"/>
                  </a:cubicBezTo>
                  <a:cubicBezTo>
                    <a:pt x="21764" y="4439"/>
                    <a:pt x="21764" y="4296"/>
                    <a:pt x="21728" y="4153"/>
                  </a:cubicBezTo>
                  <a:cubicBezTo>
                    <a:pt x="21728" y="3974"/>
                    <a:pt x="21692" y="3795"/>
                    <a:pt x="21656" y="3616"/>
                  </a:cubicBezTo>
                  <a:cubicBezTo>
                    <a:pt x="21621" y="3401"/>
                    <a:pt x="21549" y="3186"/>
                    <a:pt x="21442" y="3043"/>
                  </a:cubicBezTo>
                  <a:cubicBezTo>
                    <a:pt x="21370" y="2936"/>
                    <a:pt x="21299" y="2864"/>
                    <a:pt x="21227" y="2757"/>
                  </a:cubicBezTo>
                  <a:cubicBezTo>
                    <a:pt x="21155" y="2685"/>
                    <a:pt x="21048" y="2614"/>
                    <a:pt x="20976" y="2542"/>
                  </a:cubicBezTo>
                  <a:lnTo>
                    <a:pt x="20869" y="2506"/>
                  </a:lnTo>
                  <a:lnTo>
                    <a:pt x="20690" y="2435"/>
                  </a:lnTo>
                  <a:lnTo>
                    <a:pt x="20654" y="2435"/>
                  </a:lnTo>
                  <a:cubicBezTo>
                    <a:pt x="20654" y="2399"/>
                    <a:pt x="20654" y="2363"/>
                    <a:pt x="20654" y="2363"/>
                  </a:cubicBezTo>
                  <a:cubicBezTo>
                    <a:pt x="20654" y="2184"/>
                    <a:pt x="20654" y="2005"/>
                    <a:pt x="20654" y="1826"/>
                  </a:cubicBezTo>
                  <a:cubicBezTo>
                    <a:pt x="20618" y="1540"/>
                    <a:pt x="20547" y="1289"/>
                    <a:pt x="20439" y="1074"/>
                  </a:cubicBezTo>
                  <a:cubicBezTo>
                    <a:pt x="20368" y="967"/>
                    <a:pt x="20296" y="895"/>
                    <a:pt x="20260" y="788"/>
                  </a:cubicBezTo>
                  <a:lnTo>
                    <a:pt x="20189" y="752"/>
                  </a:lnTo>
                  <a:cubicBezTo>
                    <a:pt x="20117" y="645"/>
                    <a:pt x="20010" y="538"/>
                    <a:pt x="19938" y="466"/>
                  </a:cubicBezTo>
                  <a:cubicBezTo>
                    <a:pt x="19831" y="394"/>
                    <a:pt x="19724" y="287"/>
                    <a:pt x="19616" y="251"/>
                  </a:cubicBezTo>
                  <a:cubicBezTo>
                    <a:pt x="19509" y="180"/>
                    <a:pt x="19366" y="108"/>
                    <a:pt x="19258" y="72"/>
                  </a:cubicBezTo>
                  <a:cubicBezTo>
                    <a:pt x="19079" y="36"/>
                    <a:pt x="18900" y="1"/>
                    <a:pt x="18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6"/>
            <p:cNvSpPr/>
            <p:nvPr/>
          </p:nvSpPr>
          <p:spPr>
            <a:xfrm>
              <a:off x="743725" y="2465975"/>
              <a:ext cx="43875" cy="124425"/>
            </a:xfrm>
            <a:custGeom>
              <a:avLst/>
              <a:gdLst/>
              <a:ahLst/>
              <a:cxnLst/>
              <a:rect l="l" t="t" r="r" b="b"/>
              <a:pathLst>
                <a:path w="1755" h="4977" extrusionOk="0">
                  <a:moveTo>
                    <a:pt x="358" y="1"/>
                  </a:moveTo>
                  <a:cubicBezTo>
                    <a:pt x="286" y="1"/>
                    <a:pt x="179" y="37"/>
                    <a:pt x="143" y="108"/>
                  </a:cubicBezTo>
                  <a:cubicBezTo>
                    <a:pt x="0" y="216"/>
                    <a:pt x="0" y="430"/>
                    <a:pt x="143" y="574"/>
                  </a:cubicBezTo>
                  <a:cubicBezTo>
                    <a:pt x="179" y="609"/>
                    <a:pt x="251" y="645"/>
                    <a:pt x="358" y="645"/>
                  </a:cubicBezTo>
                  <a:lnTo>
                    <a:pt x="716" y="645"/>
                  </a:lnTo>
                  <a:lnTo>
                    <a:pt x="752" y="681"/>
                  </a:lnTo>
                  <a:lnTo>
                    <a:pt x="788" y="681"/>
                  </a:lnTo>
                  <a:cubicBezTo>
                    <a:pt x="823" y="717"/>
                    <a:pt x="859" y="753"/>
                    <a:pt x="859" y="788"/>
                  </a:cubicBezTo>
                  <a:cubicBezTo>
                    <a:pt x="895" y="824"/>
                    <a:pt x="895" y="896"/>
                    <a:pt x="895" y="931"/>
                  </a:cubicBezTo>
                  <a:cubicBezTo>
                    <a:pt x="895" y="1039"/>
                    <a:pt x="895" y="1182"/>
                    <a:pt x="895" y="1289"/>
                  </a:cubicBezTo>
                  <a:cubicBezTo>
                    <a:pt x="859" y="1540"/>
                    <a:pt x="788" y="1755"/>
                    <a:pt x="716" y="1970"/>
                  </a:cubicBezTo>
                  <a:cubicBezTo>
                    <a:pt x="644" y="2113"/>
                    <a:pt x="573" y="2256"/>
                    <a:pt x="501" y="2399"/>
                  </a:cubicBezTo>
                  <a:cubicBezTo>
                    <a:pt x="501" y="2435"/>
                    <a:pt x="465" y="2471"/>
                    <a:pt x="465" y="2542"/>
                  </a:cubicBezTo>
                  <a:cubicBezTo>
                    <a:pt x="394" y="2578"/>
                    <a:pt x="322" y="2650"/>
                    <a:pt x="286" y="2721"/>
                  </a:cubicBezTo>
                  <a:cubicBezTo>
                    <a:pt x="286" y="2829"/>
                    <a:pt x="286" y="2936"/>
                    <a:pt x="358" y="3043"/>
                  </a:cubicBezTo>
                  <a:cubicBezTo>
                    <a:pt x="394" y="3115"/>
                    <a:pt x="465" y="3187"/>
                    <a:pt x="573" y="3187"/>
                  </a:cubicBezTo>
                  <a:lnTo>
                    <a:pt x="609" y="3187"/>
                  </a:lnTo>
                  <a:lnTo>
                    <a:pt x="859" y="3258"/>
                  </a:lnTo>
                  <a:lnTo>
                    <a:pt x="931" y="3294"/>
                  </a:lnTo>
                  <a:cubicBezTo>
                    <a:pt x="931" y="3330"/>
                    <a:pt x="931" y="3366"/>
                    <a:pt x="931" y="3401"/>
                  </a:cubicBezTo>
                  <a:cubicBezTo>
                    <a:pt x="931" y="3473"/>
                    <a:pt x="931" y="3545"/>
                    <a:pt x="931" y="3616"/>
                  </a:cubicBezTo>
                  <a:cubicBezTo>
                    <a:pt x="931" y="3688"/>
                    <a:pt x="931" y="3795"/>
                    <a:pt x="931" y="3867"/>
                  </a:cubicBezTo>
                  <a:lnTo>
                    <a:pt x="931" y="3974"/>
                  </a:lnTo>
                  <a:lnTo>
                    <a:pt x="931" y="4117"/>
                  </a:lnTo>
                  <a:lnTo>
                    <a:pt x="931" y="4189"/>
                  </a:lnTo>
                  <a:lnTo>
                    <a:pt x="931" y="4332"/>
                  </a:lnTo>
                  <a:cubicBezTo>
                    <a:pt x="931" y="4404"/>
                    <a:pt x="931" y="4511"/>
                    <a:pt x="895" y="4583"/>
                  </a:cubicBezTo>
                  <a:cubicBezTo>
                    <a:pt x="895" y="4618"/>
                    <a:pt x="895" y="4618"/>
                    <a:pt x="895" y="4618"/>
                  </a:cubicBezTo>
                  <a:cubicBezTo>
                    <a:pt x="895" y="4690"/>
                    <a:pt x="931" y="4762"/>
                    <a:pt x="967" y="4797"/>
                  </a:cubicBezTo>
                  <a:cubicBezTo>
                    <a:pt x="1002" y="4905"/>
                    <a:pt x="1074" y="4940"/>
                    <a:pt x="1181" y="4976"/>
                  </a:cubicBezTo>
                  <a:lnTo>
                    <a:pt x="1253" y="4976"/>
                  </a:lnTo>
                  <a:cubicBezTo>
                    <a:pt x="1396" y="4976"/>
                    <a:pt x="1539" y="4905"/>
                    <a:pt x="1611" y="4797"/>
                  </a:cubicBezTo>
                  <a:cubicBezTo>
                    <a:pt x="1682" y="4511"/>
                    <a:pt x="1718" y="4225"/>
                    <a:pt x="1754" y="3938"/>
                  </a:cubicBezTo>
                  <a:lnTo>
                    <a:pt x="1754" y="3902"/>
                  </a:lnTo>
                  <a:lnTo>
                    <a:pt x="1754" y="3723"/>
                  </a:lnTo>
                  <a:cubicBezTo>
                    <a:pt x="1754" y="3652"/>
                    <a:pt x="1754" y="3545"/>
                    <a:pt x="1754" y="3473"/>
                  </a:cubicBezTo>
                  <a:cubicBezTo>
                    <a:pt x="1718" y="3401"/>
                    <a:pt x="1718" y="3294"/>
                    <a:pt x="1682" y="3222"/>
                  </a:cubicBezTo>
                  <a:cubicBezTo>
                    <a:pt x="1682" y="3115"/>
                    <a:pt x="1647" y="3043"/>
                    <a:pt x="1611" y="2972"/>
                  </a:cubicBezTo>
                  <a:cubicBezTo>
                    <a:pt x="1575" y="2900"/>
                    <a:pt x="1539" y="2864"/>
                    <a:pt x="1503" y="2829"/>
                  </a:cubicBezTo>
                  <a:cubicBezTo>
                    <a:pt x="1432" y="2793"/>
                    <a:pt x="1360" y="2721"/>
                    <a:pt x="1289" y="2685"/>
                  </a:cubicBezTo>
                  <a:cubicBezTo>
                    <a:pt x="1253" y="2650"/>
                    <a:pt x="1181" y="2650"/>
                    <a:pt x="1146" y="2614"/>
                  </a:cubicBezTo>
                  <a:lnTo>
                    <a:pt x="1146" y="2578"/>
                  </a:lnTo>
                  <a:lnTo>
                    <a:pt x="1253" y="2399"/>
                  </a:lnTo>
                  <a:lnTo>
                    <a:pt x="1253" y="2363"/>
                  </a:lnTo>
                  <a:lnTo>
                    <a:pt x="1396" y="2077"/>
                  </a:lnTo>
                  <a:cubicBezTo>
                    <a:pt x="1432" y="1970"/>
                    <a:pt x="1468" y="1862"/>
                    <a:pt x="1503" y="1791"/>
                  </a:cubicBezTo>
                  <a:cubicBezTo>
                    <a:pt x="1575" y="1576"/>
                    <a:pt x="1611" y="1397"/>
                    <a:pt x="1611" y="1182"/>
                  </a:cubicBezTo>
                  <a:cubicBezTo>
                    <a:pt x="1611" y="967"/>
                    <a:pt x="1575" y="717"/>
                    <a:pt x="1468" y="502"/>
                  </a:cubicBezTo>
                  <a:cubicBezTo>
                    <a:pt x="1432" y="430"/>
                    <a:pt x="1360" y="323"/>
                    <a:pt x="1289" y="251"/>
                  </a:cubicBezTo>
                  <a:cubicBezTo>
                    <a:pt x="1217" y="180"/>
                    <a:pt x="1110" y="108"/>
                    <a:pt x="1002" y="72"/>
                  </a:cubicBezTo>
                  <a:cubicBezTo>
                    <a:pt x="895" y="37"/>
                    <a:pt x="788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6"/>
            <p:cNvSpPr/>
            <p:nvPr/>
          </p:nvSpPr>
          <p:spPr>
            <a:xfrm>
              <a:off x="774150" y="2393500"/>
              <a:ext cx="72500" cy="247000"/>
            </a:xfrm>
            <a:custGeom>
              <a:avLst/>
              <a:gdLst/>
              <a:ahLst/>
              <a:cxnLst/>
              <a:rect l="l" t="t" r="r" b="b"/>
              <a:pathLst>
                <a:path w="2900" h="9880" extrusionOk="0">
                  <a:moveTo>
                    <a:pt x="1396" y="0"/>
                  </a:moveTo>
                  <a:cubicBezTo>
                    <a:pt x="1253" y="0"/>
                    <a:pt x="1146" y="0"/>
                    <a:pt x="1038" y="36"/>
                  </a:cubicBezTo>
                  <a:lnTo>
                    <a:pt x="573" y="108"/>
                  </a:lnTo>
                  <a:cubicBezTo>
                    <a:pt x="501" y="108"/>
                    <a:pt x="465" y="108"/>
                    <a:pt x="465" y="144"/>
                  </a:cubicBezTo>
                  <a:cubicBezTo>
                    <a:pt x="430" y="215"/>
                    <a:pt x="430" y="251"/>
                    <a:pt x="430" y="323"/>
                  </a:cubicBezTo>
                  <a:cubicBezTo>
                    <a:pt x="430" y="358"/>
                    <a:pt x="465" y="394"/>
                    <a:pt x="501" y="430"/>
                  </a:cubicBezTo>
                  <a:lnTo>
                    <a:pt x="859" y="430"/>
                  </a:lnTo>
                  <a:cubicBezTo>
                    <a:pt x="967" y="430"/>
                    <a:pt x="1074" y="394"/>
                    <a:pt x="1181" y="394"/>
                  </a:cubicBezTo>
                  <a:lnTo>
                    <a:pt x="1539" y="394"/>
                  </a:lnTo>
                  <a:cubicBezTo>
                    <a:pt x="1647" y="394"/>
                    <a:pt x="1718" y="394"/>
                    <a:pt x="1826" y="466"/>
                  </a:cubicBezTo>
                  <a:cubicBezTo>
                    <a:pt x="1897" y="502"/>
                    <a:pt x="1969" y="537"/>
                    <a:pt x="2040" y="573"/>
                  </a:cubicBezTo>
                  <a:cubicBezTo>
                    <a:pt x="2112" y="645"/>
                    <a:pt x="2184" y="716"/>
                    <a:pt x="2255" y="788"/>
                  </a:cubicBezTo>
                  <a:cubicBezTo>
                    <a:pt x="2291" y="860"/>
                    <a:pt x="2363" y="967"/>
                    <a:pt x="2398" y="1074"/>
                  </a:cubicBezTo>
                  <a:cubicBezTo>
                    <a:pt x="2434" y="1110"/>
                    <a:pt x="2434" y="1182"/>
                    <a:pt x="2470" y="1253"/>
                  </a:cubicBezTo>
                  <a:cubicBezTo>
                    <a:pt x="2470" y="1361"/>
                    <a:pt x="2470" y="1432"/>
                    <a:pt x="2470" y="1504"/>
                  </a:cubicBezTo>
                  <a:cubicBezTo>
                    <a:pt x="2434" y="1611"/>
                    <a:pt x="2434" y="1683"/>
                    <a:pt x="2398" y="1754"/>
                  </a:cubicBezTo>
                  <a:cubicBezTo>
                    <a:pt x="2327" y="1933"/>
                    <a:pt x="2219" y="2077"/>
                    <a:pt x="2112" y="2220"/>
                  </a:cubicBezTo>
                  <a:cubicBezTo>
                    <a:pt x="2005" y="2399"/>
                    <a:pt x="1861" y="2578"/>
                    <a:pt x="1754" y="2721"/>
                  </a:cubicBezTo>
                  <a:lnTo>
                    <a:pt x="1611" y="2900"/>
                  </a:lnTo>
                  <a:lnTo>
                    <a:pt x="1289" y="3329"/>
                  </a:lnTo>
                  <a:lnTo>
                    <a:pt x="1217" y="3401"/>
                  </a:lnTo>
                  <a:cubicBezTo>
                    <a:pt x="1181" y="3473"/>
                    <a:pt x="1110" y="3508"/>
                    <a:pt x="1074" y="3580"/>
                  </a:cubicBezTo>
                  <a:cubicBezTo>
                    <a:pt x="1038" y="3616"/>
                    <a:pt x="1038" y="3687"/>
                    <a:pt x="1038" y="3723"/>
                  </a:cubicBezTo>
                  <a:cubicBezTo>
                    <a:pt x="1038" y="3795"/>
                    <a:pt x="1038" y="3830"/>
                    <a:pt x="1074" y="3902"/>
                  </a:cubicBezTo>
                  <a:cubicBezTo>
                    <a:pt x="1110" y="3938"/>
                    <a:pt x="1146" y="3974"/>
                    <a:pt x="1217" y="4009"/>
                  </a:cubicBezTo>
                  <a:lnTo>
                    <a:pt x="1325" y="4081"/>
                  </a:lnTo>
                  <a:lnTo>
                    <a:pt x="1360" y="4081"/>
                  </a:lnTo>
                  <a:cubicBezTo>
                    <a:pt x="1503" y="4117"/>
                    <a:pt x="1647" y="4224"/>
                    <a:pt x="1790" y="4296"/>
                  </a:cubicBezTo>
                  <a:cubicBezTo>
                    <a:pt x="1826" y="4332"/>
                    <a:pt x="1861" y="4367"/>
                    <a:pt x="1897" y="4403"/>
                  </a:cubicBezTo>
                  <a:cubicBezTo>
                    <a:pt x="1969" y="4475"/>
                    <a:pt x="2005" y="4582"/>
                    <a:pt x="2040" y="4690"/>
                  </a:cubicBezTo>
                  <a:cubicBezTo>
                    <a:pt x="2076" y="4761"/>
                    <a:pt x="2112" y="4833"/>
                    <a:pt x="2112" y="4904"/>
                  </a:cubicBezTo>
                  <a:cubicBezTo>
                    <a:pt x="2148" y="5012"/>
                    <a:pt x="2148" y="5083"/>
                    <a:pt x="2112" y="5155"/>
                  </a:cubicBezTo>
                  <a:cubicBezTo>
                    <a:pt x="2112" y="5262"/>
                    <a:pt x="2076" y="5370"/>
                    <a:pt x="2040" y="5441"/>
                  </a:cubicBezTo>
                  <a:cubicBezTo>
                    <a:pt x="1969" y="5620"/>
                    <a:pt x="1897" y="5763"/>
                    <a:pt x="1790" y="5942"/>
                  </a:cubicBezTo>
                  <a:lnTo>
                    <a:pt x="1718" y="6086"/>
                  </a:lnTo>
                  <a:lnTo>
                    <a:pt x="1503" y="6408"/>
                  </a:lnTo>
                  <a:cubicBezTo>
                    <a:pt x="1432" y="6515"/>
                    <a:pt x="1396" y="6622"/>
                    <a:pt x="1360" y="6766"/>
                  </a:cubicBezTo>
                  <a:cubicBezTo>
                    <a:pt x="1360" y="6837"/>
                    <a:pt x="1360" y="6909"/>
                    <a:pt x="1360" y="6980"/>
                  </a:cubicBezTo>
                  <a:cubicBezTo>
                    <a:pt x="1360" y="7016"/>
                    <a:pt x="1360" y="7052"/>
                    <a:pt x="1396" y="7088"/>
                  </a:cubicBezTo>
                  <a:cubicBezTo>
                    <a:pt x="1432" y="7124"/>
                    <a:pt x="1468" y="7195"/>
                    <a:pt x="1468" y="7231"/>
                  </a:cubicBezTo>
                  <a:lnTo>
                    <a:pt x="1575" y="7446"/>
                  </a:lnTo>
                  <a:lnTo>
                    <a:pt x="1682" y="7625"/>
                  </a:lnTo>
                  <a:cubicBezTo>
                    <a:pt x="1718" y="7732"/>
                    <a:pt x="1754" y="7804"/>
                    <a:pt x="1754" y="7911"/>
                  </a:cubicBezTo>
                  <a:lnTo>
                    <a:pt x="1754" y="8018"/>
                  </a:lnTo>
                  <a:cubicBezTo>
                    <a:pt x="1754" y="8054"/>
                    <a:pt x="1754" y="8090"/>
                    <a:pt x="1718" y="8162"/>
                  </a:cubicBezTo>
                  <a:cubicBezTo>
                    <a:pt x="1682" y="8233"/>
                    <a:pt x="1647" y="8305"/>
                    <a:pt x="1575" y="8412"/>
                  </a:cubicBezTo>
                  <a:cubicBezTo>
                    <a:pt x="1468" y="8520"/>
                    <a:pt x="1360" y="8627"/>
                    <a:pt x="1253" y="8734"/>
                  </a:cubicBezTo>
                  <a:cubicBezTo>
                    <a:pt x="1110" y="8842"/>
                    <a:pt x="931" y="8913"/>
                    <a:pt x="752" y="9021"/>
                  </a:cubicBezTo>
                  <a:lnTo>
                    <a:pt x="716" y="9021"/>
                  </a:lnTo>
                  <a:lnTo>
                    <a:pt x="537" y="8949"/>
                  </a:lnTo>
                  <a:lnTo>
                    <a:pt x="322" y="8949"/>
                  </a:lnTo>
                  <a:cubicBezTo>
                    <a:pt x="215" y="8985"/>
                    <a:pt x="143" y="9057"/>
                    <a:pt x="107" y="9128"/>
                  </a:cubicBezTo>
                  <a:cubicBezTo>
                    <a:pt x="0" y="9307"/>
                    <a:pt x="72" y="9558"/>
                    <a:pt x="251" y="9665"/>
                  </a:cubicBezTo>
                  <a:cubicBezTo>
                    <a:pt x="358" y="9737"/>
                    <a:pt x="465" y="9772"/>
                    <a:pt x="573" y="9844"/>
                  </a:cubicBezTo>
                  <a:cubicBezTo>
                    <a:pt x="644" y="9844"/>
                    <a:pt x="680" y="9844"/>
                    <a:pt x="752" y="9880"/>
                  </a:cubicBezTo>
                  <a:lnTo>
                    <a:pt x="931" y="9880"/>
                  </a:lnTo>
                  <a:cubicBezTo>
                    <a:pt x="1002" y="9844"/>
                    <a:pt x="1038" y="9844"/>
                    <a:pt x="1110" y="9808"/>
                  </a:cubicBezTo>
                  <a:lnTo>
                    <a:pt x="1146" y="9808"/>
                  </a:lnTo>
                  <a:cubicBezTo>
                    <a:pt x="1181" y="9772"/>
                    <a:pt x="1217" y="9772"/>
                    <a:pt x="1289" y="9737"/>
                  </a:cubicBezTo>
                  <a:cubicBezTo>
                    <a:pt x="1360" y="9701"/>
                    <a:pt x="1396" y="9665"/>
                    <a:pt x="1468" y="9593"/>
                  </a:cubicBezTo>
                  <a:cubicBezTo>
                    <a:pt x="1575" y="9522"/>
                    <a:pt x="1682" y="9450"/>
                    <a:pt x="1790" y="9379"/>
                  </a:cubicBezTo>
                  <a:cubicBezTo>
                    <a:pt x="1933" y="9200"/>
                    <a:pt x="2112" y="9021"/>
                    <a:pt x="2219" y="8842"/>
                  </a:cubicBezTo>
                  <a:cubicBezTo>
                    <a:pt x="2327" y="8627"/>
                    <a:pt x="2398" y="8448"/>
                    <a:pt x="2434" y="8197"/>
                  </a:cubicBezTo>
                  <a:cubicBezTo>
                    <a:pt x="2470" y="8090"/>
                    <a:pt x="2470" y="7983"/>
                    <a:pt x="2434" y="7911"/>
                  </a:cubicBezTo>
                  <a:cubicBezTo>
                    <a:pt x="2434" y="7804"/>
                    <a:pt x="2398" y="7696"/>
                    <a:pt x="2363" y="7625"/>
                  </a:cubicBezTo>
                  <a:lnTo>
                    <a:pt x="2363" y="7589"/>
                  </a:lnTo>
                  <a:cubicBezTo>
                    <a:pt x="2291" y="7482"/>
                    <a:pt x="2219" y="7374"/>
                    <a:pt x="2184" y="7267"/>
                  </a:cubicBezTo>
                  <a:lnTo>
                    <a:pt x="2148" y="7231"/>
                  </a:lnTo>
                  <a:cubicBezTo>
                    <a:pt x="2076" y="7124"/>
                    <a:pt x="2040" y="7052"/>
                    <a:pt x="2005" y="6980"/>
                  </a:cubicBezTo>
                  <a:cubicBezTo>
                    <a:pt x="1969" y="6945"/>
                    <a:pt x="1969" y="6909"/>
                    <a:pt x="1969" y="6873"/>
                  </a:cubicBezTo>
                  <a:lnTo>
                    <a:pt x="1969" y="6837"/>
                  </a:lnTo>
                  <a:cubicBezTo>
                    <a:pt x="2005" y="6766"/>
                    <a:pt x="2005" y="6730"/>
                    <a:pt x="2076" y="6658"/>
                  </a:cubicBezTo>
                  <a:lnTo>
                    <a:pt x="2112" y="6587"/>
                  </a:lnTo>
                  <a:lnTo>
                    <a:pt x="2219" y="6444"/>
                  </a:lnTo>
                  <a:lnTo>
                    <a:pt x="2219" y="6408"/>
                  </a:lnTo>
                  <a:lnTo>
                    <a:pt x="2255" y="6336"/>
                  </a:lnTo>
                  <a:cubicBezTo>
                    <a:pt x="2470" y="6086"/>
                    <a:pt x="2613" y="5763"/>
                    <a:pt x="2721" y="5441"/>
                  </a:cubicBezTo>
                  <a:cubicBezTo>
                    <a:pt x="2721" y="5370"/>
                    <a:pt x="2756" y="5262"/>
                    <a:pt x="2756" y="5155"/>
                  </a:cubicBezTo>
                  <a:cubicBezTo>
                    <a:pt x="2756" y="5048"/>
                    <a:pt x="2756" y="4940"/>
                    <a:pt x="2721" y="4833"/>
                  </a:cubicBezTo>
                  <a:cubicBezTo>
                    <a:pt x="2685" y="4690"/>
                    <a:pt x="2613" y="4582"/>
                    <a:pt x="2542" y="4475"/>
                  </a:cubicBezTo>
                  <a:cubicBezTo>
                    <a:pt x="2506" y="4367"/>
                    <a:pt x="2434" y="4296"/>
                    <a:pt x="2363" y="4188"/>
                  </a:cubicBezTo>
                  <a:cubicBezTo>
                    <a:pt x="2327" y="4117"/>
                    <a:pt x="2255" y="4045"/>
                    <a:pt x="2184" y="3974"/>
                  </a:cubicBezTo>
                  <a:cubicBezTo>
                    <a:pt x="2112" y="3902"/>
                    <a:pt x="2040" y="3866"/>
                    <a:pt x="1933" y="3830"/>
                  </a:cubicBezTo>
                  <a:cubicBezTo>
                    <a:pt x="1826" y="3759"/>
                    <a:pt x="1718" y="3687"/>
                    <a:pt x="1611" y="3652"/>
                  </a:cubicBezTo>
                  <a:lnTo>
                    <a:pt x="1647" y="3616"/>
                  </a:lnTo>
                  <a:lnTo>
                    <a:pt x="1897" y="3294"/>
                  </a:lnTo>
                  <a:cubicBezTo>
                    <a:pt x="2040" y="3115"/>
                    <a:pt x="2184" y="2936"/>
                    <a:pt x="2291" y="2757"/>
                  </a:cubicBezTo>
                  <a:lnTo>
                    <a:pt x="2542" y="2399"/>
                  </a:lnTo>
                  <a:lnTo>
                    <a:pt x="2577" y="2363"/>
                  </a:lnTo>
                  <a:cubicBezTo>
                    <a:pt x="2685" y="2220"/>
                    <a:pt x="2756" y="2041"/>
                    <a:pt x="2828" y="1898"/>
                  </a:cubicBezTo>
                  <a:cubicBezTo>
                    <a:pt x="2864" y="1754"/>
                    <a:pt x="2899" y="1647"/>
                    <a:pt x="2899" y="1504"/>
                  </a:cubicBezTo>
                  <a:cubicBezTo>
                    <a:pt x="2899" y="1325"/>
                    <a:pt x="2899" y="1146"/>
                    <a:pt x="2828" y="1003"/>
                  </a:cubicBezTo>
                  <a:cubicBezTo>
                    <a:pt x="2792" y="860"/>
                    <a:pt x="2685" y="716"/>
                    <a:pt x="2613" y="609"/>
                  </a:cubicBezTo>
                  <a:cubicBezTo>
                    <a:pt x="2506" y="466"/>
                    <a:pt x="2398" y="358"/>
                    <a:pt x="2291" y="287"/>
                  </a:cubicBezTo>
                  <a:cubicBezTo>
                    <a:pt x="2184" y="215"/>
                    <a:pt x="2076" y="144"/>
                    <a:pt x="1933" y="72"/>
                  </a:cubicBezTo>
                  <a:cubicBezTo>
                    <a:pt x="1790" y="36"/>
                    <a:pt x="1647" y="0"/>
                    <a:pt x="15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6"/>
            <p:cNvSpPr/>
            <p:nvPr/>
          </p:nvSpPr>
          <p:spPr>
            <a:xfrm>
              <a:off x="869900" y="2424825"/>
              <a:ext cx="28650" cy="49225"/>
            </a:xfrm>
            <a:custGeom>
              <a:avLst/>
              <a:gdLst/>
              <a:ahLst/>
              <a:cxnLst/>
              <a:rect l="l" t="t" r="r" b="b"/>
              <a:pathLst>
                <a:path w="1146" h="1969" extrusionOk="0">
                  <a:moveTo>
                    <a:pt x="322" y="0"/>
                  </a:moveTo>
                  <a:lnTo>
                    <a:pt x="143" y="36"/>
                  </a:lnTo>
                  <a:cubicBezTo>
                    <a:pt x="72" y="36"/>
                    <a:pt x="36" y="72"/>
                    <a:pt x="36" y="143"/>
                  </a:cubicBezTo>
                  <a:cubicBezTo>
                    <a:pt x="0" y="179"/>
                    <a:pt x="0" y="215"/>
                    <a:pt x="36" y="287"/>
                  </a:cubicBezTo>
                  <a:cubicBezTo>
                    <a:pt x="36" y="322"/>
                    <a:pt x="72" y="358"/>
                    <a:pt x="108" y="394"/>
                  </a:cubicBezTo>
                  <a:lnTo>
                    <a:pt x="465" y="394"/>
                  </a:lnTo>
                  <a:lnTo>
                    <a:pt x="537" y="430"/>
                  </a:lnTo>
                  <a:lnTo>
                    <a:pt x="609" y="501"/>
                  </a:lnTo>
                  <a:cubicBezTo>
                    <a:pt x="609" y="537"/>
                    <a:pt x="644" y="573"/>
                    <a:pt x="644" y="609"/>
                  </a:cubicBezTo>
                  <a:cubicBezTo>
                    <a:pt x="680" y="680"/>
                    <a:pt x="716" y="752"/>
                    <a:pt x="716" y="859"/>
                  </a:cubicBezTo>
                  <a:cubicBezTo>
                    <a:pt x="716" y="895"/>
                    <a:pt x="716" y="931"/>
                    <a:pt x="716" y="967"/>
                  </a:cubicBezTo>
                  <a:cubicBezTo>
                    <a:pt x="716" y="1038"/>
                    <a:pt x="680" y="1146"/>
                    <a:pt x="644" y="1217"/>
                  </a:cubicBezTo>
                  <a:cubicBezTo>
                    <a:pt x="609" y="1360"/>
                    <a:pt x="537" y="1504"/>
                    <a:pt x="465" y="1611"/>
                  </a:cubicBezTo>
                  <a:cubicBezTo>
                    <a:pt x="394" y="1718"/>
                    <a:pt x="430" y="1862"/>
                    <a:pt x="537" y="1933"/>
                  </a:cubicBezTo>
                  <a:cubicBezTo>
                    <a:pt x="573" y="1969"/>
                    <a:pt x="609" y="1969"/>
                    <a:pt x="644" y="1969"/>
                  </a:cubicBezTo>
                  <a:cubicBezTo>
                    <a:pt x="752" y="1969"/>
                    <a:pt x="823" y="1933"/>
                    <a:pt x="859" y="1862"/>
                  </a:cubicBezTo>
                  <a:cubicBezTo>
                    <a:pt x="895" y="1754"/>
                    <a:pt x="967" y="1647"/>
                    <a:pt x="1002" y="1504"/>
                  </a:cubicBezTo>
                  <a:lnTo>
                    <a:pt x="1002" y="1468"/>
                  </a:lnTo>
                  <a:cubicBezTo>
                    <a:pt x="1038" y="1396"/>
                    <a:pt x="1074" y="1325"/>
                    <a:pt x="1074" y="1253"/>
                  </a:cubicBezTo>
                  <a:cubicBezTo>
                    <a:pt x="1110" y="1181"/>
                    <a:pt x="1110" y="1110"/>
                    <a:pt x="1110" y="1038"/>
                  </a:cubicBezTo>
                  <a:cubicBezTo>
                    <a:pt x="1146" y="967"/>
                    <a:pt x="1146" y="895"/>
                    <a:pt x="1110" y="824"/>
                  </a:cubicBezTo>
                  <a:cubicBezTo>
                    <a:pt x="1110" y="716"/>
                    <a:pt x="1074" y="573"/>
                    <a:pt x="1038" y="466"/>
                  </a:cubicBezTo>
                  <a:cubicBezTo>
                    <a:pt x="967" y="358"/>
                    <a:pt x="895" y="251"/>
                    <a:pt x="823" y="179"/>
                  </a:cubicBezTo>
                  <a:cubicBezTo>
                    <a:pt x="716" y="72"/>
                    <a:pt x="609" y="36"/>
                    <a:pt x="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6"/>
            <p:cNvSpPr/>
            <p:nvPr/>
          </p:nvSpPr>
          <p:spPr>
            <a:xfrm>
              <a:off x="814400" y="2142050"/>
              <a:ext cx="97575" cy="182575"/>
            </a:xfrm>
            <a:custGeom>
              <a:avLst/>
              <a:gdLst/>
              <a:ahLst/>
              <a:cxnLst/>
              <a:rect l="l" t="t" r="r" b="b"/>
              <a:pathLst>
                <a:path w="3903" h="7303" extrusionOk="0">
                  <a:moveTo>
                    <a:pt x="3616" y="0"/>
                  </a:moveTo>
                  <a:cubicBezTo>
                    <a:pt x="3473" y="36"/>
                    <a:pt x="3330" y="72"/>
                    <a:pt x="3187" y="143"/>
                  </a:cubicBezTo>
                  <a:cubicBezTo>
                    <a:pt x="3008" y="179"/>
                    <a:pt x="2864" y="287"/>
                    <a:pt x="2721" y="394"/>
                  </a:cubicBezTo>
                  <a:cubicBezTo>
                    <a:pt x="2614" y="465"/>
                    <a:pt x="2471" y="573"/>
                    <a:pt x="2363" y="716"/>
                  </a:cubicBezTo>
                  <a:cubicBezTo>
                    <a:pt x="2328" y="788"/>
                    <a:pt x="2292" y="859"/>
                    <a:pt x="2256" y="931"/>
                  </a:cubicBezTo>
                  <a:cubicBezTo>
                    <a:pt x="2184" y="1002"/>
                    <a:pt x="2149" y="1074"/>
                    <a:pt x="2113" y="1181"/>
                  </a:cubicBezTo>
                  <a:cubicBezTo>
                    <a:pt x="2077" y="1325"/>
                    <a:pt x="2041" y="1468"/>
                    <a:pt x="2041" y="1647"/>
                  </a:cubicBezTo>
                  <a:cubicBezTo>
                    <a:pt x="2077" y="1826"/>
                    <a:pt x="2077" y="2005"/>
                    <a:pt x="2113" y="2184"/>
                  </a:cubicBezTo>
                  <a:cubicBezTo>
                    <a:pt x="2149" y="2291"/>
                    <a:pt x="2149" y="2398"/>
                    <a:pt x="2184" y="2506"/>
                  </a:cubicBezTo>
                  <a:lnTo>
                    <a:pt x="2184" y="2577"/>
                  </a:lnTo>
                  <a:cubicBezTo>
                    <a:pt x="2184" y="2613"/>
                    <a:pt x="2220" y="2685"/>
                    <a:pt x="2220" y="2721"/>
                  </a:cubicBezTo>
                  <a:lnTo>
                    <a:pt x="2113" y="2792"/>
                  </a:lnTo>
                  <a:cubicBezTo>
                    <a:pt x="1862" y="2864"/>
                    <a:pt x="1647" y="2971"/>
                    <a:pt x="1433" y="3078"/>
                  </a:cubicBezTo>
                  <a:cubicBezTo>
                    <a:pt x="1182" y="3186"/>
                    <a:pt x="967" y="3365"/>
                    <a:pt x="788" y="3580"/>
                  </a:cubicBezTo>
                  <a:cubicBezTo>
                    <a:pt x="609" y="3759"/>
                    <a:pt x="466" y="4009"/>
                    <a:pt x="359" y="4260"/>
                  </a:cubicBezTo>
                  <a:cubicBezTo>
                    <a:pt x="216" y="4510"/>
                    <a:pt x="144" y="4761"/>
                    <a:pt x="108" y="5011"/>
                  </a:cubicBezTo>
                  <a:cubicBezTo>
                    <a:pt x="37" y="5298"/>
                    <a:pt x="1" y="5548"/>
                    <a:pt x="37" y="5835"/>
                  </a:cubicBezTo>
                  <a:cubicBezTo>
                    <a:pt x="37" y="5942"/>
                    <a:pt x="72" y="6085"/>
                    <a:pt x="108" y="6228"/>
                  </a:cubicBezTo>
                  <a:cubicBezTo>
                    <a:pt x="108" y="6372"/>
                    <a:pt x="180" y="6515"/>
                    <a:pt x="251" y="6622"/>
                  </a:cubicBezTo>
                  <a:cubicBezTo>
                    <a:pt x="359" y="6837"/>
                    <a:pt x="538" y="7016"/>
                    <a:pt x="753" y="7123"/>
                  </a:cubicBezTo>
                  <a:cubicBezTo>
                    <a:pt x="860" y="7195"/>
                    <a:pt x="1003" y="7266"/>
                    <a:pt x="1111" y="7302"/>
                  </a:cubicBezTo>
                  <a:lnTo>
                    <a:pt x="1254" y="7302"/>
                  </a:lnTo>
                  <a:cubicBezTo>
                    <a:pt x="1325" y="7302"/>
                    <a:pt x="1397" y="7231"/>
                    <a:pt x="1433" y="7159"/>
                  </a:cubicBezTo>
                  <a:cubicBezTo>
                    <a:pt x="1468" y="7087"/>
                    <a:pt x="1504" y="7016"/>
                    <a:pt x="1468" y="6944"/>
                  </a:cubicBezTo>
                  <a:cubicBezTo>
                    <a:pt x="1433" y="6873"/>
                    <a:pt x="1397" y="6801"/>
                    <a:pt x="1325" y="6765"/>
                  </a:cubicBezTo>
                  <a:cubicBezTo>
                    <a:pt x="1218" y="6694"/>
                    <a:pt x="1075" y="6622"/>
                    <a:pt x="967" y="6551"/>
                  </a:cubicBezTo>
                  <a:cubicBezTo>
                    <a:pt x="896" y="6515"/>
                    <a:pt x="860" y="6443"/>
                    <a:pt x="824" y="6407"/>
                  </a:cubicBezTo>
                  <a:cubicBezTo>
                    <a:pt x="788" y="6372"/>
                    <a:pt x="753" y="6300"/>
                    <a:pt x="717" y="6228"/>
                  </a:cubicBezTo>
                  <a:cubicBezTo>
                    <a:pt x="681" y="6121"/>
                    <a:pt x="645" y="5978"/>
                    <a:pt x="609" y="5835"/>
                  </a:cubicBezTo>
                  <a:cubicBezTo>
                    <a:pt x="609" y="5620"/>
                    <a:pt x="609" y="5441"/>
                    <a:pt x="681" y="5226"/>
                  </a:cubicBezTo>
                  <a:cubicBezTo>
                    <a:pt x="717" y="4976"/>
                    <a:pt x="753" y="4725"/>
                    <a:pt x="860" y="4510"/>
                  </a:cubicBezTo>
                  <a:cubicBezTo>
                    <a:pt x="932" y="4331"/>
                    <a:pt x="1039" y="4188"/>
                    <a:pt x="1146" y="4045"/>
                  </a:cubicBezTo>
                  <a:cubicBezTo>
                    <a:pt x="1218" y="3938"/>
                    <a:pt x="1325" y="3830"/>
                    <a:pt x="1433" y="3759"/>
                  </a:cubicBezTo>
                  <a:cubicBezTo>
                    <a:pt x="1647" y="3580"/>
                    <a:pt x="1898" y="3436"/>
                    <a:pt x="2184" y="3329"/>
                  </a:cubicBezTo>
                  <a:lnTo>
                    <a:pt x="2399" y="3222"/>
                  </a:lnTo>
                  <a:cubicBezTo>
                    <a:pt x="2506" y="3186"/>
                    <a:pt x="2578" y="3150"/>
                    <a:pt x="2650" y="3078"/>
                  </a:cubicBezTo>
                  <a:cubicBezTo>
                    <a:pt x="2721" y="3043"/>
                    <a:pt x="2757" y="2935"/>
                    <a:pt x="2793" y="2864"/>
                  </a:cubicBezTo>
                  <a:cubicBezTo>
                    <a:pt x="2793" y="2756"/>
                    <a:pt x="2793" y="2649"/>
                    <a:pt x="2757" y="2577"/>
                  </a:cubicBezTo>
                  <a:cubicBezTo>
                    <a:pt x="2757" y="2506"/>
                    <a:pt x="2721" y="2470"/>
                    <a:pt x="2685" y="2398"/>
                  </a:cubicBezTo>
                  <a:cubicBezTo>
                    <a:pt x="2685" y="2363"/>
                    <a:pt x="2685" y="2327"/>
                    <a:pt x="2650" y="2291"/>
                  </a:cubicBezTo>
                  <a:cubicBezTo>
                    <a:pt x="2614" y="2148"/>
                    <a:pt x="2578" y="1969"/>
                    <a:pt x="2542" y="1790"/>
                  </a:cubicBezTo>
                  <a:cubicBezTo>
                    <a:pt x="2542" y="1683"/>
                    <a:pt x="2542" y="1539"/>
                    <a:pt x="2542" y="1432"/>
                  </a:cubicBezTo>
                  <a:cubicBezTo>
                    <a:pt x="2578" y="1360"/>
                    <a:pt x="2578" y="1289"/>
                    <a:pt x="2614" y="1217"/>
                  </a:cubicBezTo>
                  <a:cubicBezTo>
                    <a:pt x="2650" y="1146"/>
                    <a:pt x="2685" y="1074"/>
                    <a:pt x="2757" y="1002"/>
                  </a:cubicBezTo>
                  <a:cubicBezTo>
                    <a:pt x="2829" y="895"/>
                    <a:pt x="2900" y="823"/>
                    <a:pt x="3008" y="752"/>
                  </a:cubicBezTo>
                  <a:cubicBezTo>
                    <a:pt x="3115" y="644"/>
                    <a:pt x="3222" y="609"/>
                    <a:pt x="3330" y="537"/>
                  </a:cubicBezTo>
                  <a:cubicBezTo>
                    <a:pt x="3473" y="501"/>
                    <a:pt x="3616" y="465"/>
                    <a:pt x="3759" y="430"/>
                  </a:cubicBezTo>
                  <a:cubicBezTo>
                    <a:pt x="3795" y="394"/>
                    <a:pt x="3831" y="358"/>
                    <a:pt x="3867" y="322"/>
                  </a:cubicBezTo>
                  <a:cubicBezTo>
                    <a:pt x="3902" y="287"/>
                    <a:pt x="3902" y="215"/>
                    <a:pt x="3902" y="143"/>
                  </a:cubicBezTo>
                  <a:cubicBezTo>
                    <a:pt x="3867" y="72"/>
                    <a:pt x="3759" y="0"/>
                    <a:pt x="3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6"/>
            <p:cNvSpPr/>
            <p:nvPr/>
          </p:nvSpPr>
          <p:spPr>
            <a:xfrm>
              <a:off x="877950" y="2210050"/>
              <a:ext cx="34025" cy="59975"/>
            </a:xfrm>
            <a:custGeom>
              <a:avLst/>
              <a:gdLst/>
              <a:ahLst/>
              <a:cxnLst/>
              <a:rect l="l" t="t" r="r" b="b"/>
              <a:pathLst>
                <a:path w="1361" h="2399" extrusionOk="0">
                  <a:moveTo>
                    <a:pt x="1074" y="1"/>
                  </a:moveTo>
                  <a:cubicBezTo>
                    <a:pt x="1038" y="1"/>
                    <a:pt x="1003" y="36"/>
                    <a:pt x="1003" y="36"/>
                  </a:cubicBezTo>
                  <a:cubicBezTo>
                    <a:pt x="859" y="108"/>
                    <a:pt x="752" y="180"/>
                    <a:pt x="645" y="251"/>
                  </a:cubicBezTo>
                  <a:cubicBezTo>
                    <a:pt x="573" y="323"/>
                    <a:pt x="537" y="358"/>
                    <a:pt x="501" y="430"/>
                  </a:cubicBezTo>
                  <a:cubicBezTo>
                    <a:pt x="430" y="502"/>
                    <a:pt x="394" y="573"/>
                    <a:pt x="358" y="645"/>
                  </a:cubicBezTo>
                  <a:cubicBezTo>
                    <a:pt x="251" y="788"/>
                    <a:pt x="179" y="931"/>
                    <a:pt x="143" y="1074"/>
                  </a:cubicBezTo>
                  <a:cubicBezTo>
                    <a:pt x="72" y="1253"/>
                    <a:pt x="36" y="1397"/>
                    <a:pt x="36" y="1576"/>
                  </a:cubicBezTo>
                  <a:cubicBezTo>
                    <a:pt x="0" y="1719"/>
                    <a:pt x="36" y="1898"/>
                    <a:pt x="108" y="2041"/>
                  </a:cubicBezTo>
                  <a:cubicBezTo>
                    <a:pt x="143" y="2077"/>
                    <a:pt x="179" y="2077"/>
                    <a:pt x="215" y="2112"/>
                  </a:cubicBezTo>
                  <a:cubicBezTo>
                    <a:pt x="215" y="2148"/>
                    <a:pt x="251" y="2184"/>
                    <a:pt x="287" y="2184"/>
                  </a:cubicBezTo>
                  <a:cubicBezTo>
                    <a:pt x="287" y="2220"/>
                    <a:pt x="322" y="2256"/>
                    <a:pt x="358" y="2256"/>
                  </a:cubicBezTo>
                  <a:lnTo>
                    <a:pt x="466" y="2327"/>
                  </a:lnTo>
                  <a:lnTo>
                    <a:pt x="501" y="2327"/>
                  </a:lnTo>
                  <a:cubicBezTo>
                    <a:pt x="573" y="2327"/>
                    <a:pt x="680" y="2363"/>
                    <a:pt x="752" y="2363"/>
                  </a:cubicBezTo>
                  <a:lnTo>
                    <a:pt x="824" y="2363"/>
                  </a:lnTo>
                  <a:cubicBezTo>
                    <a:pt x="895" y="2399"/>
                    <a:pt x="967" y="2399"/>
                    <a:pt x="1038" y="2399"/>
                  </a:cubicBezTo>
                  <a:cubicBezTo>
                    <a:pt x="1253" y="2399"/>
                    <a:pt x="1360" y="2148"/>
                    <a:pt x="1217" y="2041"/>
                  </a:cubicBezTo>
                  <a:cubicBezTo>
                    <a:pt x="1191" y="1988"/>
                    <a:pt x="1146" y="1955"/>
                    <a:pt x="1095" y="1955"/>
                  </a:cubicBezTo>
                  <a:cubicBezTo>
                    <a:pt x="1077" y="1955"/>
                    <a:pt x="1058" y="1960"/>
                    <a:pt x="1038" y="1969"/>
                  </a:cubicBezTo>
                  <a:lnTo>
                    <a:pt x="1003" y="1969"/>
                  </a:lnTo>
                  <a:cubicBezTo>
                    <a:pt x="859" y="1933"/>
                    <a:pt x="716" y="1898"/>
                    <a:pt x="609" y="1862"/>
                  </a:cubicBezTo>
                  <a:lnTo>
                    <a:pt x="537" y="1826"/>
                  </a:lnTo>
                  <a:lnTo>
                    <a:pt x="501" y="1754"/>
                  </a:lnTo>
                  <a:cubicBezTo>
                    <a:pt x="466" y="1754"/>
                    <a:pt x="466" y="1719"/>
                    <a:pt x="466" y="1719"/>
                  </a:cubicBezTo>
                  <a:cubicBezTo>
                    <a:pt x="430" y="1683"/>
                    <a:pt x="430" y="1647"/>
                    <a:pt x="430" y="1611"/>
                  </a:cubicBezTo>
                  <a:cubicBezTo>
                    <a:pt x="430" y="1540"/>
                    <a:pt x="430" y="1468"/>
                    <a:pt x="430" y="1432"/>
                  </a:cubicBezTo>
                  <a:cubicBezTo>
                    <a:pt x="466" y="1146"/>
                    <a:pt x="573" y="895"/>
                    <a:pt x="752" y="645"/>
                  </a:cubicBezTo>
                  <a:cubicBezTo>
                    <a:pt x="788" y="609"/>
                    <a:pt x="859" y="537"/>
                    <a:pt x="895" y="502"/>
                  </a:cubicBezTo>
                  <a:cubicBezTo>
                    <a:pt x="967" y="466"/>
                    <a:pt x="1074" y="394"/>
                    <a:pt x="1146" y="358"/>
                  </a:cubicBezTo>
                  <a:cubicBezTo>
                    <a:pt x="1217" y="323"/>
                    <a:pt x="1217" y="287"/>
                    <a:pt x="1253" y="251"/>
                  </a:cubicBezTo>
                  <a:cubicBezTo>
                    <a:pt x="1253" y="180"/>
                    <a:pt x="1253" y="144"/>
                    <a:pt x="1253" y="108"/>
                  </a:cubicBezTo>
                  <a:cubicBezTo>
                    <a:pt x="1217" y="72"/>
                    <a:pt x="1182" y="36"/>
                    <a:pt x="11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6"/>
            <p:cNvSpPr/>
            <p:nvPr/>
          </p:nvSpPr>
          <p:spPr>
            <a:xfrm>
              <a:off x="918225" y="2183200"/>
              <a:ext cx="15225" cy="59975"/>
            </a:xfrm>
            <a:custGeom>
              <a:avLst/>
              <a:gdLst/>
              <a:ahLst/>
              <a:cxnLst/>
              <a:rect l="l" t="t" r="r" b="b"/>
              <a:pathLst>
                <a:path w="609" h="2399" extrusionOk="0">
                  <a:moveTo>
                    <a:pt x="322" y="1"/>
                  </a:moveTo>
                  <a:cubicBezTo>
                    <a:pt x="251" y="1"/>
                    <a:pt x="215" y="37"/>
                    <a:pt x="179" y="108"/>
                  </a:cubicBezTo>
                  <a:cubicBezTo>
                    <a:pt x="107" y="215"/>
                    <a:pt x="72" y="359"/>
                    <a:pt x="36" y="466"/>
                  </a:cubicBezTo>
                  <a:cubicBezTo>
                    <a:pt x="0" y="609"/>
                    <a:pt x="0" y="788"/>
                    <a:pt x="0" y="931"/>
                  </a:cubicBezTo>
                  <a:cubicBezTo>
                    <a:pt x="36" y="1110"/>
                    <a:pt x="72" y="1289"/>
                    <a:pt x="107" y="1468"/>
                  </a:cubicBezTo>
                  <a:lnTo>
                    <a:pt x="107" y="1576"/>
                  </a:lnTo>
                  <a:cubicBezTo>
                    <a:pt x="107" y="1790"/>
                    <a:pt x="143" y="2041"/>
                    <a:pt x="179" y="2256"/>
                  </a:cubicBezTo>
                  <a:cubicBezTo>
                    <a:pt x="215" y="2292"/>
                    <a:pt x="215" y="2292"/>
                    <a:pt x="251" y="2327"/>
                  </a:cubicBezTo>
                  <a:cubicBezTo>
                    <a:pt x="286" y="2363"/>
                    <a:pt x="322" y="2399"/>
                    <a:pt x="394" y="2399"/>
                  </a:cubicBezTo>
                  <a:cubicBezTo>
                    <a:pt x="465" y="2399"/>
                    <a:pt x="501" y="2363"/>
                    <a:pt x="537" y="2327"/>
                  </a:cubicBezTo>
                  <a:cubicBezTo>
                    <a:pt x="573" y="2292"/>
                    <a:pt x="609" y="2220"/>
                    <a:pt x="609" y="2184"/>
                  </a:cubicBezTo>
                  <a:cubicBezTo>
                    <a:pt x="609" y="2005"/>
                    <a:pt x="573" y="1826"/>
                    <a:pt x="537" y="1683"/>
                  </a:cubicBezTo>
                  <a:lnTo>
                    <a:pt x="537" y="1576"/>
                  </a:lnTo>
                  <a:lnTo>
                    <a:pt x="501" y="1361"/>
                  </a:lnTo>
                  <a:cubicBezTo>
                    <a:pt x="501" y="1110"/>
                    <a:pt x="501" y="896"/>
                    <a:pt x="501" y="681"/>
                  </a:cubicBezTo>
                  <a:cubicBezTo>
                    <a:pt x="537" y="573"/>
                    <a:pt x="573" y="466"/>
                    <a:pt x="609" y="359"/>
                  </a:cubicBezTo>
                  <a:cubicBezTo>
                    <a:pt x="609" y="287"/>
                    <a:pt x="609" y="215"/>
                    <a:pt x="609" y="180"/>
                  </a:cubicBezTo>
                  <a:cubicBezTo>
                    <a:pt x="573" y="108"/>
                    <a:pt x="537" y="72"/>
                    <a:pt x="501" y="37"/>
                  </a:cubicBezTo>
                  <a:cubicBezTo>
                    <a:pt x="465" y="1"/>
                    <a:pt x="430" y="1"/>
                    <a:pt x="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6"/>
            <p:cNvSpPr/>
            <p:nvPr/>
          </p:nvSpPr>
          <p:spPr>
            <a:xfrm>
              <a:off x="716875" y="2309375"/>
              <a:ext cx="42075" cy="59100"/>
            </a:xfrm>
            <a:custGeom>
              <a:avLst/>
              <a:gdLst/>
              <a:ahLst/>
              <a:cxnLst/>
              <a:rect l="l" t="t" r="r" b="b"/>
              <a:pathLst>
                <a:path w="1683" h="2364" extrusionOk="0">
                  <a:moveTo>
                    <a:pt x="1396" y="1"/>
                  </a:moveTo>
                  <a:cubicBezTo>
                    <a:pt x="1325" y="1"/>
                    <a:pt x="1289" y="1"/>
                    <a:pt x="1253" y="37"/>
                  </a:cubicBezTo>
                  <a:lnTo>
                    <a:pt x="1181" y="72"/>
                  </a:lnTo>
                  <a:lnTo>
                    <a:pt x="1038" y="180"/>
                  </a:lnTo>
                  <a:lnTo>
                    <a:pt x="752" y="394"/>
                  </a:lnTo>
                  <a:cubicBezTo>
                    <a:pt x="645" y="466"/>
                    <a:pt x="573" y="502"/>
                    <a:pt x="537" y="573"/>
                  </a:cubicBezTo>
                  <a:cubicBezTo>
                    <a:pt x="430" y="681"/>
                    <a:pt x="358" y="788"/>
                    <a:pt x="322" y="860"/>
                  </a:cubicBezTo>
                  <a:cubicBezTo>
                    <a:pt x="215" y="1075"/>
                    <a:pt x="108" y="1254"/>
                    <a:pt x="72" y="1504"/>
                  </a:cubicBezTo>
                  <a:cubicBezTo>
                    <a:pt x="36" y="1719"/>
                    <a:pt x="0" y="1934"/>
                    <a:pt x="0" y="2148"/>
                  </a:cubicBezTo>
                  <a:cubicBezTo>
                    <a:pt x="0" y="2256"/>
                    <a:pt x="72" y="2363"/>
                    <a:pt x="179" y="2363"/>
                  </a:cubicBezTo>
                  <a:lnTo>
                    <a:pt x="251" y="2363"/>
                  </a:lnTo>
                  <a:cubicBezTo>
                    <a:pt x="358" y="2363"/>
                    <a:pt x="430" y="2292"/>
                    <a:pt x="466" y="2220"/>
                  </a:cubicBezTo>
                  <a:lnTo>
                    <a:pt x="466" y="2113"/>
                  </a:lnTo>
                  <a:cubicBezTo>
                    <a:pt x="466" y="2005"/>
                    <a:pt x="501" y="1898"/>
                    <a:pt x="537" y="1790"/>
                  </a:cubicBezTo>
                  <a:cubicBezTo>
                    <a:pt x="537" y="1647"/>
                    <a:pt x="573" y="1504"/>
                    <a:pt x="645" y="1361"/>
                  </a:cubicBezTo>
                  <a:cubicBezTo>
                    <a:pt x="680" y="1218"/>
                    <a:pt x="752" y="1110"/>
                    <a:pt x="824" y="1003"/>
                  </a:cubicBezTo>
                  <a:cubicBezTo>
                    <a:pt x="895" y="931"/>
                    <a:pt x="967" y="860"/>
                    <a:pt x="1074" y="788"/>
                  </a:cubicBezTo>
                  <a:lnTo>
                    <a:pt x="1217" y="681"/>
                  </a:lnTo>
                  <a:lnTo>
                    <a:pt x="1289" y="609"/>
                  </a:lnTo>
                  <a:cubicBezTo>
                    <a:pt x="1325" y="573"/>
                    <a:pt x="1396" y="538"/>
                    <a:pt x="1468" y="502"/>
                  </a:cubicBezTo>
                  <a:lnTo>
                    <a:pt x="1504" y="466"/>
                  </a:lnTo>
                  <a:cubicBezTo>
                    <a:pt x="1647" y="394"/>
                    <a:pt x="1683" y="251"/>
                    <a:pt x="1611" y="108"/>
                  </a:cubicBezTo>
                  <a:cubicBezTo>
                    <a:pt x="1575" y="37"/>
                    <a:pt x="1468" y="1"/>
                    <a:pt x="1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6"/>
            <p:cNvSpPr/>
            <p:nvPr/>
          </p:nvSpPr>
          <p:spPr>
            <a:xfrm>
              <a:off x="730300" y="2364875"/>
              <a:ext cx="29550" cy="56400"/>
            </a:xfrm>
            <a:custGeom>
              <a:avLst/>
              <a:gdLst/>
              <a:ahLst/>
              <a:cxnLst/>
              <a:rect l="l" t="t" r="r" b="b"/>
              <a:pathLst>
                <a:path w="1182" h="2256" extrusionOk="0">
                  <a:moveTo>
                    <a:pt x="931" y="0"/>
                  </a:moveTo>
                  <a:cubicBezTo>
                    <a:pt x="859" y="0"/>
                    <a:pt x="788" y="0"/>
                    <a:pt x="752" y="36"/>
                  </a:cubicBezTo>
                  <a:cubicBezTo>
                    <a:pt x="609" y="72"/>
                    <a:pt x="501" y="143"/>
                    <a:pt x="430" y="251"/>
                  </a:cubicBezTo>
                  <a:cubicBezTo>
                    <a:pt x="251" y="430"/>
                    <a:pt x="143" y="680"/>
                    <a:pt x="72" y="931"/>
                  </a:cubicBezTo>
                  <a:cubicBezTo>
                    <a:pt x="36" y="1038"/>
                    <a:pt x="36" y="1181"/>
                    <a:pt x="36" y="1324"/>
                  </a:cubicBezTo>
                  <a:cubicBezTo>
                    <a:pt x="0" y="1432"/>
                    <a:pt x="0" y="1575"/>
                    <a:pt x="0" y="1682"/>
                  </a:cubicBezTo>
                  <a:cubicBezTo>
                    <a:pt x="72" y="1861"/>
                    <a:pt x="179" y="2040"/>
                    <a:pt x="322" y="2184"/>
                  </a:cubicBezTo>
                  <a:cubicBezTo>
                    <a:pt x="358" y="2219"/>
                    <a:pt x="394" y="2255"/>
                    <a:pt x="430" y="2255"/>
                  </a:cubicBezTo>
                  <a:cubicBezTo>
                    <a:pt x="501" y="2255"/>
                    <a:pt x="537" y="2219"/>
                    <a:pt x="573" y="2184"/>
                  </a:cubicBezTo>
                  <a:cubicBezTo>
                    <a:pt x="609" y="2148"/>
                    <a:pt x="644" y="2112"/>
                    <a:pt x="644" y="2076"/>
                  </a:cubicBezTo>
                  <a:lnTo>
                    <a:pt x="644" y="2040"/>
                  </a:lnTo>
                  <a:lnTo>
                    <a:pt x="644" y="2005"/>
                  </a:lnTo>
                  <a:cubicBezTo>
                    <a:pt x="644" y="2005"/>
                    <a:pt x="609" y="1969"/>
                    <a:pt x="609" y="1933"/>
                  </a:cubicBezTo>
                  <a:cubicBezTo>
                    <a:pt x="537" y="1861"/>
                    <a:pt x="465" y="1754"/>
                    <a:pt x="430" y="1647"/>
                  </a:cubicBezTo>
                  <a:cubicBezTo>
                    <a:pt x="394" y="1575"/>
                    <a:pt x="358" y="1503"/>
                    <a:pt x="358" y="1432"/>
                  </a:cubicBezTo>
                  <a:cubicBezTo>
                    <a:pt x="358" y="1324"/>
                    <a:pt x="358" y="1217"/>
                    <a:pt x="358" y="1074"/>
                  </a:cubicBezTo>
                  <a:cubicBezTo>
                    <a:pt x="394" y="966"/>
                    <a:pt x="430" y="823"/>
                    <a:pt x="465" y="716"/>
                  </a:cubicBezTo>
                  <a:cubicBezTo>
                    <a:pt x="501" y="609"/>
                    <a:pt x="537" y="537"/>
                    <a:pt x="609" y="465"/>
                  </a:cubicBezTo>
                  <a:cubicBezTo>
                    <a:pt x="644" y="430"/>
                    <a:pt x="680" y="358"/>
                    <a:pt x="716" y="358"/>
                  </a:cubicBezTo>
                  <a:cubicBezTo>
                    <a:pt x="752" y="322"/>
                    <a:pt x="788" y="322"/>
                    <a:pt x="788" y="286"/>
                  </a:cubicBezTo>
                  <a:lnTo>
                    <a:pt x="1110" y="286"/>
                  </a:lnTo>
                  <a:cubicBezTo>
                    <a:pt x="1110" y="251"/>
                    <a:pt x="1146" y="215"/>
                    <a:pt x="1146" y="179"/>
                  </a:cubicBezTo>
                  <a:cubicBezTo>
                    <a:pt x="1181" y="143"/>
                    <a:pt x="1181" y="107"/>
                    <a:pt x="1146" y="72"/>
                  </a:cubicBezTo>
                  <a:cubicBezTo>
                    <a:pt x="1146" y="36"/>
                    <a:pt x="1110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6"/>
            <p:cNvSpPr/>
            <p:nvPr/>
          </p:nvSpPr>
          <p:spPr>
            <a:xfrm>
              <a:off x="673925" y="2682550"/>
              <a:ext cx="28650" cy="47450"/>
            </a:xfrm>
            <a:custGeom>
              <a:avLst/>
              <a:gdLst/>
              <a:ahLst/>
              <a:cxnLst/>
              <a:rect l="l" t="t" r="r" b="b"/>
              <a:pathLst>
                <a:path w="1146" h="1898" extrusionOk="0">
                  <a:moveTo>
                    <a:pt x="644" y="0"/>
                  </a:moveTo>
                  <a:cubicBezTo>
                    <a:pt x="537" y="36"/>
                    <a:pt x="430" y="108"/>
                    <a:pt x="358" y="179"/>
                  </a:cubicBezTo>
                  <a:cubicBezTo>
                    <a:pt x="251" y="251"/>
                    <a:pt x="179" y="358"/>
                    <a:pt x="107" y="465"/>
                  </a:cubicBezTo>
                  <a:cubicBezTo>
                    <a:pt x="36" y="573"/>
                    <a:pt x="0" y="680"/>
                    <a:pt x="0" y="823"/>
                  </a:cubicBezTo>
                  <a:cubicBezTo>
                    <a:pt x="0" y="931"/>
                    <a:pt x="0" y="1074"/>
                    <a:pt x="72" y="1181"/>
                  </a:cubicBezTo>
                  <a:cubicBezTo>
                    <a:pt x="107" y="1289"/>
                    <a:pt x="179" y="1396"/>
                    <a:pt x="251" y="1504"/>
                  </a:cubicBezTo>
                  <a:cubicBezTo>
                    <a:pt x="322" y="1575"/>
                    <a:pt x="430" y="1647"/>
                    <a:pt x="537" y="1718"/>
                  </a:cubicBezTo>
                  <a:cubicBezTo>
                    <a:pt x="609" y="1790"/>
                    <a:pt x="716" y="1826"/>
                    <a:pt x="823" y="1897"/>
                  </a:cubicBezTo>
                  <a:lnTo>
                    <a:pt x="895" y="1897"/>
                  </a:lnTo>
                  <a:cubicBezTo>
                    <a:pt x="1074" y="1897"/>
                    <a:pt x="1146" y="1682"/>
                    <a:pt x="1002" y="1575"/>
                  </a:cubicBezTo>
                  <a:cubicBezTo>
                    <a:pt x="859" y="1504"/>
                    <a:pt x="752" y="1432"/>
                    <a:pt x="680" y="1360"/>
                  </a:cubicBezTo>
                  <a:cubicBezTo>
                    <a:pt x="609" y="1289"/>
                    <a:pt x="573" y="1253"/>
                    <a:pt x="501" y="1217"/>
                  </a:cubicBezTo>
                  <a:cubicBezTo>
                    <a:pt x="501" y="1146"/>
                    <a:pt x="465" y="1110"/>
                    <a:pt x="430" y="1074"/>
                  </a:cubicBezTo>
                  <a:cubicBezTo>
                    <a:pt x="430" y="1002"/>
                    <a:pt x="394" y="967"/>
                    <a:pt x="394" y="895"/>
                  </a:cubicBezTo>
                  <a:lnTo>
                    <a:pt x="394" y="823"/>
                  </a:lnTo>
                  <a:cubicBezTo>
                    <a:pt x="394" y="788"/>
                    <a:pt x="430" y="716"/>
                    <a:pt x="430" y="680"/>
                  </a:cubicBezTo>
                  <a:cubicBezTo>
                    <a:pt x="465" y="644"/>
                    <a:pt x="465" y="573"/>
                    <a:pt x="501" y="537"/>
                  </a:cubicBezTo>
                  <a:lnTo>
                    <a:pt x="609" y="465"/>
                  </a:lnTo>
                  <a:lnTo>
                    <a:pt x="716" y="394"/>
                  </a:lnTo>
                  <a:lnTo>
                    <a:pt x="752" y="394"/>
                  </a:lnTo>
                  <a:cubicBezTo>
                    <a:pt x="859" y="358"/>
                    <a:pt x="931" y="251"/>
                    <a:pt x="895" y="143"/>
                  </a:cubicBezTo>
                  <a:cubicBezTo>
                    <a:pt x="859" y="72"/>
                    <a:pt x="788" y="0"/>
                    <a:pt x="6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6"/>
            <p:cNvSpPr/>
            <p:nvPr/>
          </p:nvSpPr>
          <p:spPr>
            <a:xfrm>
              <a:off x="630950" y="2707600"/>
              <a:ext cx="51950" cy="82350"/>
            </a:xfrm>
            <a:custGeom>
              <a:avLst/>
              <a:gdLst/>
              <a:ahLst/>
              <a:cxnLst/>
              <a:rect l="l" t="t" r="r" b="b"/>
              <a:pathLst>
                <a:path w="2078" h="3294" extrusionOk="0">
                  <a:moveTo>
                    <a:pt x="1469" y="0"/>
                  </a:moveTo>
                  <a:cubicBezTo>
                    <a:pt x="1361" y="0"/>
                    <a:pt x="1290" y="36"/>
                    <a:pt x="1254" y="108"/>
                  </a:cubicBezTo>
                  <a:cubicBezTo>
                    <a:pt x="896" y="394"/>
                    <a:pt x="609" y="752"/>
                    <a:pt x="359" y="1110"/>
                  </a:cubicBezTo>
                  <a:cubicBezTo>
                    <a:pt x="216" y="1289"/>
                    <a:pt x="108" y="1504"/>
                    <a:pt x="73" y="1719"/>
                  </a:cubicBezTo>
                  <a:cubicBezTo>
                    <a:pt x="1" y="1969"/>
                    <a:pt x="1" y="2220"/>
                    <a:pt x="73" y="2434"/>
                  </a:cubicBezTo>
                  <a:cubicBezTo>
                    <a:pt x="73" y="2542"/>
                    <a:pt x="144" y="2649"/>
                    <a:pt x="180" y="2721"/>
                  </a:cubicBezTo>
                  <a:cubicBezTo>
                    <a:pt x="287" y="2900"/>
                    <a:pt x="466" y="3043"/>
                    <a:pt x="645" y="3150"/>
                  </a:cubicBezTo>
                  <a:cubicBezTo>
                    <a:pt x="681" y="3186"/>
                    <a:pt x="753" y="3222"/>
                    <a:pt x="788" y="3258"/>
                  </a:cubicBezTo>
                  <a:cubicBezTo>
                    <a:pt x="860" y="3258"/>
                    <a:pt x="932" y="3294"/>
                    <a:pt x="1039" y="3294"/>
                  </a:cubicBezTo>
                  <a:lnTo>
                    <a:pt x="1111" y="3294"/>
                  </a:lnTo>
                  <a:cubicBezTo>
                    <a:pt x="1182" y="3294"/>
                    <a:pt x="1254" y="3294"/>
                    <a:pt x="1361" y="3258"/>
                  </a:cubicBezTo>
                  <a:lnTo>
                    <a:pt x="1576" y="3222"/>
                  </a:lnTo>
                  <a:lnTo>
                    <a:pt x="1826" y="3150"/>
                  </a:lnTo>
                  <a:cubicBezTo>
                    <a:pt x="1970" y="3115"/>
                    <a:pt x="2077" y="2971"/>
                    <a:pt x="2041" y="2828"/>
                  </a:cubicBezTo>
                  <a:cubicBezTo>
                    <a:pt x="2005" y="2757"/>
                    <a:pt x="1934" y="2721"/>
                    <a:pt x="1862" y="2685"/>
                  </a:cubicBezTo>
                  <a:cubicBezTo>
                    <a:pt x="1826" y="2649"/>
                    <a:pt x="1791" y="2649"/>
                    <a:pt x="1755" y="2649"/>
                  </a:cubicBezTo>
                  <a:lnTo>
                    <a:pt x="1039" y="2649"/>
                  </a:lnTo>
                  <a:cubicBezTo>
                    <a:pt x="1003" y="2649"/>
                    <a:pt x="967" y="2613"/>
                    <a:pt x="932" y="2578"/>
                  </a:cubicBezTo>
                  <a:cubicBezTo>
                    <a:pt x="860" y="2542"/>
                    <a:pt x="824" y="2470"/>
                    <a:pt x="753" y="2434"/>
                  </a:cubicBezTo>
                  <a:lnTo>
                    <a:pt x="681" y="2291"/>
                  </a:lnTo>
                  <a:cubicBezTo>
                    <a:pt x="681" y="2255"/>
                    <a:pt x="645" y="2184"/>
                    <a:pt x="645" y="2148"/>
                  </a:cubicBezTo>
                  <a:cubicBezTo>
                    <a:pt x="645" y="2112"/>
                    <a:pt x="645" y="2041"/>
                    <a:pt x="645" y="2005"/>
                  </a:cubicBezTo>
                  <a:cubicBezTo>
                    <a:pt x="681" y="1898"/>
                    <a:pt x="681" y="1790"/>
                    <a:pt x="717" y="1719"/>
                  </a:cubicBezTo>
                  <a:cubicBezTo>
                    <a:pt x="788" y="1540"/>
                    <a:pt x="896" y="1396"/>
                    <a:pt x="1003" y="1253"/>
                  </a:cubicBezTo>
                  <a:cubicBezTo>
                    <a:pt x="1218" y="1003"/>
                    <a:pt x="1433" y="752"/>
                    <a:pt x="1683" y="537"/>
                  </a:cubicBezTo>
                  <a:cubicBezTo>
                    <a:pt x="1755" y="466"/>
                    <a:pt x="1791" y="394"/>
                    <a:pt x="1791" y="323"/>
                  </a:cubicBezTo>
                  <a:cubicBezTo>
                    <a:pt x="1791" y="144"/>
                    <a:pt x="1647" y="0"/>
                    <a:pt x="1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6"/>
            <p:cNvSpPr/>
            <p:nvPr/>
          </p:nvSpPr>
          <p:spPr>
            <a:xfrm>
              <a:off x="574575" y="2675375"/>
              <a:ext cx="84150" cy="231800"/>
            </a:xfrm>
            <a:custGeom>
              <a:avLst/>
              <a:gdLst/>
              <a:ahLst/>
              <a:cxnLst/>
              <a:rect l="l" t="t" r="r" b="b"/>
              <a:pathLst>
                <a:path w="3366" h="9272" extrusionOk="0">
                  <a:moveTo>
                    <a:pt x="3008" y="1"/>
                  </a:moveTo>
                  <a:lnTo>
                    <a:pt x="2864" y="72"/>
                  </a:lnTo>
                  <a:lnTo>
                    <a:pt x="2757" y="144"/>
                  </a:lnTo>
                  <a:cubicBezTo>
                    <a:pt x="2685" y="180"/>
                    <a:pt x="2614" y="216"/>
                    <a:pt x="2542" y="251"/>
                  </a:cubicBezTo>
                  <a:lnTo>
                    <a:pt x="2506" y="287"/>
                  </a:lnTo>
                  <a:cubicBezTo>
                    <a:pt x="2363" y="359"/>
                    <a:pt x="2220" y="466"/>
                    <a:pt x="2077" y="574"/>
                  </a:cubicBezTo>
                  <a:cubicBezTo>
                    <a:pt x="1755" y="788"/>
                    <a:pt x="1540" y="1075"/>
                    <a:pt x="1361" y="1397"/>
                  </a:cubicBezTo>
                  <a:cubicBezTo>
                    <a:pt x="1325" y="1468"/>
                    <a:pt x="1289" y="1540"/>
                    <a:pt x="1289" y="1647"/>
                  </a:cubicBezTo>
                  <a:cubicBezTo>
                    <a:pt x="1254" y="1719"/>
                    <a:pt x="1218" y="1826"/>
                    <a:pt x="1218" y="1934"/>
                  </a:cubicBezTo>
                  <a:cubicBezTo>
                    <a:pt x="1218" y="2005"/>
                    <a:pt x="1218" y="2077"/>
                    <a:pt x="1218" y="2184"/>
                  </a:cubicBezTo>
                  <a:cubicBezTo>
                    <a:pt x="1218" y="2292"/>
                    <a:pt x="1218" y="2399"/>
                    <a:pt x="1254" y="2506"/>
                  </a:cubicBezTo>
                  <a:cubicBezTo>
                    <a:pt x="1289" y="2793"/>
                    <a:pt x="1397" y="3079"/>
                    <a:pt x="1540" y="3330"/>
                  </a:cubicBezTo>
                  <a:lnTo>
                    <a:pt x="1540" y="3365"/>
                  </a:lnTo>
                  <a:lnTo>
                    <a:pt x="1540" y="3401"/>
                  </a:lnTo>
                  <a:cubicBezTo>
                    <a:pt x="1504" y="3437"/>
                    <a:pt x="1468" y="3473"/>
                    <a:pt x="1433" y="3509"/>
                  </a:cubicBezTo>
                  <a:lnTo>
                    <a:pt x="1254" y="3652"/>
                  </a:lnTo>
                  <a:cubicBezTo>
                    <a:pt x="1110" y="3759"/>
                    <a:pt x="1003" y="3902"/>
                    <a:pt x="896" y="4010"/>
                  </a:cubicBezTo>
                  <a:cubicBezTo>
                    <a:pt x="788" y="4117"/>
                    <a:pt x="681" y="4260"/>
                    <a:pt x="609" y="4368"/>
                  </a:cubicBezTo>
                  <a:cubicBezTo>
                    <a:pt x="574" y="4439"/>
                    <a:pt x="538" y="4547"/>
                    <a:pt x="502" y="4618"/>
                  </a:cubicBezTo>
                  <a:cubicBezTo>
                    <a:pt x="466" y="4690"/>
                    <a:pt x="430" y="4797"/>
                    <a:pt x="430" y="4869"/>
                  </a:cubicBezTo>
                  <a:cubicBezTo>
                    <a:pt x="359" y="5227"/>
                    <a:pt x="395" y="5549"/>
                    <a:pt x="502" y="5871"/>
                  </a:cubicBezTo>
                  <a:cubicBezTo>
                    <a:pt x="538" y="5943"/>
                    <a:pt x="574" y="6014"/>
                    <a:pt x="574" y="6086"/>
                  </a:cubicBezTo>
                  <a:lnTo>
                    <a:pt x="574" y="6122"/>
                  </a:lnTo>
                  <a:lnTo>
                    <a:pt x="538" y="6193"/>
                  </a:lnTo>
                  <a:lnTo>
                    <a:pt x="502" y="6229"/>
                  </a:lnTo>
                  <a:cubicBezTo>
                    <a:pt x="395" y="6336"/>
                    <a:pt x="323" y="6480"/>
                    <a:pt x="251" y="6587"/>
                  </a:cubicBezTo>
                  <a:cubicBezTo>
                    <a:pt x="108" y="6873"/>
                    <a:pt x="37" y="7196"/>
                    <a:pt x="1" y="7482"/>
                  </a:cubicBezTo>
                  <a:cubicBezTo>
                    <a:pt x="1" y="7625"/>
                    <a:pt x="1" y="7732"/>
                    <a:pt x="1" y="7840"/>
                  </a:cubicBezTo>
                  <a:cubicBezTo>
                    <a:pt x="37" y="7983"/>
                    <a:pt x="72" y="8126"/>
                    <a:pt x="108" y="8269"/>
                  </a:cubicBezTo>
                  <a:cubicBezTo>
                    <a:pt x="144" y="8341"/>
                    <a:pt x="180" y="8413"/>
                    <a:pt x="216" y="8484"/>
                  </a:cubicBezTo>
                  <a:cubicBezTo>
                    <a:pt x="251" y="8556"/>
                    <a:pt x="287" y="8627"/>
                    <a:pt x="359" y="8663"/>
                  </a:cubicBezTo>
                  <a:cubicBezTo>
                    <a:pt x="502" y="8878"/>
                    <a:pt x="717" y="9021"/>
                    <a:pt x="967" y="9128"/>
                  </a:cubicBezTo>
                  <a:cubicBezTo>
                    <a:pt x="1110" y="9200"/>
                    <a:pt x="1254" y="9272"/>
                    <a:pt x="1397" y="9272"/>
                  </a:cubicBezTo>
                  <a:lnTo>
                    <a:pt x="1504" y="9272"/>
                  </a:lnTo>
                  <a:cubicBezTo>
                    <a:pt x="1647" y="9272"/>
                    <a:pt x="1755" y="9272"/>
                    <a:pt x="1862" y="9236"/>
                  </a:cubicBezTo>
                  <a:cubicBezTo>
                    <a:pt x="2005" y="9236"/>
                    <a:pt x="2113" y="9200"/>
                    <a:pt x="2256" y="9164"/>
                  </a:cubicBezTo>
                  <a:lnTo>
                    <a:pt x="2292" y="9128"/>
                  </a:lnTo>
                  <a:cubicBezTo>
                    <a:pt x="2506" y="9093"/>
                    <a:pt x="2721" y="9021"/>
                    <a:pt x="2936" y="8914"/>
                  </a:cubicBezTo>
                  <a:cubicBezTo>
                    <a:pt x="2972" y="8914"/>
                    <a:pt x="3008" y="8878"/>
                    <a:pt x="3043" y="8806"/>
                  </a:cubicBezTo>
                  <a:cubicBezTo>
                    <a:pt x="3079" y="8735"/>
                    <a:pt x="3079" y="8663"/>
                    <a:pt x="3079" y="8592"/>
                  </a:cubicBezTo>
                  <a:cubicBezTo>
                    <a:pt x="3043" y="8484"/>
                    <a:pt x="2936" y="8413"/>
                    <a:pt x="2829" y="8377"/>
                  </a:cubicBezTo>
                  <a:lnTo>
                    <a:pt x="2757" y="8377"/>
                  </a:lnTo>
                  <a:cubicBezTo>
                    <a:pt x="2650" y="8413"/>
                    <a:pt x="2542" y="8448"/>
                    <a:pt x="2435" y="8484"/>
                  </a:cubicBezTo>
                  <a:lnTo>
                    <a:pt x="2256" y="8520"/>
                  </a:lnTo>
                  <a:cubicBezTo>
                    <a:pt x="2113" y="8556"/>
                    <a:pt x="1970" y="8592"/>
                    <a:pt x="1826" y="8592"/>
                  </a:cubicBezTo>
                  <a:lnTo>
                    <a:pt x="1576" y="8592"/>
                  </a:lnTo>
                  <a:lnTo>
                    <a:pt x="1397" y="8556"/>
                  </a:lnTo>
                  <a:cubicBezTo>
                    <a:pt x="1289" y="8484"/>
                    <a:pt x="1182" y="8448"/>
                    <a:pt x="1110" y="8377"/>
                  </a:cubicBezTo>
                  <a:cubicBezTo>
                    <a:pt x="1039" y="8341"/>
                    <a:pt x="967" y="8269"/>
                    <a:pt x="932" y="8198"/>
                  </a:cubicBezTo>
                  <a:cubicBezTo>
                    <a:pt x="896" y="8126"/>
                    <a:pt x="860" y="8090"/>
                    <a:pt x="824" y="8019"/>
                  </a:cubicBezTo>
                  <a:cubicBezTo>
                    <a:pt x="788" y="7947"/>
                    <a:pt x="753" y="7840"/>
                    <a:pt x="753" y="7768"/>
                  </a:cubicBezTo>
                  <a:cubicBezTo>
                    <a:pt x="753" y="7661"/>
                    <a:pt x="753" y="7518"/>
                    <a:pt x="753" y="7410"/>
                  </a:cubicBezTo>
                  <a:cubicBezTo>
                    <a:pt x="788" y="7303"/>
                    <a:pt x="824" y="7160"/>
                    <a:pt x="860" y="7052"/>
                  </a:cubicBezTo>
                  <a:cubicBezTo>
                    <a:pt x="896" y="6909"/>
                    <a:pt x="967" y="6802"/>
                    <a:pt x="1039" y="6730"/>
                  </a:cubicBezTo>
                  <a:cubicBezTo>
                    <a:pt x="1075" y="6694"/>
                    <a:pt x="1075" y="6659"/>
                    <a:pt x="1110" y="6623"/>
                  </a:cubicBezTo>
                  <a:cubicBezTo>
                    <a:pt x="1146" y="6587"/>
                    <a:pt x="1146" y="6587"/>
                    <a:pt x="1182" y="6551"/>
                  </a:cubicBezTo>
                  <a:cubicBezTo>
                    <a:pt x="1218" y="6515"/>
                    <a:pt x="1254" y="6480"/>
                    <a:pt x="1289" y="6444"/>
                  </a:cubicBezTo>
                  <a:cubicBezTo>
                    <a:pt x="1325" y="6408"/>
                    <a:pt x="1325" y="6336"/>
                    <a:pt x="1325" y="6301"/>
                  </a:cubicBezTo>
                  <a:cubicBezTo>
                    <a:pt x="1361" y="6229"/>
                    <a:pt x="1361" y="6157"/>
                    <a:pt x="1325" y="6086"/>
                  </a:cubicBezTo>
                  <a:cubicBezTo>
                    <a:pt x="1325" y="6014"/>
                    <a:pt x="1289" y="5978"/>
                    <a:pt x="1254" y="5907"/>
                  </a:cubicBezTo>
                  <a:cubicBezTo>
                    <a:pt x="1254" y="5871"/>
                    <a:pt x="1218" y="5835"/>
                    <a:pt x="1218" y="5800"/>
                  </a:cubicBezTo>
                  <a:cubicBezTo>
                    <a:pt x="1182" y="5728"/>
                    <a:pt x="1146" y="5656"/>
                    <a:pt x="1110" y="5549"/>
                  </a:cubicBezTo>
                  <a:cubicBezTo>
                    <a:pt x="1075" y="5442"/>
                    <a:pt x="1039" y="5334"/>
                    <a:pt x="1003" y="5191"/>
                  </a:cubicBezTo>
                  <a:cubicBezTo>
                    <a:pt x="1003" y="5119"/>
                    <a:pt x="1003" y="5012"/>
                    <a:pt x="1003" y="4940"/>
                  </a:cubicBezTo>
                  <a:cubicBezTo>
                    <a:pt x="1003" y="4869"/>
                    <a:pt x="1039" y="4761"/>
                    <a:pt x="1075" y="4690"/>
                  </a:cubicBezTo>
                  <a:cubicBezTo>
                    <a:pt x="1110" y="4583"/>
                    <a:pt x="1182" y="4511"/>
                    <a:pt x="1254" y="4404"/>
                  </a:cubicBezTo>
                  <a:cubicBezTo>
                    <a:pt x="1361" y="4260"/>
                    <a:pt x="1468" y="4153"/>
                    <a:pt x="1612" y="4010"/>
                  </a:cubicBezTo>
                  <a:lnTo>
                    <a:pt x="1647" y="3974"/>
                  </a:lnTo>
                  <a:cubicBezTo>
                    <a:pt x="1791" y="3867"/>
                    <a:pt x="1898" y="3759"/>
                    <a:pt x="1970" y="3616"/>
                  </a:cubicBezTo>
                  <a:cubicBezTo>
                    <a:pt x="2041" y="3509"/>
                    <a:pt x="2041" y="3401"/>
                    <a:pt x="2041" y="3294"/>
                  </a:cubicBezTo>
                  <a:cubicBezTo>
                    <a:pt x="2005" y="3222"/>
                    <a:pt x="1970" y="3151"/>
                    <a:pt x="1934" y="3079"/>
                  </a:cubicBezTo>
                  <a:cubicBezTo>
                    <a:pt x="1862" y="2972"/>
                    <a:pt x="1826" y="2864"/>
                    <a:pt x="1791" y="2757"/>
                  </a:cubicBezTo>
                  <a:cubicBezTo>
                    <a:pt x="1755" y="2685"/>
                    <a:pt x="1719" y="2650"/>
                    <a:pt x="1719" y="2578"/>
                  </a:cubicBezTo>
                  <a:cubicBezTo>
                    <a:pt x="1683" y="2506"/>
                    <a:pt x="1683" y="2435"/>
                    <a:pt x="1647" y="2363"/>
                  </a:cubicBezTo>
                  <a:cubicBezTo>
                    <a:pt x="1647" y="2220"/>
                    <a:pt x="1647" y="2077"/>
                    <a:pt x="1647" y="1969"/>
                  </a:cubicBezTo>
                  <a:cubicBezTo>
                    <a:pt x="1683" y="1862"/>
                    <a:pt x="1719" y="1791"/>
                    <a:pt x="1719" y="1683"/>
                  </a:cubicBezTo>
                  <a:cubicBezTo>
                    <a:pt x="1791" y="1540"/>
                    <a:pt x="1898" y="1397"/>
                    <a:pt x="1970" y="1289"/>
                  </a:cubicBezTo>
                  <a:cubicBezTo>
                    <a:pt x="2077" y="1146"/>
                    <a:pt x="2184" y="1039"/>
                    <a:pt x="2292" y="967"/>
                  </a:cubicBezTo>
                  <a:cubicBezTo>
                    <a:pt x="2435" y="860"/>
                    <a:pt x="2578" y="752"/>
                    <a:pt x="2757" y="681"/>
                  </a:cubicBezTo>
                  <a:lnTo>
                    <a:pt x="2757" y="645"/>
                  </a:lnTo>
                  <a:lnTo>
                    <a:pt x="2972" y="538"/>
                  </a:lnTo>
                  <a:cubicBezTo>
                    <a:pt x="3008" y="502"/>
                    <a:pt x="3079" y="502"/>
                    <a:pt x="3115" y="466"/>
                  </a:cubicBezTo>
                  <a:lnTo>
                    <a:pt x="3222" y="430"/>
                  </a:lnTo>
                  <a:cubicBezTo>
                    <a:pt x="3294" y="395"/>
                    <a:pt x="3330" y="359"/>
                    <a:pt x="3330" y="287"/>
                  </a:cubicBezTo>
                  <a:cubicBezTo>
                    <a:pt x="3366" y="216"/>
                    <a:pt x="3330" y="144"/>
                    <a:pt x="3294" y="108"/>
                  </a:cubicBezTo>
                  <a:cubicBezTo>
                    <a:pt x="3258" y="37"/>
                    <a:pt x="3187" y="1"/>
                    <a:pt x="31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6"/>
            <p:cNvSpPr/>
            <p:nvPr/>
          </p:nvSpPr>
          <p:spPr>
            <a:xfrm>
              <a:off x="836775" y="2457925"/>
              <a:ext cx="25075" cy="41200"/>
            </a:xfrm>
            <a:custGeom>
              <a:avLst/>
              <a:gdLst/>
              <a:ahLst/>
              <a:cxnLst/>
              <a:rect l="l" t="t" r="r" b="b"/>
              <a:pathLst>
                <a:path w="1003" h="1648" extrusionOk="0">
                  <a:moveTo>
                    <a:pt x="359" y="1"/>
                  </a:moveTo>
                  <a:lnTo>
                    <a:pt x="216" y="72"/>
                  </a:lnTo>
                  <a:lnTo>
                    <a:pt x="72" y="108"/>
                  </a:lnTo>
                  <a:lnTo>
                    <a:pt x="37" y="108"/>
                  </a:lnTo>
                  <a:cubicBezTo>
                    <a:pt x="37" y="108"/>
                    <a:pt x="1" y="144"/>
                    <a:pt x="1" y="180"/>
                  </a:cubicBezTo>
                  <a:cubicBezTo>
                    <a:pt x="1" y="180"/>
                    <a:pt x="1" y="215"/>
                    <a:pt x="1" y="251"/>
                  </a:cubicBezTo>
                  <a:cubicBezTo>
                    <a:pt x="37" y="287"/>
                    <a:pt x="72" y="287"/>
                    <a:pt x="72" y="287"/>
                  </a:cubicBezTo>
                  <a:lnTo>
                    <a:pt x="144" y="287"/>
                  </a:lnTo>
                  <a:lnTo>
                    <a:pt x="251" y="251"/>
                  </a:lnTo>
                  <a:cubicBezTo>
                    <a:pt x="287" y="215"/>
                    <a:pt x="323" y="215"/>
                    <a:pt x="394" y="180"/>
                  </a:cubicBezTo>
                  <a:lnTo>
                    <a:pt x="466" y="251"/>
                  </a:lnTo>
                  <a:lnTo>
                    <a:pt x="573" y="323"/>
                  </a:lnTo>
                  <a:cubicBezTo>
                    <a:pt x="573" y="359"/>
                    <a:pt x="609" y="394"/>
                    <a:pt x="609" y="430"/>
                  </a:cubicBezTo>
                  <a:cubicBezTo>
                    <a:pt x="645" y="502"/>
                    <a:pt x="681" y="609"/>
                    <a:pt x="681" y="681"/>
                  </a:cubicBezTo>
                  <a:cubicBezTo>
                    <a:pt x="717" y="824"/>
                    <a:pt x="717" y="967"/>
                    <a:pt x="681" y="1110"/>
                  </a:cubicBezTo>
                  <a:lnTo>
                    <a:pt x="681" y="1253"/>
                  </a:lnTo>
                  <a:cubicBezTo>
                    <a:pt x="681" y="1289"/>
                    <a:pt x="681" y="1361"/>
                    <a:pt x="645" y="1432"/>
                  </a:cubicBezTo>
                  <a:cubicBezTo>
                    <a:pt x="645" y="1504"/>
                    <a:pt x="681" y="1611"/>
                    <a:pt x="788" y="1647"/>
                  </a:cubicBezTo>
                  <a:lnTo>
                    <a:pt x="824" y="1647"/>
                  </a:lnTo>
                  <a:cubicBezTo>
                    <a:pt x="860" y="1611"/>
                    <a:pt x="896" y="1611"/>
                    <a:pt x="896" y="1611"/>
                  </a:cubicBezTo>
                  <a:cubicBezTo>
                    <a:pt x="931" y="1576"/>
                    <a:pt x="967" y="1576"/>
                    <a:pt x="967" y="1540"/>
                  </a:cubicBezTo>
                  <a:cubicBezTo>
                    <a:pt x="967" y="1504"/>
                    <a:pt x="967" y="1504"/>
                    <a:pt x="967" y="1468"/>
                  </a:cubicBezTo>
                  <a:lnTo>
                    <a:pt x="967" y="1289"/>
                  </a:lnTo>
                  <a:lnTo>
                    <a:pt x="967" y="1182"/>
                  </a:lnTo>
                  <a:lnTo>
                    <a:pt x="1003" y="1218"/>
                  </a:lnTo>
                  <a:lnTo>
                    <a:pt x="1003" y="967"/>
                  </a:lnTo>
                  <a:cubicBezTo>
                    <a:pt x="1003" y="896"/>
                    <a:pt x="1003" y="896"/>
                    <a:pt x="967" y="824"/>
                  </a:cubicBezTo>
                  <a:lnTo>
                    <a:pt x="967" y="788"/>
                  </a:lnTo>
                  <a:cubicBezTo>
                    <a:pt x="967" y="752"/>
                    <a:pt x="931" y="681"/>
                    <a:pt x="931" y="609"/>
                  </a:cubicBezTo>
                  <a:cubicBezTo>
                    <a:pt x="896" y="502"/>
                    <a:pt x="860" y="430"/>
                    <a:pt x="824" y="323"/>
                  </a:cubicBezTo>
                  <a:cubicBezTo>
                    <a:pt x="788" y="251"/>
                    <a:pt x="717" y="144"/>
                    <a:pt x="609" y="108"/>
                  </a:cubicBezTo>
                  <a:cubicBezTo>
                    <a:pt x="573" y="36"/>
                    <a:pt x="466" y="1"/>
                    <a:pt x="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6"/>
            <p:cNvSpPr/>
            <p:nvPr/>
          </p:nvSpPr>
          <p:spPr>
            <a:xfrm>
              <a:off x="910150" y="1979175"/>
              <a:ext cx="453725" cy="1174100"/>
            </a:xfrm>
            <a:custGeom>
              <a:avLst/>
              <a:gdLst/>
              <a:ahLst/>
              <a:cxnLst/>
              <a:rect l="l" t="t" r="r" b="b"/>
              <a:pathLst>
                <a:path w="18149" h="46964" extrusionOk="0">
                  <a:moveTo>
                    <a:pt x="15048" y="1083"/>
                  </a:moveTo>
                  <a:cubicBezTo>
                    <a:pt x="15142" y="1083"/>
                    <a:pt x="15232" y="1092"/>
                    <a:pt x="15321" y="1110"/>
                  </a:cubicBezTo>
                  <a:cubicBezTo>
                    <a:pt x="15464" y="1146"/>
                    <a:pt x="15607" y="1182"/>
                    <a:pt x="15786" y="1218"/>
                  </a:cubicBezTo>
                  <a:cubicBezTo>
                    <a:pt x="15858" y="1253"/>
                    <a:pt x="15930" y="1325"/>
                    <a:pt x="16037" y="1361"/>
                  </a:cubicBezTo>
                  <a:cubicBezTo>
                    <a:pt x="16109" y="1432"/>
                    <a:pt x="16180" y="1504"/>
                    <a:pt x="16216" y="1575"/>
                  </a:cubicBezTo>
                  <a:cubicBezTo>
                    <a:pt x="16252" y="1647"/>
                    <a:pt x="16288" y="1683"/>
                    <a:pt x="16323" y="1754"/>
                  </a:cubicBezTo>
                  <a:cubicBezTo>
                    <a:pt x="16359" y="1826"/>
                    <a:pt x="16395" y="1933"/>
                    <a:pt x="16395" y="2041"/>
                  </a:cubicBezTo>
                  <a:cubicBezTo>
                    <a:pt x="16431" y="2291"/>
                    <a:pt x="16431" y="2506"/>
                    <a:pt x="16395" y="2757"/>
                  </a:cubicBezTo>
                  <a:cubicBezTo>
                    <a:pt x="16395" y="2936"/>
                    <a:pt x="16359" y="3115"/>
                    <a:pt x="16359" y="3294"/>
                  </a:cubicBezTo>
                  <a:cubicBezTo>
                    <a:pt x="16323" y="3652"/>
                    <a:pt x="16359" y="4045"/>
                    <a:pt x="16502" y="4403"/>
                  </a:cubicBezTo>
                  <a:cubicBezTo>
                    <a:pt x="16538" y="4582"/>
                    <a:pt x="16610" y="4761"/>
                    <a:pt x="16717" y="4904"/>
                  </a:cubicBezTo>
                  <a:cubicBezTo>
                    <a:pt x="16789" y="5083"/>
                    <a:pt x="16860" y="5227"/>
                    <a:pt x="16932" y="5370"/>
                  </a:cubicBezTo>
                  <a:cubicBezTo>
                    <a:pt x="16968" y="5441"/>
                    <a:pt x="17003" y="5549"/>
                    <a:pt x="17039" y="5656"/>
                  </a:cubicBezTo>
                  <a:cubicBezTo>
                    <a:pt x="17039" y="5835"/>
                    <a:pt x="17003" y="6014"/>
                    <a:pt x="16968" y="6193"/>
                  </a:cubicBezTo>
                  <a:cubicBezTo>
                    <a:pt x="16932" y="6408"/>
                    <a:pt x="16896" y="6623"/>
                    <a:pt x="16860" y="6802"/>
                  </a:cubicBezTo>
                  <a:lnTo>
                    <a:pt x="16789" y="7303"/>
                  </a:lnTo>
                  <a:cubicBezTo>
                    <a:pt x="16717" y="7661"/>
                    <a:pt x="16681" y="8019"/>
                    <a:pt x="16717" y="8376"/>
                  </a:cubicBezTo>
                  <a:cubicBezTo>
                    <a:pt x="16717" y="8627"/>
                    <a:pt x="16753" y="8842"/>
                    <a:pt x="16789" y="9057"/>
                  </a:cubicBezTo>
                  <a:cubicBezTo>
                    <a:pt x="16824" y="9236"/>
                    <a:pt x="16860" y="9379"/>
                    <a:pt x="16896" y="9558"/>
                  </a:cubicBezTo>
                  <a:cubicBezTo>
                    <a:pt x="16932" y="9844"/>
                    <a:pt x="16932" y="10166"/>
                    <a:pt x="16896" y="10488"/>
                  </a:cubicBezTo>
                  <a:cubicBezTo>
                    <a:pt x="16860" y="10703"/>
                    <a:pt x="16789" y="10954"/>
                    <a:pt x="16717" y="11168"/>
                  </a:cubicBezTo>
                  <a:cubicBezTo>
                    <a:pt x="16681" y="11419"/>
                    <a:pt x="16574" y="11634"/>
                    <a:pt x="16502" y="11849"/>
                  </a:cubicBezTo>
                  <a:cubicBezTo>
                    <a:pt x="16431" y="12063"/>
                    <a:pt x="16359" y="12242"/>
                    <a:pt x="16288" y="12457"/>
                  </a:cubicBezTo>
                  <a:cubicBezTo>
                    <a:pt x="16216" y="12636"/>
                    <a:pt x="16180" y="12851"/>
                    <a:pt x="16144" y="13066"/>
                  </a:cubicBezTo>
                  <a:cubicBezTo>
                    <a:pt x="16073" y="13352"/>
                    <a:pt x="16037" y="13674"/>
                    <a:pt x="16073" y="13960"/>
                  </a:cubicBezTo>
                  <a:cubicBezTo>
                    <a:pt x="16073" y="14211"/>
                    <a:pt x="16144" y="14462"/>
                    <a:pt x="16216" y="14712"/>
                  </a:cubicBezTo>
                  <a:cubicBezTo>
                    <a:pt x="16252" y="14820"/>
                    <a:pt x="16288" y="14927"/>
                    <a:pt x="16323" y="15034"/>
                  </a:cubicBezTo>
                  <a:cubicBezTo>
                    <a:pt x="16359" y="15106"/>
                    <a:pt x="16395" y="15177"/>
                    <a:pt x="16395" y="15213"/>
                  </a:cubicBezTo>
                  <a:cubicBezTo>
                    <a:pt x="16431" y="15249"/>
                    <a:pt x="16431" y="15285"/>
                    <a:pt x="16431" y="15321"/>
                  </a:cubicBezTo>
                  <a:cubicBezTo>
                    <a:pt x="16431" y="15392"/>
                    <a:pt x="16431" y="15464"/>
                    <a:pt x="16431" y="15535"/>
                  </a:cubicBezTo>
                  <a:cubicBezTo>
                    <a:pt x="16395" y="15679"/>
                    <a:pt x="16359" y="15822"/>
                    <a:pt x="16323" y="15965"/>
                  </a:cubicBezTo>
                  <a:cubicBezTo>
                    <a:pt x="16144" y="16323"/>
                    <a:pt x="15965" y="16645"/>
                    <a:pt x="15715" y="16967"/>
                  </a:cubicBezTo>
                  <a:cubicBezTo>
                    <a:pt x="15607" y="17110"/>
                    <a:pt x="15428" y="17289"/>
                    <a:pt x="15285" y="17397"/>
                  </a:cubicBezTo>
                  <a:cubicBezTo>
                    <a:pt x="15142" y="17504"/>
                    <a:pt x="14999" y="17612"/>
                    <a:pt x="14820" y="17719"/>
                  </a:cubicBezTo>
                  <a:cubicBezTo>
                    <a:pt x="14569" y="17862"/>
                    <a:pt x="14462" y="18220"/>
                    <a:pt x="14641" y="18471"/>
                  </a:cubicBezTo>
                  <a:cubicBezTo>
                    <a:pt x="14713" y="18614"/>
                    <a:pt x="14820" y="18685"/>
                    <a:pt x="14963" y="18721"/>
                  </a:cubicBezTo>
                  <a:lnTo>
                    <a:pt x="15106" y="18757"/>
                  </a:lnTo>
                  <a:cubicBezTo>
                    <a:pt x="15214" y="18757"/>
                    <a:pt x="15321" y="18721"/>
                    <a:pt x="15393" y="18685"/>
                  </a:cubicBezTo>
                  <a:cubicBezTo>
                    <a:pt x="15572" y="18578"/>
                    <a:pt x="15786" y="18506"/>
                    <a:pt x="15965" y="18399"/>
                  </a:cubicBezTo>
                  <a:lnTo>
                    <a:pt x="15965" y="18542"/>
                  </a:lnTo>
                  <a:cubicBezTo>
                    <a:pt x="15965" y="18578"/>
                    <a:pt x="15894" y="18721"/>
                    <a:pt x="15858" y="18829"/>
                  </a:cubicBezTo>
                  <a:cubicBezTo>
                    <a:pt x="15786" y="19043"/>
                    <a:pt x="15679" y="19222"/>
                    <a:pt x="15572" y="19437"/>
                  </a:cubicBezTo>
                  <a:lnTo>
                    <a:pt x="15249" y="20117"/>
                  </a:lnTo>
                  <a:cubicBezTo>
                    <a:pt x="15142" y="20332"/>
                    <a:pt x="15035" y="20547"/>
                    <a:pt x="14927" y="20761"/>
                  </a:cubicBezTo>
                  <a:cubicBezTo>
                    <a:pt x="14784" y="21048"/>
                    <a:pt x="14677" y="21370"/>
                    <a:pt x="14569" y="21692"/>
                  </a:cubicBezTo>
                  <a:cubicBezTo>
                    <a:pt x="14534" y="21871"/>
                    <a:pt x="14498" y="22014"/>
                    <a:pt x="14426" y="22193"/>
                  </a:cubicBezTo>
                  <a:cubicBezTo>
                    <a:pt x="14355" y="22336"/>
                    <a:pt x="14283" y="22480"/>
                    <a:pt x="14211" y="22623"/>
                  </a:cubicBezTo>
                  <a:lnTo>
                    <a:pt x="14068" y="22838"/>
                  </a:lnTo>
                  <a:cubicBezTo>
                    <a:pt x="13997" y="23017"/>
                    <a:pt x="13889" y="23195"/>
                    <a:pt x="13818" y="23410"/>
                  </a:cubicBezTo>
                  <a:cubicBezTo>
                    <a:pt x="13782" y="23518"/>
                    <a:pt x="13746" y="23661"/>
                    <a:pt x="13746" y="23804"/>
                  </a:cubicBezTo>
                  <a:cubicBezTo>
                    <a:pt x="13710" y="23983"/>
                    <a:pt x="13710" y="24162"/>
                    <a:pt x="13710" y="24305"/>
                  </a:cubicBezTo>
                  <a:lnTo>
                    <a:pt x="13710" y="24770"/>
                  </a:lnTo>
                  <a:cubicBezTo>
                    <a:pt x="13710" y="24949"/>
                    <a:pt x="13710" y="24985"/>
                    <a:pt x="13746" y="25093"/>
                  </a:cubicBezTo>
                  <a:cubicBezTo>
                    <a:pt x="13782" y="25200"/>
                    <a:pt x="13782" y="25379"/>
                    <a:pt x="13818" y="25558"/>
                  </a:cubicBezTo>
                  <a:lnTo>
                    <a:pt x="13818" y="25594"/>
                  </a:lnTo>
                  <a:cubicBezTo>
                    <a:pt x="13818" y="25630"/>
                    <a:pt x="13818" y="25701"/>
                    <a:pt x="13818" y="25737"/>
                  </a:cubicBezTo>
                  <a:cubicBezTo>
                    <a:pt x="13818" y="25773"/>
                    <a:pt x="13818" y="25844"/>
                    <a:pt x="13818" y="25880"/>
                  </a:cubicBezTo>
                  <a:lnTo>
                    <a:pt x="13925" y="26453"/>
                  </a:lnTo>
                  <a:cubicBezTo>
                    <a:pt x="13961" y="26739"/>
                    <a:pt x="13961" y="27061"/>
                    <a:pt x="13961" y="27348"/>
                  </a:cubicBezTo>
                  <a:cubicBezTo>
                    <a:pt x="13889" y="27562"/>
                    <a:pt x="13854" y="27777"/>
                    <a:pt x="13746" y="27992"/>
                  </a:cubicBezTo>
                  <a:cubicBezTo>
                    <a:pt x="13675" y="28207"/>
                    <a:pt x="13567" y="28457"/>
                    <a:pt x="13460" y="28672"/>
                  </a:cubicBezTo>
                  <a:cubicBezTo>
                    <a:pt x="13388" y="28779"/>
                    <a:pt x="13352" y="28923"/>
                    <a:pt x="13317" y="29030"/>
                  </a:cubicBezTo>
                  <a:cubicBezTo>
                    <a:pt x="13281" y="29173"/>
                    <a:pt x="13245" y="29352"/>
                    <a:pt x="13281" y="29495"/>
                  </a:cubicBezTo>
                  <a:cubicBezTo>
                    <a:pt x="13281" y="29603"/>
                    <a:pt x="13317" y="29710"/>
                    <a:pt x="13317" y="29853"/>
                  </a:cubicBezTo>
                  <a:cubicBezTo>
                    <a:pt x="13317" y="29961"/>
                    <a:pt x="13317" y="30068"/>
                    <a:pt x="13352" y="30140"/>
                  </a:cubicBezTo>
                  <a:cubicBezTo>
                    <a:pt x="13352" y="30319"/>
                    <a:pt x="13352" y="30498"/>
                    <a:pt x="13388" y="30677"/>
                  </a:cubicBezTo>
                  <a:cubicBezTo>
                    <a:pt x="13388" y="30999"/>
                    <a:pt x="13388" y="31321"/>
                    <a:pt x="13388" y="31643"/>
                  </a:cubicBezTo>
                  <a:cubicBezTo>
                    <a:pt x="13352" y="31822"/>
                    <a:pt x="13281" y="32001"/>
                    <a:pt x="13245" y="32180"/>
                  </a:cubicBezTo>
                  <a:cubicBezTo>
                    <a:pt x="13173" y="32252"/>
                    <a:pt x="13138" y="32323"/>
                    <a:pt x="13102" y="32395"/>
                  </a:cubicBezTo>
                  <a:cubicBezTo>
                    <a:pt x="12959" y="32538"/>
                    <a:pt x="12815" y="32717"/>
                    <a:pt x="12636" y="32824"/>
                  </a:cubicBezTo>
                  <a:cubicBezTo>
                    <a:pt x="12458" y="32967"/>
                    <a:pt x="12314" y="33075"/>
                    <a:pt x="12135" y="33182"/>
                  </a:cubicBezTo>
                  <a:lnTo>
                    <a:pt x="12135" y="33039"/>
                  </a:lnTo>
                  <a:cubicBezTo>
                    <a:pt x="12064" y="32645"/>
                    <a:pt x="11992" y="32252"/>
                    <a:pt x="11849" y="31858"/>
                  </a:cubicBezTo>
                  <a:cubicBezTo>
                    <a:pt x="11777" y="31643"/>
                    <a:pt x="11706" y="31464"/>
                    <a:pt x="11634" y="31285"/>
                  </a:cubicBezTo>
                  <a:cubicBezTo>
                    <a:pt x="11563" y="31106"/>
                    <a:pt x="11491" y="30927"/>
                    <a:pt x="11419" y="30748"/>
                  </a:cubicBezTo>
                  <a:cubicBezTo>
                    <a:pt x="11312" y="30569"/>
                    <a:pt x="11240" y="30462"/>
                    <a:pt x="11169" y="30319"/>
                  </a:cubicBezTo>
                  <a:cubicBezTo>
                    <a:pt x="11133" y="30211"/>
                    <a:pt x="11133" y="30140"/>
                    <a:pt x="11097" y="30068"/>
                  </a:cubicBezTo>
                  <a:cubicBezTo>
                    <a:pt x="11026" y="29800"/>
                    <a:pt x="10811" y="29665"/>
                    <a:pt x="10596" y="29665"/>
                  </a:cubicBezTo>
                  <a:cubicBezTo>
                    <a:pt x="10381" y="29665"/>
                    <a:pt x="10167" y="29800"/>
                    <a:pt x="10095" y="30068"/>
                  </a:cubicBezTo>
                  <a:cubicBezTo>
                    <a:pt x="10059" y="30211"/>
                    <a:pt x="10023" y="30390"/>
                    <a:pt x="10023" y="30569"/>
                  </a:cubicBezTo>
                  <a:cubicBezTo>
                    <a:pt x="10023" y="30677"/>
                    <a:pt x="10023" y="30820"/>
                    <a:pt x="10059" y="30927"/>
                  </a:cubicBezTo>
                  <a:cubicBezTo>
                    <a:pt x="10059" y="30999"/>
                    <a:pt x="10059" y="31035"/>
                    <a:pt x="10095" y="31070"/>
                  </a:cubicBezTo>
                  <a:cubicBezTo>
                    <a:pt x="10131" y="31249"/>
                    <a:pt x="10202" y="31428"/>
                    <a:pt x="10238" y="31607"/>
                  </a:cubicBezTo>
                  <a:cubicBezTo>
                    <a:pt x="10310" y="31786"/>
                    <a:pt x="10346" y="31929"/>
                    <a:pt x="10417" y="32073"/>
                  </a:cubicBezTo>
                  <a:cubicBezTo>
                    <a:pt x="10560" y="32502"/>
                    <a:pt x="10668" y="32896"/>
                    <a:pt x="10739" y="33325"/>
                  </a:cubicBezTo>
                  <a:cubicBezTo>
                    <a:pt x="10739" y="33612"/>
                    <a:pt x="10739" y="33862"/>
                    <a:pt x="10739" y="34149"/>
                  </a:cubicBezTo>
                  <a:cubicBezTo>
                    <a:pt x="10632" y="34542"/>
                    <a:pt x="10525" y="34936"/>
                    <a:pt x="10381" y="35294"/>
                  </a:cubicBezTo>
                  <a:cubicBezTo>
                    <a:pt x="10274" y="35509"/>
                    <a:pt x="10202" y="35724"/>
                    <a:pt x="10131" y="35938"/>
                  </a:cubicBezTo>
                  <a:cubicBezTo>
                    <a:pt x="10059" y="36153"/>
                    <a:pt x="10023" y="36332"/>
                    <a:pt x="10023" y="36547"/>
                  </a:cubicBezTo>
                  <a:lnTo>
                    <a:pt x="10023" y="36654"/>
                  </a:lnTo>
                  <a:cubicBezTo>
                    <a:pt x="9988" y="36941"/>
                    <a:pt x="9916" y="37227"/>
                    <a:pt x="9809" y="37478"/>
                  </a:cubicBezTo>
                  <a:cubicBezTo>
                    <a:pt x="9773" y="37621"/>
                    <a:pt x="9701" y="37728"/>
                    <a:pt x="9594" y="37871"/>
                  </a:cubicBezTo>
                  <a:cubicBezTo>
                    <a:pt x="9451" y="38050"/>
                    <a:pt x="9308" y="38193"/>
                    <a:pt x="9129" y="38337"/>
                  </a:cubicBezTo>
                  <a:cubicBezTo>
                    <a:pt x="8878" y="38516"/>
                    <a:pt x="8627" y="38659"/>
                    <a:pt x="8377" y="38802"/>
                  </a:cubicBezTo>
                  <a:cubicBezTo>
                    <a:pt x="8270" y="38838"/>
                    <a:pt x="8126" y="38909"/>
                    <a:pt x="8019" y="38981"/>
                  </a:cubicBezTo>
                  <a:cubicBezTo>
                    <a:pt x="7876" y="39088"/>
                    <a:pt x="7768" y="39196"/>
                    <a:pt x="7661" y="39339"/>
                  </a:cubicBezTo>
                  <a:cubicBezTo>
                    <a:pt x="7625" y="39410"/>
                    <a:pt x="7589" y="39482"/>
                    <a:pt x="7554" y="39554"/>
                  </a:cubicBezTo>
                  <a:cubicBezTo>
                    <a:pt x="7518" y="39625"/>
                    <a:pt x="7518" y="39733"/>
                    <a:pt x="7518" y="39804"/>
                  </a:cubicBezTo>
                  <a:cubicBezTo>
                    <a:pt x="7518" y="39912"/>
                    <a:pt x="7518" y="40055"/>
                    <a:pt x="7518" y="40162"/>
                  </a:cubicBezTo>
                  <a:lnTo>
                    <a:pt x="7518" y="40413"/>
                  </a:lnTo>
                  <a:lnTo>
                    <a:pt x="7518" y="40699"/>
                  </a:lnTo>
                  <a:cubicBezTo>
                    <a:pt x="7518" y="40914"/>
                    <a:pt x="7518" y="41129"/>
                    <a:pt x="7518" y="41343"/>
                  </a:cubicBezTo>
                  <a:cubicBezTo>
                    <a:pt x="7482" y="41522"/>
                    <a:pt x="7446" y="41737"/>
                    <a:pt x="7375" y="41916"/>
                  </a:cubicBezTo>
                  <a:cubicBezTo>
                    <a:pt x="7339" y="41988"/>
                    <a:pt x="7303" y="42023"/>
                    <a:pt x="7267" y="42059"/>
                  </a:cubicBezTo>
                  <a:lnTo>
                    <a:pt x="7196" y="42202"/>
                  </a:lnTo>
                  <a:cubicBezTo>
                    <a:pt x="6945" y="42525"/>
                    <a:pt x="6659" y="42847"/>
                    <a:pt x="6408" y="43133"/>
                  </a:cubicBezTo>
                  <a:lnTo>
                    <a:pt x="6086" y="43455"/>
                  </a:lnTo>
                  <a:cubicBezTo>
                    <a:pt x="5943" y="43598"/>
                    <a:pt x="5800" y="43777"/>
                    <a:pt x="5692" y="43956"/>
                  </a:cubicBezTo>
                  <a:cubicBezTo>
                    <a:pt x="5585" y="44100"/>
                    <a:pt x="5513" y="44243"/>
                    <a:pt x="5478" y="44422"/>
                  </a:cubicBezTo>
                  <a:cubicBezTo>
                    <a:pt x="5442" y="44493"/>
                    <a:pt x="5406" y="44601"/>
                    <a:pt x="5406" y="44672"/>
                  </a:cubicBezTo>
                  <a:cubicBezTo>
                    <a:pt x="5370" y="44887"/>
                    <a:pt x="5299" y="45066"/>
                    <a:pt x="5227" y="45245"/>
                  </a:cubicBezTo>
                  <a:cubicBezTo>
                    <a:pt x="5120" y="45496"/>
                    <a:pt x="4941" y="45746"/>
                    <a:pt x="4726" y="45925"/>
                  </a:cubicBezTo>
                  <a:cubicBezTo>
                    <a:pt x="4618" y="45997"/>
                    <a:pt x="4547" y="46032"/>
                    <a:pt x="4439" y="46104"/>
                  </a:cubicBezTo>
                  <a:cubicBezTo>
                    <a:pt x="4296" y="46140"/>
                    <a:pt x="4117" y="46176"/>
                    <a:pt x="3938" y="46211"/>
                  </a:cubicBezTo>
                  <a:cubicBezTo>
                    <a:pt x="3795" y="46229"/>
                    <a:pt x="3643" y="46238"/>
                    <a:pt x="3486" y="46238"/>
                  </a:cubicBezTo>
                  <a:cubicBezTo>
                    <a:pt x="3330" y="46238"/>
                    <a:pt x="3169" y="46229"/>
                    <a:pt x="3008" y="46211"/>
                  </a:cubicBezTo>
                  <a:cubicBezTo>
                    <a:pt x="2721" y="46176"/>
                    <a:pt x="2399" y="46104"/>
                    <a:pt x="2113" y="45997"/>
                  </a:cubicBezTo>
                  <a:cubicBezTo>
                    <a:pt x="2005" y="45925"/>
                    <a:pt x="1898" y="45889"/>
                    <a:pt x="1791" y="45818"/>
                  </a:cubicBezTo>
                  <a:cubicBezTo>
                    <a:pt x="1755" y="45782"/>
                    <a:pt x="1719" y="45746"/>
                    <a:pt x="1683" y="45710"/>
                  </a:cubicBezTo>
                  <a:lnTo>
                    <a:pt x="1647" y="45603"/>
                  </a:lnTo>
                  <a:cubicBezTo>
                    <a:pt x="1647" y="45245"/>
                    <a:pt x="1647" y="44923"/>
                    <a:pt x="1647" y="44601"/>
                  </a:cubicBezTo>
                  <a:lnTo>
                    <a:pt x="1647" y="43813"/>
                  </a:lnTo>
                  <a:cubicBezTo>
                    <a:pt x="1647" y="43563"/>
                    <a:pt x="1647" y="43276"/>
                    <a:pt x="1719" y="42990"/>
                  </a:cubicBezTo>
                  <a:cubicBezTo>
                    <a:pt x="1755" y="42704"/>
                    <a:pt x="1755" y="42489"/>
                    <a:pt x="1791" y="42202"/>
                  </a:cubicBezTo>
                  <a:cubicBezTo>
                    <a:pt x="1826" y="41952"/>
                    <a:pt x="1862" y="41773"/>
                    <a:pt x="1898" y="41558"/>
                  </a:cubicBezTo>
                  <a:cubicBezTo>
                    <a:pt x="1934" y="41308"/>
                    <a:pt x="1934" y="41021"/>
                    <a:pt x="1934" y="40771"/>
                  </a:cubicBezTo>
                  <a:cubicBezTo>
                    <a:pt x="1934" y="40592"/>
                    <a:pt x="1934" y="40449"/>
                    <a:pt x="1898" y="40305"/>
                  </a:cubicBezTo>
                  <a:cubicBezTo>
                    <a:pt x="1862" y="40162"/>
                    <a:pt x="1826" y="40019"/>
                    <a:pt x="1791" y="39876"/>
                  </a:cubicBezTo>
                  <a:cubicBezTo>
                    <a:pt x="1647" y="39554"/>
                    <a:pt x="1468" y="39267"/>
                    <a:pt x="1325" y="38945"/>
                  </a:cubicBezTo>
                  <a:cubicBezTo>
                    <a:pt x="1290" y="38766"/>
                    <a:pt x="1218" y="38623"/>
                    <a:pt x="1182" y="38444"/>
                  </a:cubicBezTo>
                  <a:cubicBezTo>
                    <a:pt x="1182" y="38301"/>
                    <a:pt x="1182" y="38122"/>
                    <a:pt x="1182" y="37979"/>
                  </a:cubicBezTo>
                  <a:cubicBezTo>
                    <a:pt x="1218" y="37836"/>
                    <a:pt x="1254" y="37692"/>
                    <a:pt x="1290" y="37549"/>
                  </a:cubicBezTo>
                  <a:cubicBezTo>
                    <a:pt x="1361" y="37334"/>
                    <a:pt x="1433" y="37155"/>
                    <a:pt x="1540" y="36976"/>
                  </a:cubicBezTo>
                  <a:cubicBezTo>
                    <a:pt x="1612" y="36762"/>
                    <a:pt x="1647" y="36583"/>
                    <a:pt x="1683" y="36404"/>
                  </a:cubicBezTo>
                  <a:cubicBezTo>
                    <a:pt x="1719" y="36261"/>
                    <a:pt x="1719" y="36153"/>
                    <a:pt x="1719" y="36010"/>
                  </a:cubicBezTo>
                  <a:cubicBezTo>
                    <a:pt x="1719" y="35867"/>
                    <a:pt x="1683" y="35724"/>
                    <a:pt x="1647" y="35580"/>
                  </a:cubicBezTo>
                  <a:cubicBezTo>
                    <a:pt x="1612" y="35401"/>
                    <a:pt x="1576" y="35222"/>
                    <a:pt x="1540" y="35079"/>
                  </a:cubicBezTo>
                  <a:cubicBezTo>
                    <a:pt x="1433" y="34829"/>
                    <a:pt x="1397" y="34578"/>
                    <a:pt x="1361" y="34328"/>
                  </a:cubicBezTo>
                  <a:cubicBezTo>
                    <a:pt x="1325" y="34041"/>
                    <a:pt x="1325" y="33791"/>
                    <a:pt x="1361" y="33504"/>
                  </a:cubicBezTo>
                  <a:cubicBezTo>
                    <a:pt x="1397" y="33182"/>
                    <a:pt x="1504" y="32860"/>
                    <a:pt x="1612" y="32574"/>
                  </a:cubicBezTo>
                  <a:cubicBezTo>
                    <a:pt x="1791" y="32180"/>
                    <a:pt x="1970" y="31786"/>
                    <a:pt x="2220" y="31428"/>
                  </a:cubicBezTo>
                  <a:cubicBezTo>
                    <a:pt x="2292" y="31249"/>
                    <a:pt x="2399" y="31035"/>
                    <a:pt x="2507" y="30856"/>
                  </a:cubicBezTo>
                  <a:cubicBezTo>
                    <a:pt x="2542" y="30748"/>
                    <a:pt x="2578" y="30641"/>
                    <a:pt x="2614" y="30533"/>
                  </a:cubicBezTo>
                  <a:cubicBezTo>
                    <a:pt x="2650" y="30390"/>
                    <a:pt x="2650" y="30283"/>
                    <a:pt x="2686" y="30140"/>
                  </a:cubicBezTo>
                  <a:cubicBezTo>
                    <a:pt x="2686" y="29996"/>
                    <a:pt x="2686" y="29889"/>
                    <a:pt x="2686" y="29746"/>
                  </a:cubicBezTo>
                  <a:lnTo>
                    <a:pt x="2686" y="29531"/>
                  </a:lnTo>
                  <a:cubicBezTo>
                    <a:pt x="2650" y="29281"/>
                    <a:pt x="2650" y="29030"/>
                    <a:pt x="2686" y="28779"/>
                  </a:cubicBezTo>
                  <a:cubicBezTo>
                    <a:pt x="2686" y="28636"/>
                    <a:pt x="2721" y="28529"/>
                    <a:pt x="2793" y="28386"/>
                  </a:cubicBezTo>
                  <a:cubicBezTo>
                    <a:pt x="2864" y="28171"/>
                    <a:pt x="2972" y="27992"/>
                    <a:pt x="3115" y="27813"/>
                  </a:cubicBezTo>
                  <a:cubicBezTo>
                    <a:pt x="3151" y="28171"/>
                    <a:pt x="3187" y="28529"/>
                    <a:pt x="3222" y="28887"/>
                  </a:cubicBezTo>
                  <a:lnTo>
                    <a:pt x="3222" y="28923"/>
                  </a:lnTo>
                  <a:cubicBezTo>
                    <a:pt x="3222" y="28994"/>
                    <a:pt x="3222" y="29030"/>
                    <a:pt x="3258" y="29102"/>
                  </a:cubicBezTo>
                  <a:lnTo>
                    <a:pt x="3258" y="29209"/>
                  </a:lnTo>
                  <a:cubicBezTo>
                    <a:pt x="3294" y="29281"/>
                    <a:pt x="3330" y="29352"/>
                    <a:pt x="3366" y="29388"/>
                  </a:cubicBezTo>
                  <a:cubicBezTo>
                    <a:pt x="3437" y="29460"/>
                    <a:pt x="3545" y="29531"/>
                    <a:pt x="3652" y="29531"/>
                  </a:cubicBezTo>
                  <a:cubicBezTo>
                    <a:pt x="3903" y="29531"/>
                    <a:pt x="4082" y="29316"/>
                    <a:pt x="4082" y="29102"/>
                  </a:cubicBezTo>
                  <a:cubicBezTo>
                    <a:pt x="4082" y="28815"/>
                    <a:pt x="4046" y="28565"/>
                    <a:pt x="4010" y="28278"/>
                  </a:cubicBezTo>
                  <a:cubicBezTo>
                    <a:pt x="3974" y="27849"/>
                    <a:pt x="3974" y="27383"/>
                    <a:pt x="4010" y="26954"/>
                  </a:cubicBezTo>
                  <a:cubicBezTo>
                    <a:pt x="4082" y="26524"/>
                    <a:pt x="4189" y="26131"/>
                    <a:pt x="4332" y="25737"/>
                  </a:cubicBezTo>
                  <a:cubicBezTo>
                    <a:pt x="4439" y="25558"/>
                    <a:pt x="4547" y="25343"/>
                    <a:pt x="4690" y="25164"/>
                  </a:cubicBezTo>
                  <a:cubicBezTo>
                    <a:pt x="4941" y="24878"/>
                    <a:pt x="5227" y="24591"/>
                    <a:pt x="5513" y="24377"/>
                  </a:cubicBezTo>
                  <a:cubicBezTo>
                    <a:pt x="5728" y="24234"/>
                    <a:pt x="5871" y="24055"/>
                    <a:pt x="6014" y="23876"/>
                  </a:cubicBezTo>
                  <a:cubicBezTo>
                    <a:pt x="6122" y="23768"/>
                    <a:pt x="6158" y="23625"/>
                    <a:pt x="6193" y="23482"/>
                  </a:cubicBezTo>
                  <a:cubicBezTo>
                    <a:pt x="6229" y="23339"/>
                    <a:pt x="6265" y="23195"/>
                    <a:pt x="6229" y="23052"/>
                  </a:cubicBezTo>
                  <a:lnTo>
                    <a:pt x="6229" y="22694"/>
                  </a:lnTo>
                  <a:cubicBezTo>
                    <a:pt x="6229" y="22551"/>
                    <a:pt x="6265" y="22408"/>
                    <a:pt x="6265" y="22229"/>
                  </a:cubicBezTo>
                  <a:cubicBezTo>
                    <a:pt x="6301" y="22050"/>
                    <a:pt x="6337" y="21871"/>
                    <a:pt x="6408" y="21692"/>
                  </a:cubicBezTo>
                  <a:cubicBezTo>
                    <a:pt x="6444" y="21513"/>
                    <a:pt x="6480" y="21334"/>
                    <a:pt x="6516" y="21119"/>
                  </a:cubicBezTo>
                  <a:cubicBezTo>
                    <a:pt x="6551" y="20976"/>
                    <a:pt x="6551" y="20869"/>
                    <a:pt x="6516" y="20726"/>
                  </a:cubicBezTo>
                  <a:cubicBezTo>
                    <a:pt x="6516" y="20582"/>
                    <a:pt x="6480" y="20475"/>
                    <a:pt x="6444" y="20368"/>
                  </a:cubicBezTo>
                  <a:cubicBezTo>
                    <a:pt x="6408" y="20260"/>
                    <a:pt x="6372" y="20153"/>
                    <a:pt x="6337" y="20046"/>
                  </a:cubicBezTo>
                  <a:cubicBezTo>
                    <a:pt x="6301" y="19902"/>
                    <a:pt x="6229" y="19795"/>
                    <a:pt x="6193" y="19688"/>
                  </a:cubicBezTo>
                  <a:cubicBezTo>
                    <a:pt x="6158" y="19509"/>
                    <a:pt x="6086" y="19330"/>
                    <a:pt x="6086" y="19151"/>
                  </a:cubicBezTo>
                  <a:cubicBezTo>
                    <a:pt x="6050" y="18936"/>
                    <a:pt x="6050" y="18757"/>
                    <a:pt x="6086" y="18578"/>
                  </a:cubicBezTo>
                  <a:cubicBezTo>
                    <a:pt x="6122" y="18327"/>
                    <a:pt x="6193" y="18113"/>
                    <a:pt x="6265" y="17898"/>
                  </a:cubicBezTo>
                  <a:cubicBezTo>
                    <a:pt x="6372" y="17683"/>
                    <a:pt x="6480" y="17468"/>
                    <a:pt x="6551" y="17254"/>
                  </a:cubicBezTo>
                  <a:cubicBezTo>
                    <a:pt x="6659" y="17075"/>
                    <a:pt x="6695" y="16967"/>
                    <a:pt x="6730" y="16824"/>
                  </a:cubicBezTo>
                  <a:cubicBezTo>
                    <a:pt x="6802" y="16681"/>
                    <a:pt x="6838" y="16502"/>
                    <a:pt x="6838" y="16359"/>
                  </a:cubicBezTo>
                  <a:cubicBezTo>
                    <a:pt x="6838" y="16216"/>
                    <a:pt x="6838" y="16072"/>
                    <a:pt x="6802" y="15965"/>
                  </a:cubicBezTo>
                  <a:cubicBezTo>
                    <a:pt x="6766" y="15893"/>
                    <a:pt x="6766" y="15822"/>
                    <a:pt x="6730" y="15750"/>
                  </a:cubicBezTo>
                  <a:cubicBezTo>
                    <a:pt x="6659" y="15535"/>
                    <a:pt x="6587" y="15356"/>
                    <a:pt x="6551" y="15142"/>
                  </a:cubicBezTo>
                  <a:cubicBezTo>
                    <a:pt x="6551" y="14998"/>
                    <a:pt x="6551" y="14855"/>
                    <a:pt x="6551" y="14712"/>
                  </a:cubicBezTo>
                  <a:cubicBezTo>
                    <a:pt x="6587" y="14569"/>
                    <a:pt x="6623" y="14390"/>
                    <a:pt x="6695" y="14211"/>
                  </a:cubicBezTo>
                  <a:cubicBezTo>
                    <a:pt x="6766" y="14032"/>
                    <a:pt x="6874" y="13853"/>
                    <a:pt x="7017" y="13710"/>
                  </a:cubicBezTo>
                  <a:cubicBezTo>
                    <a:pt x="7231" y="13459"/>
                    <a:pt x="7446" y="13209"/>
                    <a:pt x="7697" y="12994"/>
                  </a:cubicBezTo>
                  <a:cubicBezTo>
                    <a:pt x="7697" y="13209"/>
                    <a:pt x="7733" y="13424"/>
                    <a:pt x="7733" y="13638"/>
                  </a:cubicBezTo>
                  <a:cubicBezTo>
                    <a:pt x="7768" y="13746"/>
                    <a:pt x="7840" y="13817"/>
                    <a:pt x="7912" y="13853"/>
                  </a:cubicBezTo>
                  <a:cubicBezTo>
                    <a:pt x="7974" y="13895"/>
                    <a:pt x="8025" y="13912"/>
                    <a:pt x="8078" y="13912"/>
                  </a:cubicBezTo>
                  <a:cubicBezTo>
                    <a:pt x="8115" y="13912"/>
                    <a:pt x="8153" y="13904"/>
                    <a:pt x="8198" y="13889"/>
                  </a:cubicBezTo>
                  <a:cubicBezTo>
                    <a:pt x="8305" y="13853"/>
                    <a:pt x="8377" y="13817"/>
                    <a:pt x="8413" y="13710"/>
                  </a:cubicBezTo>
                  <a:cubicBezTo>
                    <a:pt x="8484" y="13638"/>
                    <a:pt x="8484" y="13531"/>
                    <a:pt x="8448" y="13424"/>
                  </a:cubicBezTo>
                  <a:lnTo>
                    <a:pt x="8448" y="13388"/>
                  </a:lnTo>
                  <a:lnTo>
                    <a:pt x="8448" y="12851"/>
                  </a:lnTo>
                  <a:cubicBezTo>
                    <a:pt x="8448" y="12672"/>
                    <a:pt x="8448" y="12529"/>
                    <a:pt x="8448" y="12350"/>
                  </a:cubicBezTo>
                  <a:cubicBezTo>
                    <a:pt x="8484" y="12242"/>
                    <a:pt x="8520" y="12135"/>
                    <a:pt x="8556" y="12028"/>
                  </a:cubicBezTo>
                  <a:cubicBezTo>
                    <a:pt x="8699" y="11705"/>
                    <a:pt x="8878" y="11419"/>
                    <a:pt x="9057" y="11168"/>
                  </a:cubicBezTo>
                  <a:cubicBezTo>
                    <a:pt x="9415" y="10703"/>
                    <a:pt x="9844" y="10309"/>
                    <a:pt x="10238" y="9880"/>
                  </a:cubicBezTo>
                  <a:cubicBezTo>
                    <a:pt x="10381" y="9665"/>
                    <a:pt x="10525" y="9450"/>
                    <a:pt x="10560" y="9200"/>
                  </a:cubicBezTo>
                  <a:cubicBezTo>
                    <a:pt x="10596" y="8913"/>
                    <a:pt x="10596" y="8627"/>
                    <a:pt x="10560" y="8341"/>
                  </a:cubicBezTo>
                  <a:cubicBezTo>
                    <a:pt x="10453" y="7804"/>
                    <a:pt x="10453" y="7231"/>
                    <a:pt x="10453" y="6694"/>
                  </a:cubicBezTo>
                  <a:cubicBezTo>
                    <a:pt x="10489" y="6515"/>
                    <a:pt x="10525" y="6372"/>
                    <a:pt x="10560" y="6229"/>
                  </a:cubicBezTo>
                  <a:cubicBezTo>
                    <a:pt x="10632" y="6086"/>
                    <a:pt x="10704" y="5978"/>
                    <a:pt x="10775" y="5871"/>
                  </a:cubicBezTo>
                  <a:cubicBezTo>
                    <a:pt x="10954" y="5656"/>
                    <a:pt x="11169" y="5477"/>
                    <a:pt x="11348" y="5298"/>
                  </a:cubicBezTo>
                  <a:cubicBezTo>
                    <a:pt x="11491" y="5191"/>
                    <a:pt x="11598" y="5083"/>
                    <a:pt x="11706" y="4976"/>
                  </a:cubicBezTo>
                  <a:cubicBezTo>
                    <a:pt x="11885" y="4797"/>
                    <a:pt x="12028" y="4546"/>
                    <a:pt x="12135" y="4332"/>
                  </a:cubicBezTo>
                  <a:cubicBezTo>
                    <a:pt x="12279" y="4045"/>
                    <a:pt x="12386" y="3759"/>
                    <a:pt x="12493" y="3473"/>
                  </a:cubicBezTo>
                  <a:cubicBezTo>
                    <a:pt x="12601" y="3186"/>
                    <a:pt x="12672" y="2900"/>
                    <a:pt x="12780" y="2649"/>
                  </a:cubicBezTo>
                  <a:cubicBezTo>
                    <a:pt x="12923" y="2220"/>
                    <a:pt x="13209" y="1862"/>
                    <a:pt x="13567" y="1575"/>
                  </a:cubicBezTo>
                  <a:cubicBezTo>
                    <a:pt x="13710" y="1468"/>
                    <a:pt x="13889" y="1361"/>
                    <a:pt x="14068" y="1289"/>
                  </a:cubicBezTo>
                  <a:cubicBezTo>
                    <a:pt x="14283" y="1218"/>
                    <a:pt x="14534" y="1146"/>
                    <a:pt x="14748" y="1110"/>
                  </a:cubicBezTo>
                  <a:cubicBezTo>
                    <a:pt x="14856" y="1092"/>
                    <a:pt x="14954" y="1083"/>
                    <a:pt x="15048" y="1083"/>
                  </a:cubicBezTo>
                  <a:close/>
                  <a:moveTo>
                    <a:pt x="14641" y="1"/>
                  </a:moveTo>
                  <a:cubicBezTo>
                    <a:pt x="14498" y="1"/>
                    <a:pt x="14355" y="1"/>
                    <a:pt x="14247" y="36"/>
                  </a:cubicBezTo>
                  <a:cubicBezTo>
                    <a:pt x="13961" y="72"/>
                    <a:pt x="13710" y="108"/>
                    <a:pt x="13460" y="215"/>
                  </a:cubicBezTo>
                  <a:cubicBezTo>
                    <a:pt x="13173" y="287"/>
                    <a:pt x="12923" y="430"/>
                    <a:pt x="12708" y="609"/>
                  </a:cubicBezTo>
                  <a:cubicBezTo>
                    <a:pt x="12565" y="716"/>
                    <a:pt x="12458" y="788"/>
                    <a:pt x="12350" y="895"/>
                  </a:cubicBezTo>
                  <a:cubicBezTo>
                    <a:pt x="12243" y="1003"/>
                    <a:pt x="12171" y="1110"/>
                    <a:pt x="12064" y="1218"/>
                  </a:cubicBezTo>
                  <a:cubicBezTo>
                    <a:pt x="11992" y="1325"/>
                    <a:pt x="11885" y="1432"/>
                    <a:pt x="11813" y="1575"/>
                  </a:cubicBezTo>
                  <a:cubicBezTo>
                    <a:pt x="11742" y="1683"/>
                    <a:pt x="11670" y="1826"/>
                    <a:pt x="11634" y="1933"/>
                  </a:cubicBezTo>
                  <a:cubicBezTo>
                    <a:pt x="11563" y="2077"/>
                    <a:pt x="11491" y="2220"/>
                    <a:pt x="11455" y="2399"/>
                  </a:cubicBezTo>
                  <a:cubicBezTo>
                    <a:pt x="11384" y="2542"/>
                    <a:pt x="11384" y="2649"/>
                    <a:pt x="11348" y="2757"/>
                  </a:cubicBezTo>
                  <a:cubicBezTo>
                    <a:pt x="11312" y="2900"/>
                    <a:pt x="11276" y="2971"/>
                    <a:pt x="11240" y="3079"/>
                  </a:cubicBezTo>
                  <a:cubicBezTo>
                    <a:pt x="11169" y="3365"/>
                    <a:pt x="11097" y="3652"/>
                    <a:pt x="10990" y="3902"/>
                  </a:cubicBezTo>
                  <a:cubicBezTo>
                    <a:pt x="10954" y="4010"/>
                    <a:pt x="10883" y="4117"/>
                    <a:pt x="10847" y="4188"/>
                  </a:cubicBezTo>
                  <a:cubicBezTo>
                    <a:pt x="10704" y="4367"/>
                    <a:pt x="10525" y="4546"/>
                    <a:pt x="10346" y="4725"/>
                  </a:cubicBezTo>
                  <a:cubicBezTo>
                    <a:pt x="10238" y="4833"/>
                    <a:pt x="10131" y="4940"/>
                    <a:pt x="10059" y="5048"/>
                  </a:cubicBezTo>
                  <a:cubicBezTo>
                    <a:pt x="9880" y="5262"/>
                    <a:pt x="9701" y="5513"/>
                    <a:pt x="9594" y="5799"/>
                  </a:cubicBezTo>
                  <a:cubicBezTo>
                    <a:pt x="9451" y="6229"/>
                    <a:pt x="9379" y="6730"/>
                    <a:pt x="9451" y="7195"/>
                  </a:cubicBezTo>
                  <a:cubicBezTo>
                    <a:pt x="9451" y="7446"/>
                    <a:pt x="9522" y="7696"/>
                    <a:pt x="9558" y="7947"/>
                  </a:cubicBezTo>
                  <a:cubicBezTo>
                    <a:pt x="9594" y="8198"/>
                    <a:pt x="9630" y="8448"/>
                    <a:pt x="9666" y="8699"/>
                  </a:cubicBezTo>
                  <a:lnTo>
                    <a:pt x="9666" y="8878"/>
                  </a:lnTo>
                  <a:cubicBezTo>
                    <a:pt x="9666" y="8949"/>
                    <a:pt x="9666" y="9021"/>
                    <a:pt x="9666" y="9128"/>
                  </a:cubicBezTo>
                  <a:lnTo>
                    <a:pt x="9630" y="9271"/>
                  </a:lnTo>
                  <a:lnTo>
                    <a:pt x="9558" y="9379"/>
                  </a:lnTo>
                  <a:cubicBezTo>
                    <a:pt x="9200" y="9808"/>
                    <a:pt x="8842" y="10202"/>
                    <a:pt x="8484" y="10667"/>
                  </a:cubicBezTo>
                  <a:cubicBezTo>
                    <a:pt x="8162" y="11061"/>
                    <a:pt x="7912" y="11562"/>
                    <a:pt x="7733" y="12063"/>
                  </a:cubicBezTo>
                  <a:cubicBezTo>
                    <a:pt x="7697" y="12171"/>
                    <a:pt x="7697" y="12278"/>
                    <a:pt x="7697" y="12350"/>
                  </a:cubicBezTo>
                  <a:cubicBezTo>
                    <a:pt x="7410" y="12564"/>
                    <a:pt x="7124" y="12779"/>
                    <a:pt x="6909" y="12994"/>
                  </a:cubicBezTo>
                  <a:cubicBezTo>
                    <a:pt x="6587" y="13316"/>
                    <a:pt x="6337" y="13674"/>
                    <a:pt x="6122" y="14068"/>
                  </a:cubicBezTo>
                  <a:cubicBezTo>
                    <a:pt x="5943" y="14462"/>
                    <a:pt x="5871" y="14891"/>
                    <a:pt x="5907" y="15321"/>
                  </a:cubicBezTo>
                  <a:cubicBezTo>
                    <a:pt x="5907" y="15464"/>
                    <a:pt x="5943" y="15643"/>
                    <a:pt x="5979" y="15786"/>
                  </a:cubicBezTo>
                  <a:cubicBezTo>
                    <a:pt x="5979" y="15893"/>
                    <a:pt x="5979" y="16001"/>
                    <a:pt x="5979" y="16144"/>
                  </a:cubicBezTo>
                  <a:cubicBezTo>
                    <a:pt x="5943" y="16216"/>
                    <a:pt x="5943" y="16287"/>
                    <a:pt x="5907" y="16359"/>
                  </a:cubicBezTo>
                  <a:cubicBezTo>
                    <a:pt x="5764" y="16681"/>
                    <a:pt x="5513" y="16967"/>
                    <a:pt x="5334" y="17289"/>
                  </a:cubicBezTo>
                  <a:cubicBezTo>
                    <a:pt x="5227" y="17504"/>
                    <a:pt x="5155" y="17719"/>
                    <a:pt x="5048" y="17934"/>
                  </a:cubicBezTo>
                  <a:cubicBezTo>
                    <a:pt x="4976" y="18148"/>
                    <a:pt x="4941" y="18399"/>
                    <a:pt x="4905" y="18650"/>
                  </a:cubicBezTo>
                  <a:cubicBezTo>
                    <a:pt x="4905" y="18829"/>
                    <a:pt x="4905" y="19043"/>
                    <a:pt x="4905" y="19222"/>
                  </a:cubicBezTo>
                  <a:cubicBezTo>
                    <a:pt x="4941" y="19473"/>
                    <a:pt x="4976" y="19723"/>
                    <a:pt x="5048" y="19974"/>
                  </a:cubicBezTo>
                  <a:cubicBezTo>
                    <a:pt x="5120" y="20225"/>
                    <a:pt x="5227" y="20475"/>
                    <a:pt x="5299" y="20726"/>
                  </a:cubicBezTo>
                  <a:cubicBezTo>
                    <a:pt x="5299" y="20761"/>
                    <a:pt x="5299" y="20833"/>
                    <a:pt x="5299" y="20869"/>
                  </a:cubicBezTo>
                  <a:cubicBezTo>
                    <a:pt x="5263" y="21048"/>
                    <a:pt x="5227" y="21191"/>
                    <a:pt x="5191" y="21334"/>
                  </a:cubicBezTo>
                  <a:cubicBezTo>
                    <a:pt x="5191" y="21477"/>
                    <a:pt x="5155" y="21692"/>
                    <a:pt x="5120" y="21871"/>
                  </a:cubicBezTo>
                  <a:cubicBezTo>
                    <a:pt x="5084" y="22122"/>
                    <a:pt x="5084" y="22372"/>
                    <a:pt x="5084" y="22623"/>
                  </a:cubicBezTo>
                  <a:cubicBezTo>
                    <a:pt x="5084" y="22802"/>
                    <a:pt x="5084" y="23017"/>
                    <a:pt x="5084" y="23195"/>
                  </a:cubicBezTo>
                  <a:cubicBezTo>
                    <a:pt x="5084" y="23231"/>
                    <a:pt x="5084" y="23231"/>
                    <a:pt x="5084" y="23231"/>
                  </a:cubicBezTo>
                  <a:cubicBezTo>
                    <a:pt x="5012" y="23339"/>
                    <a:pt x="4905" y="23410"/>
                    <a:pt x="4797" y="23518"/>
                  </a:cubicBezTo>
                  <a:cubicBezTo>
                    <a:pt x="4690" y="23589"/>
                    <a:pt x="4547" y="23697"/>
                    <a:pt x="4439" y="23804"/>
                  </a:cubicBezTo>
                  <a:cubicBezTo>
                    <a:pt x="4153" y="24055"/>
                    <a:pt x="3938" y="24305"/>
                    <a:pt x="3724" y="24627"/>
                  </a:cubicBezTo>
                  <a:cubicBezTo>
                    <a:pt x="3545" y="24914"/>
                    <a:pt x="3366" y="25236"/>
                    <a:pt x="3258" y="25558"/>
                  </a:cubicBezTo>
                  <a:cubicBezTo>
                    <a:pt x="3187" y="25916"/>
                    <a:pt x="3115" y="26274"/>
                    <a:pt x="3079" y="26632"/>
                  </a:cubicBezTo>
                  <a:cubicBezTo>
                    <a:pt x="3079" y="26632"/>
                    <a:pt x="3079" y="26668"/>
                    <a:pt x="3079" y="26668"/>
                  </a:cubicBezTo>
                  <a:cubicBezTo>
                    <a:pt x="2900" y="26847"/>
                    <a:pt x="2757" y="27026"/>
                    <a:pt x="2614" y="27240"/>
                  </a:cubicBezTo>
                  <a:cubicBezTo>
                    <a:pt x="2328" y="27598"/>
                    <a:pt x="2077" y="27992"/>
                    <a:pt x="1934" y="28422"/>
                  </a:cubicBezTo>
                  <a:cubicBezTo>
                    <a:pt x="1862" y="28744"/>
                    <a:pt x="1826" y="29102"/>
                    <a:pt x="1826" y="29424"/>
                  </a:cubicBezTo>
                  <a:cubicBezTo>
                    <a:pt x="1826" y="29603"/>
                    <a:pt x="1826" y="29746"/>
                    <a:pt x="1791" y="29925"/>
                  </a:cubicBezTo>
                  <a:cubicBezTo>
                    <a:pt x="1755" y="30032"/>
                    <a:pt x="1755" y="30140"/>
                    <a:pt x="1719" y="30211"/>
                  </a:cubicBezTo>
                  <a:cubicBezTo>
                    <a:pt x="1576" y="30462"/>
                    <a:pt x="1468" y="30677"/>
                    <a:pt x="1325" y="30891"/>
                  </a:cubicBezTo>
                  <a:cubicBezTo>
                    <a:pt x="1146" y="31142"/>
                    <a:pt x="1003" y="31392"/>
                    <a:pt x="860" y="31643"/>
                  </a:cubicBezTo>
                  <a:cubicBezTo>
                    <a:pt x="717" y="31929"/>
                    <a:pt x="574" y="32252"/>
                    <a:pt x="466" y="32538"/>
                  </a:cubicBezTo>
                  <a:cubicBezTo>
                    <a:pt x="359" y="32860"/>
                    <a:pt x="287" y="33182"/>
                    <a:pt x="251" y="33504"/>
                  </a:cubicBezTo>
                  <a:cubicBezTo>
                    <a:pt x="180" y="34041"/>
                    <a:pt x="251" y="34578"/>
                    <a:pt x="395" y="35115"/>
                  </a:cubicBezTo>
                  <a:cubicBezTo>
                    <a:pt x="466" y="35366"/>
                    <a:pt x="538" y="35616"/>
                    <a:pt x="609" y="35867"/>
                  </a:cubicBezTo>
                  <a:cubicBezTo>
                    <a:pt x="609" y="35938"/>
                    <a:pt x="609" y="36010"/>
                    <a:pt x="609" y="36082"/>
                  </a:cubicBezTo>
                  <a:cubicBezTo>
                    <a:pt x="574" y="36225"/>
                    <a:pt x="538" y="36332"/>
                    <a:pt x="466" y="36475"/>
                  </a:cubicBezTo>
                  <a:cubicBezTo>
                    <a:pt x="359" y="36762"/>
                    <a:pt x="216" y="37048"/>
                    <a:pt x="108" y="37370"/>
                  </a:cubicBezTo>
                  <a:cubicBezTo>
                    <a:pt x="72" y="37549"/>
                    <a:pt x="37" y="37728"/>
                    <a:pt x="1" y="37943"/>
                  </a:cubicBezTo>
                  <a:cubicBezTo>
                    <a:pt x="1" y="38122"/>
                    <a:pt x="1" y="38337"/>
                    <a:pt x="1" y="38516"/>
                  </a:cubicBezTo>
                  <a:cubicBezTo>
                    <a:pt x="37" y="38730"/>
                    <a:pt x="72" y="38909"/>
                    <a:pt x="144" y="39124"/>
                  </a:cubicBezTo>
                  <a:cubicBezTo>
                    <a:pt x="180" y="39303"/>
                    <a:pt x="251" y="39446"/>
                    <a:pt x="323" y="39625"/>
                  </a:cubicBezTo>
                  <a:cubicBezTo>
                    <a:pt x="395" y="39768"/>
                    <a:pt x="466" y="39912"/>
                    <a:pt x="538" y="40091"/>
                  </a:cubicBezTo>
                  <a:cubicBezTo>
                    <a:pt x="574" y="40234"/>
                    <a:pt x="609" y="40341"/>
                    <a:pt x="645" y="40484"/>
                  </a:cubicBezTo>
                  <a:cubicBezTo>
                    <a:pt x="645" y="40950"/>
                    <a:pt x="609" y="41415"/>
                    <a:pt x="574" y="41880"/>
                  </a:cubicBezTo>
                  <a:cubicBezTo>
                    <a:pt x="538" y="42095"/>
                    <a:pt x="538" y="42310"/>
                    <a:pt x="502" y="42560"/>
                  </a:cubicBezTo>
                  <a:lnTo>
                    <a:pt x="502" y="42883"/>
                  </a:lnTo>
                  <a:lnTo>
                    <a:pt x="502" y="43169"/>
                  </a:lnTo>
                  <a:lnTo>
                    <a:pt x="502" y="43491"/>
                  </a:lnTo>
                  <a:cubicBezTo>
                    <a:pt x="502" y="43598"/>
                    <a:pt x="538" y="43742"/>
                    <a:pt x="538" y="43885"/>
                  </a:cubicBezTo>
                  <a:cubicBezTo>
                    <a:pt x="574" y="44135"/>
                    <a:pt x="645" y="44386"/>
                    <a:pt x="681" y="44672"/>
                  </a:cubicBezTo>
                  <a:cubicBezTo>
                    <a:pt x="717" y="44923"/>
                    <a:pt x="753" y="45066"/>
                    <a:pt x="788" y="45281"/>
                  </a:cubicBezTo>
                  <a:cubicBezTo>
                    <a:pt x="788" y="45352"/>
                    <a:pt x="824" y="45424"/>
                    <a:pt x="824" y="45496"/>
                  </a:cubicBezTo>
                  <a:cubicBezTo>
                    <a:pt x="860" y="45639"/>
                    <a:pt x="896" y="45782"/>
                    <a:pt x="967" y="45925"/>
                  </a:cubicBezTo>
                  <a:cubicBezTo>
                    <a:pt x="1039" y="46032"/>
                    <a:pt x="1111" y="46140"/>
                    <a:pt x="1182" y="46211"/>
                  </a:cubicBezTo>
                  <a:cubicBezTo>
                    <a:pt x="1290" y="46319"/>
                    <a:pt x="1433" y="46426"/>
                    <a:pt x="1576" y="46498"/>
                  </a:cubicBezTo>
                  <a:cubicBezTo>
                    <a:pt x="1826" y="46641"/>
                    <a:pt x="2113" y="46713"/>
                    <a:pt x="2399" y="46784"/>
                  </a:cubicBezTo>
                  <a:cubicBezTo>
                    <a:pt x="2721" y="46892"/>
                    <a:pt x="3043" y="46927"/>
                    <a:pt x="3401" y="46963"/>
                  </a:cubicBezTo>
                  <a:cubicBezTo>
                    <a:pt x="3759" y="46963"/>
                    <a:pt x="4117" y="46963"/>
                    <a:pt x="4475" y="46892"/>
                  </a:cubicBezTo>
                  <a:cubicBezTo>
                    <a:pt x="4833" y="46784"/>
                    <a:pt x="5155" y="46605"/>
                    <a:pt x="5442" y="46390"/>
                  </a:cubicBezTo>
                  <a:cubicBezTo>
                    <a:pt x="5585" y="46247"/>
                    <a:pt x="5692" y="46140"/>
                    <a:pt x="5800" y="45997"/>
                  </a:cubicBezTo>
                  <a:cubicBezTo>
                    <a:pt x="5907" y="45818"/>
                    <a:pt x="6014" y="45675"/>
                    <a:pt x="6122" y="45460"/>
                  </a:cubicBezTo>
                  <a:cubicBezTo>
                    <a:pt x="6193" y="45245"/>
                    <a:pt x="6265" y="45030"/>
                    <a:pt x="6337" y="44815"/>
                  </a:cubicBezTo>
                  <a:cubicBezTo>
                    <a:pt x="6372" y="44744"/>
                    <a:pt x="6408" y="44672"/>
                    <a:pt x="6444" y="44636"/>
                  </a:cubicBezTo>
                  <a:cubicBezTo>
                    <a:pt x="6587" y="44458"/>
                    <a:pt x="6766" y="44314"/>
                    <a:pt x="6945" y="44135"/>
                  </a:cubicBezTo>
                  <a:cubicBezTo>
                    <a:pt x="7088" y="43992"/>
                    <a:pt x="7124" y="43956"/>
                    <a:pt x="7231" y="43849"/>
                  </a:cubicBezTo>
                  <a:cubicBezTo>
                    <a:pt x="7482" y="43634"/>
                    <a:pt x="7697" y="43384"/>
                    <a:pt x="7947" y="43133"/>
                  </a:cubicBezTo>
                  <a:lnTo>
                    <a:pt x="8091" y="42990"/>
                  </a:lnTo>
                  <a:cubicBezTo>
                    <a:pt x="8162" y="42918"/>
                    <a:pt x="8198" y="42847"/>
                    <a:pt x="8270" y="42811"/>
                  </a:cubicBezTo>
                  <a:cubicBezTo>
                    <a:pt x="8305" y="42739"/>
                    <a:pt x="8341" y="42668"/>
                    <a:pt x="8377" y="42632"/>
                  </a:cubicBezTo>
                  <a:cubicBezTo>
                    <a:pt x="8413" y="42560"/>
                    <a:pt x="8448" y="42489"/>
                    <a:pt x="8484" y="42417"/>
                  </a:cubicBezTo>
                  <a:cubicBezTo>
                    <a:pt x="8556" y="42238"/>
                    <a:pt x="8627" y="42023"/>
                    <a:pt x="8699" y="41809"/>
                  </a:cubicBezTo>
                  <a:cubicBezTo>
                    <a:pt x="8735" y="41558"/>
                    <a:pt x="8771" y="41308"/>
                    <a:pt x="8806" y="41057"/>
                  </a:cubicBezTo>
                  <a:cubicBezTo>
                    <a:pt x="8806" y="40842"/>
                    <a:pt x="8806" y="40592"/>
                    <a:pt x="8806" y="40377"/>
                  </a:cubicBezTo>
                  <a:cubicBezTo>
                    <a:pt x="8806" y="40270"/>
                    <a:pt x="8806" y="40162"/>
                    <a:pt x="8771" y="40055"/>
                  </a:cubicBezTo>
                  <a:cubicBezTo>
                    <a:pt x="8950" y="39947"/>
                    <a:pt x="9129" y="39840"/>
                    <a:pt x="9308" y="39768"/>
                  </a:cubicBezTo>
                  <a:cubicBezTo>
                    <a:pt x="9737" y="39518"/>
                    <a:pt x="10167" y="39196"/>
                    <a:pt x="10525" y="38802"/>
                  </a:cubicBezTo>
                  <a:cubicBezTo>
                    <a:pt x="10704" y="38623"/>
                    <a:pt x="10847" y="38408"/>
                    <a:pt x="10990" y="38158"/>
                  </a:cubicBezTo>
                  <a:cubicBezTo>
                    <a:pt x="11133" y="37907"/>
                    <a:pt x="11205" y="37585"/>
                    <a:pt x="11276" y="37299"/>
                  </a:cubicBezTo>
                  <a:cubicBezTo>
                    <a:pt x="11312" y="37155"/>
                    <a:pt x="11348" y="36976"/>
                    <a:pt x="11384" y="36833"/>
                  </a:cubicBezTo>
                  <a:lnTo>
                    <a:pt x="11384" y="36618"/>
                  </a:lnTo>
                  <a:cubicBezTo>
                    <a:pt x="11419" y="36475"/>
                    <a:pt x="11455" y="36332"/>
                    <a:pt x="11527" y="36225"/>
                  </a:cubicBezTo>
                  <a:cubicBezTo>
                    <a:pt x="11634" y="35903"/>
                    <a:pt x="11777" y="35616"/>
                    <a:pt x="11885" y="35330"/>
                  </a:cubicBezTo>
                  <a:cubicBezTo>
                    <a:pt x="11992" y="35079"/>
                    <a:pt x="12064" y="34829"/>
                    <a:pt x="12100" y="34578"/>
                  </a:cubicBezTo>
                  <a:cubicBezTo>
                    <a:pt x="12135" y="34435"/>
                    <a:pt x="12171" y="34292"/>
                    <a:pt x="12171" y="34149"/>
                  </a:cubicBezTo>
                  <a:lnTo>
                    <a:pt x="12744" y="33791"/>
                  </a:lnTo>
                  <a:cubicBezTo>
                    <a:pt x="12923" y="33683"/>
                    <a:pt x="13102" y="33576"/>
                    <a:pt x="13245" y="33469"/>
                  </a:cubicBezTo>
                  <a:cubicBezTo>
                    <a:pt x="13424" y="33325"/>
                    <a:pt x="13603" y="33182"/>
                    <a:pt x="13782" y="33039"/>
                  </a:cubicBezTo>
                  <a:cubicBezTo>
                    <a:pt x="13925" y="32860"/>
                    <a:pt x="14068" y="32681"/>
                    <a:pt x="14140" y="32466"/>
                  </a:cubicBezTo>
                  <a:cubicBezTo>
                    <a:pt x="14247" y="32252"/>
                    <a:pt x="14319" y="32001"/>
                    <a:pt x="14390" y="31786"/>
                  </a:cubicBezTo>
                  <a:cubicBezTo>
                    <a:pt x="14426" y="31500"/>
                    <a:pt x="14462" y="31213"/>
                    <a:pt x="14462" y="30927"/>
                  </a:cubicBezTo>
                  <a:lnTo>
                    <a:pt x="14462" y="30426"/>
                  </a:lnTo>
                  <a:lnTo>
                    <a:pt x="14462" y="29961"/>
                  </a:lnTo>
                  <a:lnTo>
                    <a:pt x="14462" y="29460"/>
                  </a:lnTo>
                  <a:cubicBezTo>
                    <a:pt x="14462" y="29424"/>
                    <a:pt x="14462" y="29388"/>
                    <a:pt x="14462" y="29388"/>
                  </a:cubicBezTo>
                  <a:cubicBezTo>
                    <a:pt x="14569" y="29137"/>
                    <a:pt x="14713" y="28923"/>
                    <a:pt x="14820" y="28708"/>
                  </a:cubicBezTo>
                  <a:cubicBezTo>
                    <a:pt x="15321" y="27849"/>
                    <a:pt x="15464" y="26847"/>
                    <a:pt x="15214" y="25916"/>
                  </a:cubicBezTo>
                  <a:lnTo>
                    <a:pt x="15214" y="25844"/>
                  </a:lnTo>
                  <a:lnTo>
                    <a:pt x="15214" y="25773"/>
                  </a:lnTo>
                  <a:lnTo>
                    <a:pt x="15214" y="25701"/>
                  </a:lnTo>
                  <a:cubicBezTo>
                    <a:pt x="15214" y="25665"/>
                    <a:pt x="15214" y="25665"/>
                    <a:pt x="15214" y="25630"/>
                  </a:cubicBezTo>
                  <a:lnTo>
                    <a:pt x="15214" y="25594"/>
                  </a:lnTo>
                  <a:cubicBezTo>
                    <a:pt x="15214" y="25522"/>
                    <a:pt x="15178" y="25486"/>
                    <a:pt x="15178" y="25415"/>
                  </a:cubicBezTo>
                  <a:lnTo>
                    <a:pt x="15178" y="25379"/>
                  </a:lnTo>
                  <a:cubicBezTo>
                    <a:pt x="15142" y="25164"/>
                    <a:pt x="15142" y="24985"/>
                    <a:pt x="15106" y="24806"/>
                  </a:cubicBezTo>
                  <a:cubicBezTo>
                    <a:pt x="15071" y="24484"/>
                    <a:pt x="15035" y="24162"/>
                    <a:pt x="15071" y="23840"/>
                  </a:cubicBezTo>
                  <a:cubicBezTo>
                    <a:pt x="15106" y="23697"/>
                    <a:pt x="15142" y="23518"/>
                    <a:pt x="15214" y="23374"/>
                  </a:cubicBezTo>
                  <a:cubicBezTo>
                    <a:pt x="15321" y="23124"/>
                    <a:pt x="15428" y="22838"/>
                    <a:pt x="15536" y="22551"/>
                  </a:cubicBezTo>
                  <a:cubicBezTo>
                    <a:pt x="15572" y="22408"/>
                    <a:pt x="15607" y="22265"/>
                    <a:pt x="15643" y="22122"/>
                  </a:cubicBezTo>
                  <a:cubicBezTo>
                    <a:pt x="15679" y="21943"/>
                    <a:pt x="15715" y="21799"/>
                    <a:pt x="15786" y="21656"/>
                  </a:cubicBezTo>
                  <a:cubicBezTo>
                    <a:pt x="15894" y="21370"/>
                    <a:pt x="16073" y="21084"/>
                    <a:pt x="16216" y="20797"/>
                  </a:cubicBezTo>
                  <a:lnTo>
                    <a:pt x="16610" y="20046"/>
                  </a:lnTo>
                  <a:cubicBezTo>
                    <a:pt x="16681" y="19938"/>
                    <a:pt x="16753" y="19795"/>
                    <a:pt x="16789" y="19688"/>
                  </a:cubicBezTo>
                  <a:cubicBezTo>
                    <a:pt x="16860" y="19544"/>
                    <a:pt x="16932" y="19437"/>
                    <a:pt x="16968" y="19294"/>
                  </a:cubicBezTo>
                  <a:cubicBezTo>
                    <a:pt x="17003" y="19222"/>
                    <a:pt x="17039" y="19151"/>
                    <a:pt x="17039" y="19043"/>
                  </a:cubicBezTo>
                  <a:cubicBezTo>
                    <a:pt x="17075" y="18936"/>
                    <a:pt x="17111" y="18829"/>
                    <a:pt x="17111" y="18721"/>
                  </a:cubicBezTo>
                  <a:cubicBezTo>
                    <a:pt x="17111" y="18435"/>
                    <a:pt x="17111" y="18148"/>
                    <a:pt x="17039" y="17862"/>
                  </a:cubicBezTo>
                  <a:cubicBezTo>
                    <a:pt x="17003" y="17719"/>
                    <a:pt x="16968" y="17612"/>
                    <a:pt x="16932" y="17468"/>
                  </a:cubicBezTo>
                  <a:cubicBezTo>
                    <a:pt x="16968" y="17397"/>
                    <a:pt x="17003" y="17361"/>
                    <a:pt x="17039" y="17289"/>
                  </a:cubicBezTo>
                  <a:cubicBezTo>
                    <a:pt x="17182" y="17039"/>
                    <a:pt x="17290" y="16824"/>
                    <a:pt x="17361" y="16573"/>
                  </a:cubicBezTo>
                  <a:cubicBezTo>
                    <a:pt x="17469" y="16323"/>
                    <a:pt x="17505" y="16072"/>
                    <a:pt x="17540" y="15786"/>
                  </a:cubicBezTo>
                  <a:cubicBezTo>
                    <a:pt x="17576" y="15500"/>
                    <a:pt x="17540" y="15213"/>
                    <a:pt x="17433" y="14963"/>
                  </a:cubicBezTo>
                  <a:cubicBezTo>
                    <a:pt x="17326" y="14748"/>
                    <a:pt x="17182" y="14569"/>
                    <a:pt x="17111" y="14354"/>
                  </a:cubicBezTo>
                  <a:cubicBezTo>
                    <a:pt x="17039" y="14247"/>
                    <a:pt x="17003" y="14104"/>
                    <a:pt x="16968" y="13996"/>
                  </a:cubicBezTo>
                  <a:cubicBezTo>
                    <a:pt x="16968" y="13853"/>
                    <a:pt x="16968" y="13710"/>
                    <a:pt x="16968" y="13567"/>
                  </a:cubicBezTo>
                  <a:cubicBezTo>
                    <a:pt x="17111" y="12958"/>
                    <a:pt x="17290" y="12385"/>
                    <a:pt x="17576" y="11849"/>
                  </a:cubicBezTo>
                  <a:cubicBezTo>
                    <a:pt x="17648" y="11598"/>
                    <a:pt x="17755" y="11347"/>
                    <a:pt x="17827" y="11061"/>
                  </a:cubicBezTo>
                  <a:cubicBezTo>
                    <a:pt x="17898" y="10811"/>
                    <a:pt x="17934" y="10524"/>
                    <a:pt x="17970" y="10238"/>
                  </a:cubicBezTo>
                  <a:cubicBezTo>
                    <a:pt x="18006" y="9701"/>
                    <a:pt x="17970" y="9164"/>
                    <a:pt x="17863" y="8627"/>
                  </a:cubicBezTo>
                  <a:cubicBezTo>
                    <a:pt x="17827" y="8305"/>
                    <a:pt x="17827" y="7983"/>
                    <a:pt x="17863" y="7696"/>
                  </a:cubicBezTo>
                  <a:cubicBezTo>
                    <a:pt x="17970" y="7267"/>
                    <a:pt x="18041" y="6837"/>
                    <a:pt x="18113" y="6372"/>
                  </a:cubicBezTo>
                  <a:cubicBezTo>
                    <a:pt x="18113" y="6157"/>
                    <a:pt x="18149" y="5978"/>
                    <a:pt x="18113" y="5763"/>
                  </a:cubicBezTo>
                  <a:cubicBezTo>
                    <a:pt x="18113" y="5620"/>
                    <a:pt x="18113" y="5513"/>
                    <a:pt x="18077" y="5370"/>
                  </a:cubicBezTo>
                  <a:cubicBezTo>
                    <a:pt x="18077" y="5334"/>
                    <a:pt x="18041" y="5298"/>
                    <a:pt x="18041" y="5227"/>
                  </a:cubicBezTo>
                  <a:cubicBezTo>
                    <a:pt x="18006" y="5155"/>
                    <a:pt x="17970" y="5048"/>
                    <a:pt x="17898" y="4976"/>
                  </a:cubicBezTo>
                  <a:cubicBezTo>
                    <a:pt x="17827" y="4797"/>
                    <a:pt x="17719" y="4654"/>
                    <a:pt x="17612" y="4475"/>
                  </a:cubicBezTo>
                  <a:cubicBezTo>
                    <a:pt x="17505" y="4332"/>
                    <a:pt x="17433" y="4188"/>
                    <a:pt x="17361" y="4045"/>
                  </a:cubicBezTo>
                  <a:cubicBezTo>
                    <a:pt x="17290" y="3902"/>
                    <a:pt x="17254" y="3759"/>
                    <a:pt x="17254" y="3580"/>
                  </a:cubicBezTo>
                  <a:cubicBezTo>
                    <a:pt x="17218" y="3294"/>
                    <a:pt x="17218" y="3007"/>
                    <a:pt x="17254" y="2685"/>
                  </a:cubicBezTo>
                  <a:lnTo>
                    <a:pt x="17254" y="2220"/>
                  </a:lnTo>
                  <a:cubicBezTo>
                    <a:pt x="17218" y="2077"/>
                    <a:pt x="17218" y="1933"/>
                    <a:pt x="17182" y="1790"/>
                  </a:cubicBezTo>
                  <a:cubicBezTo>
                    <a:pt x="17147" y="1647"/>
                    <a:pt x="17111" y="1468"/>
                    <a:pt x="17039" y="1325"/>
                  </a:cubicBezTo>
                  <a:cubicBezTo>
                    <a:pt x="16824" y="860"/>
                    <a:pt x="16395" y="502"/>
                    <a:pt x="15930" y="287"/>
                  </a:cubicBezTo>
                  <a:cubicBezTo>
                    <a:pt x="15786" y="215"/>
                    <a:pt x="15679" y="179"/>
                    <a:pt x="15536" y="144"/>
                  </a:cubicBezTo>
                  <a:cubicBezTo>
                    <a:pt x="15357" y="72"/>
                    <a:pt x="15214" y="36"/>
                    <a:pt x="15035" y="36"/>
                  </a:cubicBezTo>
                  <a:cubicBezTo>
                    <a:pt x="14892" y="1"/>
                    <a:pt x="14784" y="1"/>
                    <a:pt x="146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6"/>
            <p:cNvSpPr/>
            <p:nvPr/>
          </p:nvSpPr>
          <p:spPr>
            <a:xfrm>
              <a:off x="1122250" y="2269100"/>
              <a:ext cx="82350" cy="163800"/>
            </a:xfrm>
            <a:custGeom>
              <a:avLst/>
              <a:gdLst/>
              <a:ahLst/>
              <a:cxnLst/>
              <a:rect l="l" t="t" r="r" b="b"/>
              <a:pathLst>
                <a:path w="3294" h="6552" extrusionOk="0">
                  <a:moveTo>
                    <a:pt x="3043" y="1"/>
                  </a:moveTo>
                  <a:cubicBezTo>
                    <a:pt x="2685" y="108"/>
                    <a:pt x="2327" y="216"/>
                    <a:pt x="2005" y="359"/>
                  </a:cubicBezTo>
                  <a:cubicBezTo>
                    <a:pt x="1862" y="395"/>
                    <a:pt x="1683" y="466"/>
                    <a:pt x="1575" y="538"/>
                  </a:cubicBezTo>
                  <a:cubicBezTo>
                    <a:pt x="1432" y="645"/>
                    <a:pt x="1325" y="753"/>
                    <a:pt x="1253" y="860"/>
                  </a:cubicBezTo>
                  <a:cubicBezTo>
                    <a:pt x="1146" y="1003"/>
                    <a:pt x="1110" y="1146"/>
                    <a:pt x="1074" y="1325"/>
                  </a:cubicBezTo>
                  <a:cubicBezTo>
                    <a:pt x="1074" y="1397"/>
                    <a:pt x="1038" y="1469"/>
                    <a:pt x="1038" y="1540"/>
                  </a:cubicBezTo>
                  <a:cubicBezTo>
                    <a:pt x="1038" y="1648"/>
                    <a:pt x="1038" y="1755"/>
                    <a:pt x="1038" y="1862"/>
                  </a:cubicBezTo>
                  <a:cubicBezTo>
                    <a:pt x="1038" y="2041"/>
                    <a:pt x="1110" y="2256"/>
                    <a:pt x="1110" y="2435"/>
                  </a:cubicBezTo>
                  <a:cubicBezTo>
                    <a:pt x="1146" y="2507"/>
                    <a:pt x="1146" y="2578"/>
                    <a:pt x="1110" y="2686"/>
                  </a:cubicBezTo>
                  <a:cubicBezTo>
                    <a:pt x="1038" y="2757"/>
                    <a:pt x="967" y="2829"/>
                    <a:pt x="895" y="2900"/>
                  </a:cubicBezTo>
                  <a:cubicBezTo>
                    <a:pt x="824" y="2972"/>
                    <a:pt x="752" y="3044"/>
                    <a:pt x="680" y="3151"/>
                  </a:cubicBezTo>
                  <a:cubicBezTo>
                    <a:pt x="501" y="3330"/>
                    <a:pt x="394" y="3509"/>
                    <a:pt x="287" y="3724"/>
                  </a:cubicBezTo>
                  <a:cubicBezTo>
                    <a:pt x="143" y="3938"/>
                    <a:pt x="72" y="4189"/>
                    <a:pt x="36" y="4440"/>
                  </a:cubicBezTo>
                  <a:cubicBezTo>
                    <a:pt x="0" y="4547"/>
                    <a:pt x="0" y="4690"/>
                    <a:pt x="0" y="4833"/>
                  </a:cubicBezTo>
                  <a:cubicBezTo>
                    <a:pt x="0" y="4976"/>
                    <a:pt x="36" y="5120"/>
                    <a:pt x="108" y="5263"/>
                  </a:cubicBezTo>
                  <a:cubicBezTo>
                    <a:pt x="179" y="5513"/>
                    <a:pt x="322" y="5764"/>
                    <a:pt x="537" y="5979"/>
                  </a:cubicBezTo>
                  <a:cubicBezTo>
                    <a:pt x="609" y="6050"/>
                    <a:pt x="716" y="6158"/>
                    <a:pt x="824" y="6229"/>
                  </a:cubicBezTo>
                  <a:cubicBezTo>
                    <a:pt x="931" y="6301"/>
                    <a:pt x="1038" y="6337"/>
                    <a:pt x="1146" y="6372"/>
                  </a:cubicBezTo>
                  <a:cubicBezTo>
                    <a:pt x="1325" y="6444"/>
                    <a:pt x="1468" y="6480"/>
                    <a:pt x="1647" y="6516"/>
                  </a:cubicBezTo>
                  <a:cubicBezTo>
                    <a:pt x="1754" y="6516"/>
                    <a:pt x="1897" y="6551"/>
                    <a:pt x="2041" y="6551"/>
                  </a:cubicBezTo>
                  <a:cubicBezTo>
                    <a:pt x="2220" y="6551"/>
                    <a:pt x="2363" y="6444"/>
                    <a:pt x="2434" y="6265"/>
                  </a:cubicBezTo>
                  <a:cubicBezTo>
                    <a:pt x="2434" y="6158"/>
                    <a:pt x="2434" y="6050"/>
                    <a:pt x="2399" y="5943"/>
                  </a:cubicBezTo>
                  <a:cubicBezTo>
                    <a:pt x="2327" y="5836"/>
                    <a:pt x="2255" y="5764"/>
                    <a:pt x="2148" y="5764"/>
                  </a:cubicBezTo>
                  <a:cubicBezTo>
                    <a:pt x="2041" y="5728"/>
                    <a:pt x="1933" y="5728"/>
                    <a:pt x="1862" y="5692"/>
                  </a:cubicBezTo>
                  <a:cubicBezTo>
                    <a:pt x="1718" y="5657"/>
                    <a:pt x="1575" y="5621"/>
                    <a:pt x="1468" y="5585"/>
                  </a:cubicBezTo>
                  <a:cubicBezTo>
                    <a:pt x="1396" y="5549"/>
                    <a:pt x="1325" y="5513"/>
                    <a:pt x="1253" y="5442"/>
                  </a:cubicBezTo>
                  <a:cubicBezTo>
                    <a:pt x="1182" y="5370"/>
                    <a:pt x="1110" y="5299"/>
                    <a:pt x="1038" y="5227"/>
                  </a:cubicBezTo>
                  <a:cubicBezTo>
                    <a:pt x="967" y="5155"/>
                    <a:pt x="931" y="5084"/>
                    <a:pt x="895" y="5012"/>
                  </a:cubicBezTo>
                  <a:cubicBezTo>
                    <a:pt x="859" y="4905"/>
                    <a:pt x="859" y="4833"/>
                    <a:pt x="824" y="4762"/>
                  </a:cubicBezTo>
                  <a:cubicBezTo>
                    <a:pt x="824" y="4690"/>
                    <a:pt x="824" y="4619"/>
                    <a:pt x="824" y="4547"/>
                  </a:cubicBezTo>
                  <a:cubicBezTo>
                    <a:pt x="859" y="4404"/>
                    <a:pt x="895" y="4261"/>
                    <a:pt x="967" y="4153"/>
                  </a:cubicBezTo>
                  <a:cubicBezTo>
                    <a:pt x="1038" y="3903"/>
                    <a:pt x="1182" y="3688"/>
                    <a:pt x="1325" y="3509"/>
                  </a:cubicBezTo>
                  <a:cubicBezTo>
                    <a:pt x="1432" y="3366"/>
                    <a:pt x="1539" y="3223"/>
                    <a:pt x="1647" y="3079"/>
                  </a:cubicBezTo>
                  <a:cubicBezTo>
                    <a:pt x="1683" y="2972"/>
                    <a:pt x="1718" y="2900"/>
                    <a:pt x="1718" y="2793"/>
                  </a:cubicBezTo>
                  <a:cubicBezTo>
                    <a:pt x="1718" y="2686"/>
                    <a:pt x="1718" y="2614"/>
                    <a:pt x="1683" y="2507"/>
                  </a:cubicBezTo>
                  <a:cubicBezTo>
                    <a:pt x="1683" y="2399"/>
                    <a:pt x="1647" y="2328"/>
                    <a:pt x="1611" y="2220"/>
                  </a:cubicBezTo>
                  <a:cubicBezTo>
                    <a:pt x="1575" y="2113"/>
                    <a:pt x="1539" y="1970"/>
                    <a:pt x="1539" y="1827"/>
                  </a:cubicBezTo>
                  <a:cubicBezTo>
                    <a:pt x="1504" y="1683"/>
                    <a:pt x="1539" y="1683"/>
                    <a:pt x="1539" y="1612"/>
                  </a:cubicBezTo>
                  <a:cubicBezTo>
                    <a:pt x="1504" y="1540"/>
                    <a:pt x="1504" y="1469"/>
                    <a:pt x="1539" y="1433"/>
                  </a:cubicBezTo>
                  <a:cubicBezTo>
                    <a:pt x="1539" y="1325"/>
                    <a:pt x="1539" y="1254"/>
                    <a:pt x="1575" y="1182"/>
                  </a:cubicBezTo>
                  <a:cubicBezTo>
                    <a:pt x="1575" y="1146"/>
                    <a:pt x="1611" y="1111"/>
                    <a:pt x="1647" y="1075"/>
                  </a:cubicBezTo>
                  <a:cubicBezTo>
                    <a:pt x="1683" y="1003"/>
                    <a:pt x="1754" y="967"/>
                    <a:pt x="1790" y="896"/>
                  </a:cubicBezTo>
                  <a:cubicBezTo>
                    <a:pt x="1862" y="860"/>
                    <a:pt x="1933" y="824"/>
                    <a:pt x="2005" y="824"/>
                  </a:cubicBezTo>
                  <a:cubicBezTo>
                    <a:pt x="2148" y="753"/>
                    <a:pt x="2327" y="681"/>
                    <a:pt x="2506" y="610"/>
                  </a:cubicBezTo>
                  <a:cubicBezTo>
                    <a:pt x="2685" y="538"/>
                    <a:pt x="2935" y="466"/>
                    <a:pt x="3150" y="395"/>
                  </a:cubicBezTo>
                  <a:cubicBezTo>
                    <a:pt x="3258" y="359"/>
                    <a:pt x="3293" y="252"/>
                    <a:pt x="3293" y="144"/>
                  </a:cubicBezTo>
                  <a:cubicBezTo>
                    <a:pt x="3258" y="37"/>
                    <a:pt x="3186" y="1"/>
                    <a:pt x="30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6"/>
            <p:cNvSpPr/>
            <p:nvPr/>
          </p:nvSpPr>
          <p:spPr>
            <a:xfrm>
              <a:off x="1167875" y="2329975"/>
              <a:ext cx="39400" cy="45650"/>
            </a:xfrm>
            <a:custGeom>
              <a:avLst/>
              <a:gdLst/>
              <a:ahLst/>
              <a:cxnLst/>
              <a:rect l="l" t="t" r="r" b="b"/>
              <a:pathLst>
                <a:path w="1576" h="1826" extrusionOk="0">
                  <a:moveTo>
                    <a:pt x="967" y="0"/>
                  </a:moveTo>
                  <a:cubicBezTo>
                    <a:pt x="931" y="0"/>
                    <a:pt x="896" y="36"/>
                    <a:pt x="860" y="36"/>
                  </a:cubicBezTo>
                  <a:cubicBezTo>
                    <a:pt x="574" y="179"/>
                    <a:pt x="359" y="394"/>
                    <a:pt x="180" y="680"/>
                  </a:cubicBezTo>
                  <a:cubicBezTo>
                    <a:pt x="144" y="752"/>
                    <a:pt x="108" y="823"/>
                    <a:pt x="72" y="895"/>
                  </a:cubicBezTo>
                  <a:cubicBezTo>
                    <a:pt x="37" y="966"/>
                    <a:pt x="37" y="1038"/>
                    <a:pt x="37" y="1145"/>
                  </a:cubicBezTo>
                  <a:cubicBezTo>
                    <a:pt x="1" y="1217"/>
                    <a:pt x="37" y="1289"/>
                    <a:pt x="37" y="1360"/>
                  </a:cubicBezTo>
                  <a:cubicBezTo>
                    <a:pt x="72" y="1432"/>
                    <a:pt x="144" y="1539"/>
                    <a:pt x="180" y="1611"/>
                  </a:cubicBezTo>
                  <a:cubicBezTo>
                    <a:pt x="251" y="1647"/>
                    <a:pt x="287" y="1718"/>
                    <a:pt x="359" y="1754"/>
                  </a:cubicBezTo>
                  <a:lnTo>
                    <a:pt x="466" y="1790"/>
                  </a:lnTo>
                  <a:cubicBezTo>
                    <a:pt x="502" y="1790"/>
                    <a:pt x="574" y="1790"/>
                    <a:pt x="609" y="1826"/>
                  </a:cubicBezTo>
                  <a:lnTo>
                    <a:pt x="824" y="1826"/>
                  </a:lnTo>
                  <a:cubicBezTo>
                    <a:pt x="896" y="1790"/>
                    <a:pt x="967" y="1754"/>
                    <a:pt x="1039" y="1718"/>
                  </a:cubicBezTo>
                  <a:cubicBezTo>
                    <a:pt x="1182" y="1682"/>
                    <a:pt x="1325" y="1611"/>
                    <a:pt x="1468" y="1539"/>
                  </a:cubicBezTo>
                  <a:cubicBezTo>
                    <a:pt x="1540" y="1503"/>
                    <a:pt x="1576" y="1396"/>
                    <a:pt x="1540" y="1324"/>
                  </a:cubicBezTo>
                  <a:cubicBezTo>
                    <a:pt x="1504" y="1289"/>
                    <a:pt x="1468" y="1253"/>
                    <a:pt x="1433" y="1253"/>
                  </a:cubicBezTo>
                  <a:cubicBezTo>
                    <a:pt x="1415" y="1235"/>
                    <a:pt x="1388" y="1226"/>
                    <a:pt x="1361" y="1226"/>
                  </a:cubicBezTo>
                  <a:cubicBezTo>
                    <a:pt x="1334" y="1226"/>
                    <a:pt x="1307" y="1235"/>
                    <a:pt x="1289" y="1253"/>
                  </a:cubicBezTo>
                  <a:cubicBezTo>
                    <a:pt x="1218" y="1289"/>
                    <a:pt x="1182" y="1289"/>
                    <a:pt x="1110" y="1324"/>
                  </a:cubicBezTo>
                  <a:lnTo>
                    <a:pt x="967" y="1360"/>
                  </a:lnTo>
                  <a:lnTo>
                    <a:pt x="824" y="1396"/>
                  </a:lnTo>
                  <a:lnTo>
                    <a:pt x="609" y="1396"/>
                  </a:lnTo>
                  <a:lnTo>
                    <a:pt x="574" y="1360"/>
                  </a:lnTo>
                  <a:lnTo>
                    <a:pt x="502" y="1289"/>
                  </a:lnTo>
                  <a:lnTo>
                    <a:pt x="466" y="1253"/>
                  </a:lnTo>
                  <a:cubicBezTo>
                    <a:pt x="466" y="1217"/>
                    <a:pt x="466" y="1181"/>
                    <a:pt x="466" y="1181"/>
                  </a:cubicBezTo>
                  <a:cubicBezTo>
                    <a:pt x="466" y="1145"/>
                    <a:pt x="466" y="1110"/>
                    <a:pt x="466" y="1074"/>
                  </a:cubicBezTo>
                  <a:cubicBezTo>
                    <a:pt x="466" y="1038"/>
                    <a:pt x="466" y="1002"/>
                    <a:pt x="502" y="966"/>
                  </a:cubicBezTo>
                  <a:cubicBezTo>
                    <a:pt x="502" y="895"/>
                    <a:pt x="538" y="823"/>
                    <a:pt x="574" y="788"/>
                  </a:cubicBezTo>
                  <a:cubicBezTo>
                    <a:pt x="645" y="680"/>
                    <a:pt x="717" y="609"/>
                    <a:pt x="824" y="537"/>
                  </a:cubicBezTo>
                  <a:lnTo>
                    <a:pt x="931" y="465"/>
                  </a:lnTo>
                  <a:lnTo>
                    <a:pt x="1075" y="358"/>
                  </a:lnTo>
                  <a:cubicBezTo>
                    <a:pt x="1146" y="322"/>
                    <a:pt x="1182" y="179"/>
                    <a:pt x="1146" y="107"/>
                  </a:cubicBezTo>
                  <a:cubicBezTo>
                    <a:pt x="1110" y="36"/>
                    <a:pt x="1039" y="0"/>
                    <a:pt x="9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6"/>
            <p:cNvSpPr/>
            <p:nvPr/>
          </p:nvSpPr>
          <p:spPr>
            <a:xfrm>
              <a:off x="1202775" y="2282525"/>
              <a:ext cx="22400" cy="49250"/>
            </a:xfrm>
            <a:custGeom>
              <a:avLst/>
              <a:gdLst/>
              <a:ahLst/>
              <a:cxnLst/>
              <a:rect l="l" t="t" r="r" b="b"/>
              <a:pathLst>
                <a:path w="896" h="1970" extrusionOk="0">
                  <a:moveTo>
                    <a:pt x="645" y="1"/>
                  </a:moveTo>
                  <a:cubicBezTo>
                    <a:pt x="574" y="1"/>
                    <a:pt x="502" y="37"/>
                    <a:pt x="466" y="73"/>
                  </a:cubicBezTo>
                  <a:cubicBezTo>
                    <a:pt x="323" y="180"/>
                    <a:pt x="216" y="323"/>
                    <a:pt x="144" y="466"/>
                  </a:cubicBezTo>
                  <a:cubicBezTo>
                    <a:pt x="72" y="645"/>
                    <a:pt x="1" y="860"/>
                    <a:pt x="1" y="1039"/>
                  </a:cubicBezTo>
                  <a:cubicBezTo>
                    <a:pt x="1" y="1146"/>
                    <a:pt x="1" y="1218"/>
                    <a:pt x="37" y="1290"/>
                  </a:cubicBezTo>
                  <a:cubicBezTo>
                    <a:pt x="1" y="1397"/>
                    <a:pt x="37" y="1504"/>
                    <a:pt x="108" y="1576"/>
                  </a:cubicBezTo>
                  <a:cubicBezTo>
                    <a:pt x="144" y="1683"/>
                    <a:pt x="216" y="1755"/>
                    <a:pt x="287" y="1791"/>
                  </a:cubicBezTo>
                  <a:cubicBezTo>
                    <a:pt x="359" y="1862"/>
                    <a:pt x="466" y="1898"/>
                    <a:pt x="538" y="1934"/>
                  </a:cubicBezTo>
                  <a:cubicBezTo>
                    <a:pt x="574" y="1970"/>
                    <a:pt x="645" y="1970"/>
                    <a:pt x="681" y="1970"/>
                  </a:cubicBezTo>
                  <a:cubicBezTo>
                    <a:pt x="753" y="1934"/>
                    <a:pt x="788" y="1898"/>
                    <a:pt x="824" y="1862"/>
                  </a:cubicBezTo>
                  <a:cubicBezTo>
                    <a:pt x="860" y="1791"/>
                    <a:pt x="860" y="1755"/>
                    <a:pt x="824" y="1683"/>
                  </a:cubicBezTo>
                  <a:cubicBezTo>
                    <a:pt x="824" y="1647"/>
                    <a:pt x="788" y="1576"/>
                    <a:pt x="717" y="1576"/>
                  </a:cubicBezTo>
                  <a:lnTo>
                    <a:pt x="681" y="1540"/>
                  </a:lnTo>
                  <a:cubicBezTo>
                    <a:pt x="609" y="1468"/>
                    <a:pt x="574" y="1433"/>
                    <a:pt x="538" y="1397"/>
                  </a:cubicBezTo>
                  <a:cubicBezTo>
                    <a:pt x="502" y="1397"/>
                    <a:pt x="502" y="1361"/>
                    <a:pt x="502" y="1361"/>
                  </a:cubicBezTo>
                  <a:cubicBezTo>
                    <a:pt x="502" y="1290"/>
                    <a:pt x="502" y="1254"/>
                    <a:pt x="502" y="1218"/>
                  </a:cubicBezTo>
                  <a:lnTo>
                    <a:pt x="502" y="1039"/>
                  </a:lnTo>
                  <a:cubicBezTo>
                    <a:pt x="502" y="932"/>
                    <a:pt x="538" y="824"/>
                    <a:pt x="574" y="681"/>
                  </a:cubicBezTo>
                  <a:cubicBezTo>
                    <a:pt x="609" y="681"/>
                    <a:pt x="609" y="645"/>
                    <a:pt x="645" y="609"/>
                  </a:cubicBezTo>
                  <a:cubicBezTo>
                    <a:pt x="681" y="538"/>
                    <a:pt x="753" y="502"/>
                    <a:pt x="824" y="430"/>
                  </a:cubicBezTo>
                  <a:cubicBezTo>
                    <a:pt x="896" y="323"/>
                    <a:pt x="896" y="180"/>
                    <a:pt x="824" y="73"/>
                  </a:cubicBezTo>
                  <a:cubicBezTo>
                    <a:pt x="753" y="37"/>
                    <a:pt x="717" y="1"/>
                    <a:pt x="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6"/>
            <p:cNvSpPr/>
            <p:nvPr/>
          </p:nvSpPr>
          <p:spPr>
            <a:xfrm>
              <a:off x="988025" y="2754125"/>
              <a:ext cx="63550" cy="173625"/>
            </a:xfrm>
            <a:custGeom>
              <a:avLst/>
              <a:gdLst/>
              <a:ahLst/>
              <a:cxnLst/>
              <a:rect l="l" t="t" r="r" b="b"/>
              <a:pathLst>
                <a:path w="2542" h="6945" extrusionOk="0">
                  <a:moveTo>
                    <a:pt x="2076" y="1"/>
                  </a:moveTo>
                  <a:cubicBezTo>
                    <a:pt x="2005" y="1"/>
                    <a:pt x="1933" y="1"/>
                    <a:pt x="1861" y="37"/>
                  </a:cubicBezTo>
                  <a:cubicBezTo>
                    <a:pt x="1718" y="144"/>
                    <a:pt x="1575" y="251"/>
                    <a:pt x="1468" y="359"/>
                  </a:cubicBezTo>
                  <a:cubicBezTo>
                    <a:pt x="1324" y="466"/>
                    <a:pt x="1217" y="573"/>
                    <a:pt x="1110" y="717"/>
                  </a:cubicBezTo>
                  <a:cubicBezTo>
                    <a:pt x="1074" y="788"/>
                    <a:pt x="1038" y="824"/>
                    <a:pt x="1002" y="896"/>
                  </a:cubicBezTo>
                  <a:cubicBezTo>
                    <a:pt x="967" y="1003"/>
                    <a:pt x="931" y="1075"/>
                    <a:pt x="895" y="1182"/>
                  </a:cubicBezTo>
                  <a:cubicBezTo>
                    <a:pt x="859" y="1361"/>
                    <a:pt x="823" y="1576"/>
                    <a:pt x="788" y="1755"/>
                  </a:cubicBezTo>
                  <a:cubicBezTo>
                    <a:pt x="788" y="1934"/>
                    <a:pt x="788" y="2148"/>
                    <a:pt x="823" y="2327"/>
                  </a:cubicBezTo>
                  <a:cubicBezTo>
                    <a:pt x="823" y="2435"/>
                    <a:pt x="859" y="2542"/>
                    <a:pt x="895" y="2685"/>
                  </a:cubicBezTo>
                  <a:cubicBezTo>
                    <a:pt x="895" y="2757"/>
                    <a:pt x="931" y="2864"/>
                    <a:pt x="967" y="2972"/>
                  </a:cubicBezTo>
                  <a:cubicBezTo>
                    <a:pt x="1002" y="3043"/>
                    <a:pt x="1074" y="3222"/>
                    <a:pt x="1145" y="3365"/>
                  </a:cubicBezTo>
                  <a:cubicBezTo>
                    <a:pt x="1145" y="3401"/>
                    <a:pt x="1145" y="3437"/>
                    <a:pt x="1181" y="3509"/>
                  </a:cubicBezTo>
                  <a:cubicBezTo>
                    <a:pt x="1074" y="3544"/>
                    <a:pt x="967" y="3616"/>
                    <a:pt x="895" y="3688"/>
                  </a:cubicBezTo>
                  <a:cubicBezTo>
                    <a:pt x="823" y="3759"/>
                    <a:pt x="680" y="3831"/>
                    <a:pt x="609" y="3938"/>
                  </a:cubicBezTo>
                  <a:cubicBezTo>
                    <a:pt x="501" y="4010"/>
                    <a:pt x="430" y="4117"/>
                    <a:pt x="358" y="4224"/>
                  </a:cubicBezTo>
                  <a:cubicBezTo>
                    <a:pt x="215" y="4439"/>
                    <a:pt x="107" y="4654"/>
                    <a:pt x="36" y="4905"/>
                  </a:cubicBezTo>
                  <a:cubicBezTo>
                    <a:pt x="0" y="5012"/>
                    <a:pt x="0" y="5155"/>
                    <a:pt x="0" y="5298"/>
                  </a:cubicBezTo>
                  <a:cubicBezTo>
                    <a:pt x="0" y="5442"/>
                    <a:pt x="0" y="5585"/>
                    <a:pt x="36" y="5692"/>
                  </a:cubicBezTo>
                  <a:cubicBezTo>
                    <a:pt x="36" y="5799"/>
                    <a:pt x="72" y="5907"/>
                    <a:pt x="107" y="5978"/>
                  </a:cubicBezTo>
                  <a:cubicBezTo>
                    <a:pt x="143" y="6122"/>
                    <a:pt x="215" y="6229"/>
                    <a:pt x="286" y="6336"/>
                  </a:cubicBezTo>
                  <a:cubicBezTo>
                    <a:pt x="358" y="6444"/>
                    <a:pt x="430" y="6551"/>
                    <a:pt x="537" y="6623"/>
                  </a:cubicBezTo>
                  <a:cubicBezTo>
                    <a:pt x="644" y="6730"/>
                    <a:pt x="788" y="6802"/>
                    <a:pt x="931" y="6873"/>
                  </a:cubicBezTo>
                  <a:cubicBezTo>
                    <a:pt x="1074" y="6909"/>
                    <a:pt x="1181" y="6945"/>
                    <a:pt x="1324" y="6945"/>
                  </a:cubicBezTo>
                  <a:lnTo>
                    <a:pt x="1468" y="6945"/>
                  </a:lnTo>
                  <a:lnTo>
                    <a:pt x="1718" y="6909"/>
                  </a:lnTo>
                  <a:cubicBezTo>
                    <a:pt x="1897" y="6838"/>
                    <a:pt x="2076" y="6766"/>
                    <a:pt x="2219" y="6694"/>
                  </a:cubicBezTo>
                  <a:cubicBezTo>
                    <a:pt x="2291" y="6659"/>
                    <a:pt x="2327" y="6587"/>
                    <a:pt x="2398" y="6551"/>
                  </a:cubicBezTo>
                  <a:cubicBezTo>
                    <a:pt x="2434" y="6444"/>
                    <a:pt x="2470" y="6301"/>
                    <a:pt x="2434" y="6193"/>
                  </a:cubicBezTo>
                  <a:cubicBezTo>
                    <a:pt x="2398" y="6086"/>
                    <a:pt x="2327" y="5978"/>
                    <a:pt x="2219" y="5907"/>
                  </a:cubicBezTo>
                  <a:cubicBezTo>
                    <a:pt x="2143" y="5882"/>
                    <a:pt x="2067" y="5856"/>
                    <a:pt x="1979" y="5856"/>
                  </a:cubicBezTo>
                  <a:cubicBezTo>
                    <a:pt x="1942" y="5856"/>
                    <a:pt x="1903" y="5861"/>
                    <a:pt x="1861" y="5871"/>
                  </a:cubicBezTo>
                  <a:cubicBezTo>
                    <a:pt x="1754" y="5907"/>
                    <a:pt x="1611" y="5943"/>
                    <a:pt x="1468" y="5943"/>
                  </a:cubicBezTo>
                  <a:lnTo>
                    <a:pt x="1324" y="5943"/>
                  </a:lnTo>
                  <a:lnTo>
                    <a:pt x="1217" y="5907"/>
                  </a:lnTo>
                  <a:lnTo>
                    <a:pt x="1145" y="5871"/>
                  </a:lnTo>
                  <a:lnTo>
                    <a:pt x="1038" y="5764"/>
                  </a:lnTo>
                  <a:cubicBezTo>
                    <a:pt x="1002" y="5728"/>
                    <a:pt x="967" y="5656"/>
                    <a:pt x="967" y="5620"/>
                  </a:cubicBezTo>
                  <a:cubicBezTo>
                    <a:pt x="931" y="5549"/>
                    <a:pt x="895" y="5477"/>
                    <a:pt x="895" y="5406"/>
                  </a:cubicBezTo>
                  <a:cubicBezTo>
                    <a:pt x="895" y="5298"/>
                    <a:pt x="895" y="5227"/>
                    <a:pt x="895" y="5119"/>
                  </a:cubicBezTo>
                  <a:cubicBezTo>
                    <a:pt x="895" y="5048"/>
                    <a:pt x="931" y="4976"/>
                    <a:pt x="967" y="4905"/>
                  </a:cubicBezTo>
                  <a:cubicBezTo>
                    <a:pt x="1002" y="4797"/>
                    <a:pt x="1038" y="4726"/>
                    <a:pt x="1074" y="4654"/>
                  </a:cubicBezTo>
                  <a:cubicBezTo>
                    <a:pt x="1145" y="4582"/>
                    <a:pt x="1253" y="4475"/>
                    <a:pt x="1324" y="4403"/>
                  </a:cubicBezTo>
                  <a:cubicBezTo>
                    <a:pt x="1468" y="4332"/>
                    <a:pt x="1575" y="4260"/>
                    <a:pt x="1718" y="4189"/>
                  </a:cubicBezTo>
                  <a:cubicBezTo>
                    <a:pt x="1790" y="4117"/>
                    <a:pt x="1861" y="4081"/>
                    <a:pt x="1897" y="4010"/>
                  </a:cubicBezTo>
                  <a:cubicBezTo>
                    <a:pt x="1969" y="3974"/>
                    <a:pt x="2005" y="3902"/>
                    <a:pt x="2005" y="3867"/>
                  </a:cubicBezTo>
                  <a:cubicBezTo>
                    <a:pt x="2076" y="3759"/>
                    <a:pt x="2112" y="3652"/>
                    <a:pt x="2112" y="3580"/>
                  </a:cubicBezTo>
                  <a:lnTo>
                    <a:pt x="2076" y="3401"/>
                  </a:lnTo>
                  <a:cubicBezTo>
                    <a:pt x="2076" y="3330"/>
                    <a:pt x="2040" y="3258"/>
                    <a:pt x="2005" y="3222"/>
                  </a:cubicBezTo>
                  <a:cubicBezTo>
                    <a:pt x="2005" y="3151"/>
                    <a:pt x="1969" y="3115"/>
                    <a:pt x="1933" y="3079"/>
                  </a:cubicBezTo>
                  <a:cubicBezTo>
                    <a:pt x="1897" y="3007"/>
                    <a:pt x="1826" y="2900"/>
                    <a:pt x="1790" y="2793"/>
                  </a:cubicBezTo>
                  <a:cubicBezTo>
                    <a:pt x="1647" y="2471"/>
                    <a:pt x="1575" y="2077"/>
                    <a:pt x="1611" y="1719"/>
                  </a:cubicBezTo>
                  <a:cubicBezTo>
                    <a:pt x="1647" y="1576"/>
                    <a:pt x="1682" y="1433"/>
                    <a:pt x="1754" y="1289"/>
                  </a:cubicBezTo>
                  <a:lnTo>
                    <a:pt x="1826" y="1110"/>
                  </a:lnTo>
                  <a:cubicBezTo>
                    <a:pt x="1897" y="1075"/>
                    <a:pt x="1969" y="1003"/>
                    <a:pt x="2040" y="931"/>
                  </a:cubicBezTo>
                  <a:cubicBezTo>
                    <a:pt x="2112" y="860"/>
                    <a:pt x="2219" y="824"/>
                    <a:pt x="2291" y="752"/>
                  </a:cubicBezTo>
                  <a:cubicBezTo>
                    <a:pt x="2470" y="645"/>
                    <a:pt x="2541" y="394"/>
                    <a:pt x="2434" y="215"/>
                  </a:cubicBezTo>
                  <a:cubicBezTo>
                    <a:pt x="2363" y="72"/>
                    <a:pt x="2219" y="1"/>
                    <a:pt x="2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6"/>
            <p:cNvSpPr/>
            <p:nvPr/>
          </p:nvSpPr>
          <p:spPr>
            <a:xfrm>
              <a:off x="1041700" y="2698650"/>
              <a:ext cx="43875" cy="71625"/>
            </a:xfrm>
            <a:custGeom>
              <a:avLst/>
              <a:gdLst/>
              <a:ahLst/>
              <a:cxnLst/>
              <a:rect l="l" t="t" r="r" b="b"/>
              <a:pathLst>
                <a:path w="1755" h="2865" extrusionOk="0">
                  <a:moveTo>
                    <a:pt x="1146" y="0"/>
                  </a:moveTo>
                  <a:cubicBezTo>
                    <a:pt x="967" y="36"/>
                    <a:pt x="824" y="108"/>
                    <a:pt x="681" y="215"/>
                  </a:cubicBezTo>
                  <a:cubicBezTo>
                    <a:pt x="609" y="287"/>
                    <a:pt x="538" y="323"/>
                    <a:pt x="502" y="394"/>
                  </a:cubicBezTo>
                  <a:cubicBezTo>
                    <a:pt x="430" y="466"/>
                    <a:pt x="359" y="537"/>
                    <a:pt x="323" y="609"/>
                  </a:cubicBezTo>
                  <a:cubicBezTo>
                    <a:pt x="216" y="752"/>
                    <a:pt x="144" y="895"/>
                    <a:pt x="72" y="1038"/>
                  </a:cubicBezTo>
                  <a:cubicBezTo>
                    <a:pt x="72" y="1110"/>
                    <a:pt x="37" y="1182"/>
                    <a:pt x="37" y="1289"/>
                  </a:cubicBezTo>
                  <a:lnTo>
                    <a:pt x="37" y="1432"/>
                  </a:lnTo>
                  <a:cubicBezTo>
                    <a:pt x="1" y="1504"/>
                    <a:pt x="1" y="1575"/>
                    <a:pt x="37" y="1647"/>
                  </a:cubicBezTo>
                  <a:cubicBezTo>
                    <a:pt x="37" y="1826"/>
                    <a:pt x="108" y="1969"/>
                    <a:pt x="180" y="2112"/>
                  </a:cubicBezTo>
                  <a:cubicBezTo>
                    <a:pt x="323" y="2256"/>
                    <a:pt x="430" y="2399"/>
                    <a:pt x="573" y="2506"/>
                  </a:cubicBezTo>
                  <a:cubicBezTo>
                    <a:pt x="717" y="2613"/>
                    <a:pt x="824" y="2721"/>
                    <a:pt x="967" y="2828"/>
                  </a:cubicBezTo>
                  <a:cubicBezTo>
                    <a:pt x="1003" y="2828"/>
                    <a:pt x="1075" y="2864"/>
                    <a:pt x="1146" y="2864"/>
                  </a:cubicBezTo>
                  <a:cubicBezTo>
                    <a:pt x="1218" y="2864"/>
                    <a:pt x="1325" y="2828"/>
                    <a:pt x="1397" y="2757"/>
                  </a:cubicBezTo>
                  <a:cubicBezTo>
                    <a:pt x="1504" y="2613"/>
                    <a:pt x="1504" y="2399"/>
                    <a:pt x="1397" y="2256"/>
                  </a:cubicBezTo>
                  <a:cubicBezTo>
                    <a:pt x="1325" y="2220"/>
                    <a:pt x="1254" y="2148"/>
                    <a:pt x="1182" y="2077"/>
                  </a:cubicBezTo>
                  <a:cubicBezTo>
                    <a:pt x="1110" y="2005"/>
                    <a:pt x="967" y="1862"/>
                    <a:pt x="860" y="1754"/>
                  </a:cubicBezTo>
                  <a:cubicBezTo>
                    <a:pt x="824" y="1719"/>
                    <a:pt x="824" y="1647"/>
                    <a:pt x="788" y="1611"/>
                  </a:cubicBezTo>
                  <a:lnTo>
                    <a:pt x="752" y="1504"/>
                  </a:lnTo>
                  <a:lnTo>
                    <a:pt x="752" y="1396"/>
                  </a:lnTo>
                  <a:cubicBezTo>
                    <a:pt x="752" y="1361"/>
                    <a:pt x="788" y="1289"/>
                    <a:pt x="824" y="1253"/>
                  </a:cubicBezTo>
                  <a:cubicBezTo>
                    <a:pt x="860" y="1146"/>
                    <a:pt x="896" y="1074"/>
                    <a:pt x="967" y="967"/>
                  </a:cubicBezTo>
                  <a:cubicBezTo>
                    <a:pt x="1003" y="931"/>
                    <a:pt x="1075" y="895"/>
                    <a:pt x="1110" y="824"/>
                  </a:cubicBezTo>
                  <a:cubicBezTo>
                    <a:pt x="1182" y="788"/>
                    <a:pt x="1254" y="752"/>
                    <a:pt x="1289" y="716"/>
                  </a:cubicBezTo>
                  <a:lnTo>
                    <a:pt x="1325" y="716"/>
                  </a:lnTo>
                  <a:cubicBezTo>
                    <a:pt x="1755" y="609"/>
                    <a:pt x="1647" y="0"/>
                    <a:pt x="1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6"/>
            <p:cNvSpPr/>
            <p:nvPr/>
          </p:nvSpPr>
          <p:spPr>
            <a:xfrm>
              <a:off x="1067650" y="2763075"/>
              <a:ext cx="43500" cy="55500"/>
            </a:xfrm>
            <a:custGeom>
              <a:avLst/>
              <a:gdLst/>
              <a:ahLst/>
              <a:cxnLst/>
              <a:rect l="l" t="t" r="r" b="b"/>
              <a:pathLst>
                <a:path w="1740" h="2220" extrusionOk="0">
                  <a:moveTo>
                    <a:pt x="788" y="1"/>
                  </a:moveTo>
                  <a:cubicBezTo>
                    <a:pt x="717" y="1"/>
                    <a:pt x="645" y="36"/>
                    <a:pt x="574" y="108"/>
                  </a:cubicBezTo>
                  <a:cubicBezTo>
                    <a:pt x="359" y="359"/>
                    <a:pt x="180" y="681"/>
                    <a:pt x="108" y="1003"/>
                  </a:cubicBezTo>
                  <a:cubicBezTo>
                    <a:pt x="37" y="1182"/>
                    <a:pt x="1" y="1325"/>
                    <a:pt x="37" y="1504"/>
                  </a:cubicBezTo>
                  <a:cubicBezTo>
                    <a:pt x="1" y="1683"/>
                    <a:pt x="37" y="1826"/>
                    <a:pt x="144" y="2005"/>
                  </a:cubicBezTo>
                  <a:cubicBezTo>
                    <a:pt x="251" y="2148"/>
                    <a:pt x="430" y="2220"/>
                    <a:pt x="609" y="2220"/>
                  </a:cubicBezTo>
                  <a:cubicBezTo>
                    <a:pt x="717" y="2184"/>
                    <a:pt x="824" y="2148"/>
                    <a:pt x="931" y="2113"/>
                  </a:cubicBezTo>
                  <a:cubicBezTo>
                    <a:pt x="1003" y="2077"/>
                    <a:pt x="1075" y="2041"/>
                    <a:pt x="1146" y="1969"/>
                  </a:cubicBezTo>
                  <a:cubicBezTo>
                    <a:pt x="1289" y="1898"/>
                    <a:pt x="1433" y="1790"/>
                    <a:pt x="1576" y="1647"/>
                  </a:cubicBezTo>
                  <a:cubicBezTo>
                    <a:pt x="1612" y="1647"/>
                    <a:pt x="1647" y="1576"/>
                    <a:pt x="1683" y="1540"/>
                  </a:cubicBezTo>
                  <a:cubicBezTo>
                    <a:pt x="1739" y="1316"/>
                    <a:pt x="1577" y="1136"/>
                    <a:pt x="1384" y="1136"/>
                  </a:cubicBezTo>
                  <a:cubicBezTo>
                    <a:pt x="1329" y="1136"/>
                    <a:pt x="1273" y="1151"/>
                    <a:pt x="1218" y="1182"/>
                  </a:cubicBezTo>
                  <a:lnTo>
                    <a:pt x="967" y="1325"/>
                  </a:lnTo>
                  <a:cubicBezTo>
                    <a:pt x="860" y="1397"/>
                    <a:pt x="752" y="1432"/>
                    <a:pt x="609" y="1504"/>
                  </a:cubicBezTo>
                  <a:cubicBezTo>
                    <a:pt x="609" y="1504"/>
                    <a:pt x="609" y="1468"/>
                    <a:pt x="609" y="1468"/>
                  </a:cubicBezTo>
                  <a:cubicBezTo>
                    <a:pt x="609" y="1397"/>
                    <a:pt x="609" y="1325"/>
                    <a:pt x="609" y="1253"/>
                  </a:cubicBezTo>
                  <a:cubicBezTo>
                    <a:pt x="681" y="967"/>
                    <a:pt x="788" y="717"/>
                    <a:pt x="931" y="502"/>
                  </a:cubicBezTo>
                  <a:lnTo>
                    <a:pt x="967" y="466"/>
                  </a:lnTo>
                  <a:cubicBezTo>
                    <a:pt x="1110" y="287"/>
                    <a:pt x="1003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6"/>
            <p:cNvSpPr/>
            <p:nvPr/>
          </p:nvSpPr>
          <p:spPr>
            <a:xfrm>
              <a:off x="1095400" y="2699150"/>
              <a:ext cx="29550" cy="42875"/>
            </a:xfrm>
            <a:custGeom>
              <a:avLst/>
              <a:gdLst/>
              <a:ahLst/>
              <a:cxnLst/>
              <a:rect l="l" t="t" r="r" b="b"/>
              <a:pathLst>
                <a:path w="1182" h="1715" extrusionOk="0">
                  <a:moveTo>
                    <a:pt x="468" y="0"/>
                  </a:moveTo>
                  <a:cubicBezTo>
                    <a:pt x="354" y="0"/>
                    <a:pt x="251" y="64"/>
                    <a:pt x="179" y="159"/>
                  </a:cubicBezTo>
                  <a:cubicBezTo>
                    <a:pt x="108" y="303"/>
                    <a:pt x="36" y="446"/>
                    <a:pt x="36" y="589"/>
                  </a:cubicBezTo>
                  <a:cubicBezTo>
                    <a:pt x="0" y="804"/>
                    <a:pt x="0" y="1018"/>
                    <a:pt x="72" y="1197"/>
                  </a:cubicBezTo>
                  <a:cubicBezTo>
                    <a:pt x="179" y="1341"/>
                    <a:pt x="287" y="1448"/>
                    <a:pt x="430" y="1555"/>
                  </a:cubicBezTo>
                  <a:cubicBezTo>
                    <a:pt x="502" y="1591"/>
                    <a:pt x="573" y="1627"/>
                    <a:pt x="645" y="1663"/>
                  </a:cubicBezTo>
                  <a:cubicBezTo>
                    <a:pt x="692" y="1699"/>
                    <a:pt x="744" y="1715"/>
                    <a:pt x="796" y="1715"/>
                  </a:cubicBezTo>
                  <a:cubicBezTo>
                    <a:pt x="899" y="1715"/>
                    <a:pt x="1003" y="1651"/>
                    <a:pt x="1074" y="1555"/>
                  </a:cubicBezTo>
                  <a:cubicBezTo>
                    <a:pt x="1182" y="1376"/>
                    <a:pt x="1110" y="1162"/>
                    <a:pt x="931" y="1090"/>
                  </a:cubicBezTo>
                  <a:lnTo>
                    <a:pt x="716" y="947"/>
                  </a:lnTo>
                  <a:lnTo>
                    <a:pt x="681" y="875"/>
                  </a:lnTo>
                  <a:cubicBezTo>
                    <a:pt x="681" y="875"/>
                    <a:pt x="681" y="840"/>
                    <a:pt x="681" y="804"/>
                  </a:cubicBezTo>
                  <a:cubicBezTo>
                    <a:pt x="681" y="768"/>
                    <a:pt x="681" y="732"/>
                    <a:pt x="681" y="696"/>
                  </a:cubicBezTo>
                  <a:cubicBezTo>
                    <a:pt x="681" y="661"/>
                    <a:pt x="681" y="625"/>
                    <a:pt x="716" y="589"/>
                  </a:cubicBezTo>
                  <a:lnTo>
                    <a:pt x="752" y="482"/>
                  </a:lnTo>
                  <a:cubicBezTo>
                    <a:pt x="824" y="338"/>
                    <a:pt x="788" y="124"/>
                    <a:pt x="645" y="52"/>
                  </a:cubicBezTo>
                  <a:cubicBezTo>
                    <a:pt x="585" y="16"/>
                    <a:pt x="525" y="0"/>
                    <a:pt x="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6"/>
            <p:cNvSpPr/>
            <p:nvPr/>
          </p:nvSpPr>
          <p:spPr>
            <a:xfrm>
              <a:off x="1237025" y="2137575"/>
              <a:ext cx="46325" cy="104725"/>
            </a:xfrm>
            <a:custGeom>
              <a:avLst/>
              <a:gdLst/>
              <a:ahLst/>
              <a:cxnLst/>
              <a:rect l="l" t="t" r="r" b="b"/>
              <a:pathLst>
                <a:path w="1853" h="4189" extrusionOk="0">
                  <a:moveTo>
                    <a:pt x="671" y="0"/>
                  </a:moveTo>
                  <a:cubicBezTo>
                    <a:pt x="600" y="0"/>
                    <a:pt x="492" y="0"/>
                    <a:pt x="385" y="36"/>
                  </a:cubicBezTo>
                  <a:cubicBezTo>
                    <a:pt x="0" y="100"/>
                    <a:pt x="103" y="595"/>
                    <a:pt x="412" y="595"/>
                  </a:cubicBezTo>
                  <a:cubicBezTo>
                    <a:pt x="448" y="595"/>
                    <a:pt x="487" y="588"/>
                    <a:pt x="528" y="573"/>
                  </a:cubicBezTo>
                  <a:lnTo>
                    <a:pt x="635" y="537"/>
                  </a:lnTo>
                  <a:lnTo>
                    <a:pt x="993" y="537"/>
                  </a:lnTo>
                  <a:cubicBezTo>
                    <a:pt x="993" y="573"/>
                    <a:pt x="1029" y="609"/>
                    <a:pt x="1029" y="680"/>
                  </a:cubicBezTo>
                  <a:cubicBezTo>
                    <a:pt x="1029" y="859"/>
                    <a:pt x="1029" y="1038"/>
                    <a:pt x="993" y="1253"/>
                  </a:cubicBezTo>
                  <a:cubicBezTo>
                    <a:pt x="957" y="1396"/>
                    <a:pt x="957" y="1504"/>
                    <a:pt x="993" y="1647"/>
                  </a:cubicBezTo>
                  <a:cubicBezTo>
                    <a:pt x="1029" y="1826"/>
                    <a:pt x="1101" y="1969"/>
                    <a:pt x="1172" y="2112"/>
                  </a:cubicBezTo>
                  <a:cubicBezTo>
                    <a:pt x="1208" y="2184"/>
                    <a:pt x="1244" y="2255"/>
                    <a:pt x="1244" y="2363"/>
                  </a:cubicBezTo>
                  <a:cubicBezTo>
                    <a:pt x="1280" y="2434"/>
                    <a:pt x="1315" y="2506"/>
                    <a:pt x="1315" y="2613"/>
                  </a:cubicBezTo>
                  <a:cubicBezTo>
                    <a:pt x="1351" y="2685"/>
                    <a:pt x="1351" y="2756"/>
                    <a:pt x="1315" y="2864"/>
                  </a:cubicBezTo>
                  <a:cubicBezTo>
                    <a:pt x="1315" y="3007"/>
                    <a:pt x="1244" y="3150"/>
                    <a:pt x="1208" y="3293"/>
                  </a:cubicBezTo>
                  <a:cubicBezTo>
                    <a:pt x="1136" y="3472"/>
                    <a:pt x="1065" y="3615"/>
                    <a:pt x="993" y="3759"/>
                  </a:cubicBezTo>
                  <a:cubicBezTo>
                    <a:pt x="957" y="3830"/>
                    <a:pt x="922" y="3902"/>
                    <a:pt x="957" y="3973"/>
                  </a:cubicBezTo>
                  <a:cubicBezTo>
                    <a:pt x="957" y="4045"/>
                    <a:pt x="1029" y="4117"/>
                    <a:pt x="1101" y="4152"/>
                  </a:cubicBezTo>
                  <a:cubicBezTo>
                    <a:pt x="1172" y="4188"/>
                    <a:pt x="1244" y="4188"/>
                    <a:pt x="1315" y="4188"/>
                  </a:cubicBezTo>
                  <a:lnTo>
                    <a:pt x="1387" y="4152"/>
                  </a:lnTo>
                  <a:cubicBezTo>
                    <a:pt x="1423" y="4117"/>
                    <a:pt x="1459" y="4081"/>
                    <a:pt x="1494" y="4045"/>
                  </a:cubicBezTo>
                  <a:cubicBezTo>
                    <a:pt x="1530" y="4009"/>
                    <a:pt x="1566" y="3938"/>
                    <a:pt x="1566" y="3902"/>
                  </a:cubicBezTo>
                  <a:cubicBezTo>
                    <a:pt x="1602" y="3830"/>
                    <a:pt x="1638" y="3759"/>
                    <a:pt x="1638" y="3723"/>
                  </a:cubicBezTo>
                  <a:cubicBezTo>
                    <a:pt x="1709" y="3580"/>
                    <a:pt x="1745" y="3472"/>
                    <a:pt x="1781" y="3329"/>
                  </a:cubicBezTo>
                  <a:cubicBezTo>
                    <a:pt x="1852" y="3114"/>
                    <a:pt x="1852" y="2900"/>
                    <a:pt x="1852" y="2685"/>
                  </a:cubicBezTo>
                  <a:cubicBezTo>
                    <a:pt x="1852" y="2470"/>
                    <a:pt x="1781" y="2219"/>
                    <a:pt x="1709" y="2005"/>
                  </a:cubicBezTo>
                  <a:cubicBezTo>
                    <a:pt x="1638" y="1862"/>
                    <a:pt x="1566" y="1683"/>
                    <a:pt x="1530" y="1504"/>
                  </a:cubicBezTo>
                  <a:cubicBezTo>
                    <a:pt x="1530" y="1468"/>
                    <a:pt x="1530" y="1432"/>
                    <a:pt x="1530" y="1396"/>
                  </a:cubicBezTo>
                  <a:cubicBezTo>
                    <a:pt x="1530" y="1289"/>
                    <a:pt x="1566" y="1181"/>
                    <a:pt x="1602" y="1074"/>
                  </a:cubicBezTo>
                  <a:cubicBezTo>
                    <a:pt x="1638" y="823"/>
                    <a:pt x="1602" y="609"/>
                    <a:pt x="1530" y="358"/>
                  </a:cubicBezTo>
                  <a:cubicBezTo>
                    <a:pt x="1530" y="322"/>
                    <a:pt x="1494" y="287"/>
                    <a:pt x="1494" y="251"/>
                  </a:cubicBezTo>
                  <a:cubicBezTo>
                    <a:pt x="1423" y="179"/>
                    <a:pt x="1387" y="108"/>
                    <a:pt x="1315" y="72"/>
                  </a:cubicBezTo>
                  <a:cubicBezTo>
                    <a:pt x="1280" y="36"/>
                    <a:pt x="1208" y="36"/>
                    <a:pt x="1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6"/>
            <p:cNvSpPr/>
            <p:nvPr/>
          </p:nvSpPr>
          <p:spPr>
            <a:xfrm>
              <a:off x="1260950" y="2097300"/>
              <a:ext cx="39400" cy="43200"/>
            </a:xfrm>
            <a:custGeom>
              <a:avLst/>
              <a:gdLst/>
              <a:ahLst/>
              <a:cxnLst/>
              <a:rect l="l" t="t" r="r" b="b"/>
              <a:pathLst>
                <a:path w="1576" h="1728" extrusionOk="0">
                  <a:moveTo>
                    <a:pt x="323" y="0"/>
                  </a:moveTo>
                  <a:cubicBezTo>
                    <a:pt x="251" y="0"/>
                    <a:pt x="215" y="0"/>
                    <a:pt x="179" y="36"/>
                  </a:cubicBezTo>
                  <a:cubicBezTo>
                    <a:pt x="108" y="72"/>
                    <a:pt x="36" y="144"/>
                    <a:pt x="36" y="215"/>
                  </a:cubicBezTo>
                  <a:cubicBezTo>
                    <a:pt x="0" y="287"/>
                    <a:pt x="36" y="358"/>
                    <a:pt x="72" y="430"/>
                  </a:cubicBezTo>
                  <a:cubicBezTo>
                    <a:pt x="108" y="502"/>
                    <a:pt x="179" y="573"/>
                    <a:pt x="251" y="573"/>
                  </a:cubicBezTo>
                  <a:cubicBezTo>
                    <a:pt x="394" y="609"/>
                    <a:pt x="537" y="645"/>
                    <a:pt x="645" y="681"/>
                  </a:cubicBezTo>
                  <a:cubicBezTo>
                    <a:pt x="716" y="716"/>
                    <a:pt x="752" y="716"/>
                    <a:pt x="788" y="752"/>
                  </a:cubicBezTo>
                  <a:cubicBezTo>
                    <a:pt x="824" y="788"/>
                    <a:pt x="824" y="824"/>
                    <a:pt x="860" y="824"/>
                  </a:cubicBezTo>
                  <a:cubicBezTo>
                    <a:pt x="895" y="967"/>
                    <a:pt x="931" y="1110"/>
                    <a:pt x="967" y="1253"/>
                  </a:cubicBezTo>
                  <a:cubicBezTo>
                    <a:pt x="1003" y="1396"/>
                    <a:pt x="1003" y="1432"/>
                    <a:pt x="1039" y="1540"/>
                  </a:cubicBezTo>
                  <a:cubicBezTo>
                    <a:pt x="1068" y="1658"/>
                    <a:pt x="1172" y="1728"/>
                    <a:pt x="1288" y="1728"/>
                  </a:cubicBezTo>
                  <a:cubicBezTo>
                    <a:pt x="1312" y="1728"/>
                    <a:pt x="1336" y="1725"/>
                    <a:pt x="1361" y="1719"/>
                  </a:cubicBezTo>
                  <a:cubicBezTo>
                    <a:pt x="1432" y="1683"/>
                    <a:pt x="1504" y="1647"/>
                    <a:pt x="1540" y="1611"/>
                  </a:cubicBezTo>
                  <a:cubicBezTo>
                    <a:pt x="1575" y="1540"/>
                    <a:pt x="1575" y="1468"/>
                    <a:pt x="1540" y="1396"/>
                  </a:cubicBezTo>
                  <a:cubicBezTo>
                    <a:pt x="1540" y="1289"/>
                    <a:pt x="1540" y="1217"/>
                    <a:pt x="1504" y="1146"/>
                  </a:cubicBezTo>
                  <a:cubicBezTo>
                    <a:pt x="1468" y="967"/>
                    <a:pt x="1432" y="824"/>
                    <a:pt x="1396" y="681"/>
                  </a:cubicBezTo>
                  <a:cubicBezTo>
                    <a:pt x="1361" y="609"/>
                    <a:pt x="1325" y="502"/>
                    <a:pt x="1289" y="430"/>
                  </a:cubicBezTo>
                  <a:cubicBezTo>
                    <a:pt x="1217" y="323"/>
                    <a:pt x="1110" y="251"/>
                    <a:pt x="1003" y="179"/>
                  </a:cubicBezTo>
                  <a:cubicBezTo>
                    <a:pt x="895" y="108"/>
                    <a:pt x="788" y="72"/>
                    <a:pt x="716" y="72"/>
                  </a:cubicBezTo>
                  <a:cubicBezTo>
                    <a:pt x="609" y="36"/>
                    <a:pt x="502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6"/>
            <p:cNvSpPr/>
            <p:nvPr/>
          </p:nvSpPr>
          <p:spPr>
            <a:xfrm>
              <a:off x="1167000" y="2456150"/>
              <a:ext cx="52800" cy="111875"/>
            </a:xfrm>
            <a:custGeom>
              <a:avLst/>
              <a:gdLst/>
              <a:ahLst/>
              <a:cxnLst/>
              <a:rect l="l" t="t" r="r" b="b"/>
              <a:pathLst>
                <a:path w="2112" h="4475" extrusionOk="0">
                  <a:moveTo>
                    <a:pt x="931" y="0"/>
                  </a:moveTo>
                  <a:cubicBezTo>
                    <a:pt x="788" y="36"/>
                    <a:pt x="644" y="72"/>
                    <a:pt x="501" y="179"/>
                  </a:cubicBezTo>
                  <a:cubicBezTo>
                    <a:pt x="358" y="251"/>
                    <a:pt x="215" y="322"/>
                    <a:pt x="107" y="430"/>
                  </a:cubicBezTo>
                  <a:cubicBezTo>
                    <a:pt x="36" y="501"/>
                    <a:pt x="0" y="573"/>
                    <a:pt x="0" y="680"/>
                  </a:cubicBezTo>
                  <a:cubicBezTo>
                    <a:pt x="0" y="752"/>
                    <a:pt x="36" y="859"/>
                    <a:pt x="107" y="931"/>
                  </a:cubicBezTo>
                  <a:cubicBezTo>
                    <a:pt x="143" y="967"/>
                    <a:pt x="251" y="1002"/>
                    <a:pt x="322" y="1002"/>
                  </a:cubicBezTo>
                  <a:lnTo>
                    <a:pt x="430" y="1002"/>
                  </a:lnTo>
                  <a:cubicBezTo>
                    <a:pt x="465" y="1002"/>
                    <a:pt x="537" y="967"/>
                    <a:pt x="573" y="931"/>
                  </a:cubicBezTo>
                  <a:cubicBezTo>
                    <a:pt x="644" y="859"/>
                    <a:pt x="752" y="788"/>
                    <a:pt x="895" y="716"/>
                  </a:cubicBezTo>
                  <a:cubicBezTo>
                    <a:pt x="931" y="680"/>
                    <a:pt x="966" y="680"/>
                    <a:pt x="1038" y="680"/>
                  </a:cubicBezTo>
                  <a:lnTo>
                    <a:pt x="1074" y="680"/>
                  </a:lnTo>
                  <a:cubicBezTo>
                    <a:pt x="1074" y="716"/>
                    <a:pt x="1110" y="752"/>
                    <a:pt x="1110" y="788"/>
                  </a:cubicBezTo>
                  <a:cubicBezTo>
                    <a:pt x="1110" y="859"/>
                    <a:pt x="1110" y="931"/>
                    <a:pt x="1110" y="1038"/>
                  </a:cubicBezTo>
                  <a:cubicBezTo>
                    <a:pt x="1038" y="1253"/>
                    <a:pt x="1002" y="1503"/>
                    <a:pt x="966" y="1718"/>
                  </a:cubicBezTo>
                  <a:cubicBezTo>
                    <a:pt x="966" y="2112"/>
                    <a:pt x="1217" y="2398"/>
                    <a:pt x="1396" y="2685"/>
                  </a:cubicBezTo>
                  <a:cubicBezTo>
                    <a:pt x="1432" y="2756"/>
                    <a:pt x="1468" y="2828"/>
                    <a:pt x="1468" y="2935"/>
                  </a:cubicBezTo>
                  <a:cubicBezTo>
                    <a:pt x="1503" y="3186"/>
                    <a:pt x="1396" y="3472"/>
                    <a:pt x="1217" y="3687"/>
                  </a:cubicBezTo>
                  <a:cubicBezTo>
                    <a:pt x="1181" y="3759"/>
                    <a:pt x="1145" y="3794"/>
                    <a:pt x="1074" y="3866"/>
                  </a:cubicBezTo>
                  <a:cubicBezTo>
                    <a:pt x="931" y="3866"/>
                    <a:pt x="823" y="3938"/>
                    <a:pt x="788" y="4081"/>
                  </a:cubicBezTo>
                  <a:cubicBezTo>
                    <a:pt x="716" y="4260"/>
                    <a:pt x="823" y="4439"/>
                    <a:pt x="1002" y="4474"/>
                  </a:cubicBezTo>
                  <a:lnTo>
                    <a:pt x="1145" y="4474"/>
                  </a:lnTo>
                  <a:cubicBezTo>
                    <a:pt x="1217" y="4474"/>
                    <a:pt x="1289" y="4474"/>
                    <a:pt x="1324" y="4439"/>
                  </a:cubicBezTo>
                  <a:lnTo>
                    <a:pt x="1396" y="4403"/>
                  </a:lnTo>
                  <a:lnTo>
                    <a:pt x="1503" y="4331"/>
                  </a:lnTo>
                  <a:cubicBezTo>
                    <a:pt x="1575" y="4295"/>
                    <a:pt x="1611" y="4224"/>
                    <a:pt x="1647" y="4188"/>
                  </a:cubicBezTo>
                  <a:cubicBezTo>
                    <a:pt x="1826" y="3973"/>
                    <a:pt x="1969" y="3723"/>
                    <a:pt x="2040" y="3436"/>
                  </a:cubicBezTo>
                  <a:cubicBezTo>
                    <a:pt x="2076" y="3293"/>
                    <a:pt x="2112" y="3150"/>
                    <a:pt x="2112" y="3007"/>
                  </a:cubicBezTo>
                  <a:cubicBezTo>
                    <a:pt x="2076" y="2864"/>
                    <a:pt x="2076" y="2720"/>
                    <a:pt x="2040" y="2577"/>
                  </a:cubicBezTo>
                  <a:cubicBezTo>
                    <a:pt x="1969" y="2470"/>
                    <a:pt x="1897" y="2363"/>
                    <a:pt x="1826" y="2255"/>
                  </a:cubicBezTo>
                  <a:cubicBezTo>
                    <a:pt x="1754" y="2148"/>
                    <a:pt x="1718" y="2040"/>
                    <a:pt x="1647" y="1933"/>
                  </a:cubicBezTo>
                  <a:cubicBezTo>
                    <a:pt x="1647" y="1897"/>
                    <a:pt x="1611" y="1861"/>
                    <a:pt x="1611" y="1826"/>
                  </a:cubicBezTo>
                  <a:lnTo>
                    <a:pt x="1611" y="1754"/>
                  </a:lnTo>
                  <a:cubicBezTo>
                    <a:pt x="1611" y="1682"/>
                    <a:pt x="1647" y="1611"/>
                    <a:pt x="1682" y="1575"/>
                  </a:cubicBezTo>
                  <a:cubicBezTo>
                    <a:pt x="1718" y="1503"/>
                    <a:pt x="1718" y="1432"/>
                    <a:pt x="1754" y="1360"/>
                  </a:cubicBezTo>
                  <a:cubicBezTo>
                    <a:pt x="1826" y="1038"/>
                    <a:pt x="1826" y="752"/>
                    <a:pt x="1754" y="465"/>
                  </a:cubicBezTo>
                  <a:cubicBezTo>
                    <a:pt x="1718" y="358"/>
                    <a:pt x="1682" y="286"/>
                    <a:pt x="1611" y="215"/>
                  </a:cubicBezTo>
                  <a:cubicBezTo>
                    <a:pt x="1575" y="179"/>
                    <a:pt x="1503" y="107"/>
                    <a:pt x="1432" y="107"/>
                  </a:cubicBezTo>
                  <a:cubicBezTo>
                    <a:pt x="1324" y="36"/>
                    <a:pt x="1217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6"/>
            <p:cNvSpPr/>
            <p:nvPr/>
          </p:nvSpPr>
          <p:spPr>
            <a:xfrm>
              <a:off x="1217100" y="2485675"/>
              <a:ext cx="39400" cy="65775"/>
            </a:xfrm>
            <a:custGeom>
              <a:avLst/>
              <a:gdLst/>
              <a:ahLst/>
              <a:cxnLst/>
              <a:rect l="l" t="t" r="r" b="b"/>
              <a:pathLst>
                <a:path w="1576" h="2631" extrusionOk="0">
                  <a:moveTo>
                    <a:pt x="430" y="0"/>
                  </a:moveTo>
                  <a:cubicBezTo>
                    <a:pt x="323" y="0"/>
                    <a:pt x="215" y="36"/>
                    <a:pt x="144" y="108"/>
                  </a:cubicBezTo>
                  <a:cubicBezTo>
                    <a:pt x="72" y="179"/>
                    <a:pt x="36" y="287"/>
                    <a:pt x="1" y="430"/>
                  </a:cubicBezTo>
                  <a:cubicBezTo>
                    <a:pt x="36" y="645"/>
                    <a:pt x="215" y="824"/>
                    <a:pt x="466" y="824"/>
                  </a:cubicBezTo>
                  <a:lnTo>
                    <a:pt x="752" y="824"/>
                  </a:lnTo>
                  <a:cubicBezTo>
                    <a:pt x="752" y="859"/>
                    <a:pt x="752" y="895"/>
                    <a:pt x="752" y="931"/>
                  </a:cubicBezTo>
                  <a:cubicBezTo>
                    <a:pt x="752" y="1003"/>
                    <a:pt x="752" y="1110"/>
                    <a:pt x="752" y="1182"/>
                  </a:cubicBezTo>
                  <a:cubicBezTo>
                    <a:pt x="716" y="1396"/>
                    <a:pt x="645" y="1611"/>
                    <a:pt x="573" y="1790"/>
                  </a:cubicBezTo>
                  <a:cubicBezTo>
                    <a:pt x="537" y="1933"/>
                    <a:pt x="502" y="2041"/>
                    <a:pt x="466" y="2148"/>
                  </a:cubicBezTo>
                  <a:cubicBezTo>
                    <a:pt x="373" y="2427"/>
                    <a:pt x="598" y="2631"/>
                    <a:pt x="825" y="2631"/>
                  </a:cubicBezTo>
                  <a:cubicBezTo>
                    <a:pt x="948" y="2631"/>
                    <a:pt x="1071" y="2572"/>
                    <a:pt x="1146" y="2434"/>
                  </a:cubicBezTo>
                  <a:cubicBezTo>
                    <a:pt x="1218" y="2291"/>
                    <a:pt x="1289" y="2148"/>
                    <a:pt x="1325" y="2005"/>
                  </a:cubicBezTo>
                  <a:cubicBezTo>
                    <a:pt x="1432" y="1754"/>
                    <a:pt x="1504" y="1539"/>
                    <a:pt x="1576" y="1289"/>
                  </a:cubicBezTo>
                  <a:cubicBezTo>
                    <a:pt x="1576" y="1074"/>
                    <a:pt x="1576" y="895"/>
                    <a:pt x="1576" y="680"/>
                  </a:cubicBezTo>
                  <a:cubicBezTo>
                    <a:pt x="1540" y="537"/>
                    <a:pt x="1468" y="358"/>
                    <a:pt x="1361" y="215"/>
                  </a:cubicBezTo>
                  <a:cubicBezTo>
                    <a:pt x="1289" y="179"/>
                    <a:pt x="1253" y="108"/>
                    <a:pt x="1182" y="72"/>
                  </a:cubicBezTo>
                  <a:lnTo>
                    <a:pt x="1039" y="3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6"/>
            <p:cNvSpPr/>
            <p:nvPr/>
          </p:nvSpPr>
          <p:spPr>
            <a:xfrm>
              <a:off x="1135575" y="2555475"/>
              <a:ext cx="35900" cy="55200"/>
            </a:xfrm>
            <a:custGeom>
              <a:avLst/>
              <a:gdLst/>
              <a:ahLst/>
              <a:cxnLst/>
              <a:rect l="l" t="t" r="r" b="b"/>
              <a:pathLst>
                <a:path w="1436" h="2208" extrusionOk="0">
                  <a:moveTo>
                    <a:pt x="756" y="0"/>
                  </a:moveTo>
                  <a:cubicBezTo>
                    <a:pt x="613" y="0"/>
                    <a:pt x="505" y="36"/>
                    <a:pt x="362" y="72"/>
                  </a:cubicBezTo>
                  <a:cubicBezTo>
                    <a:pt x="0" y="171"/>
                    <a:pt x="92" y="693"/>
                    <a:pt x="443" y="693"/>
                  </a:cubicBezTo>
                  <a:cubicBezTo>
                    <a:pt x="474" y="693"/>
                    <a:pt x="507" y="689"/>
                    <a:pt x="541" y="680"/>
                  </a:cubicBezTo>
                  <a:cubicBezTo>
                    <a:pt x="577" y="680"/>
                    <a:pt x="649" y="645"/>
                    <a:pt x="720" y="645"/>
                  </a:cubicBezTo>
                  <a:lnTo>
                    <a:pt x="756" y="645"/>
                  </a:lnTo>
                  <a:lnTo>
                    <a:pt x="792" y="788"/>
                  </a:lnTo>
                  <a:cubicBezTo>
                    <a:pt x="792" y="895"/>
                    <a:pt x="792" y="1003"/>
                    <a:pt x="792" y="1146"/>
                  </a:cubicBezTo>
                  <a:cubicBezTo>
                    <a:pt x="756" y="1289"/>
                    <a:pt x="720" y="1432"/>
                    <a:pt x="684" y="1539"/>
                  </a:cubicBezTo>
                  <a:cubicBezTo>
                    <a:pt x="649" y="1683"/>
                    <a:pt x="613" y="1718"/>
                    <a:pt x="577" y="1790"/>
                  </a:cubicBezTo>
                  <a:cubicBezTo>
                    <a:pt x="577" y="1862"/>
                    <a:pt x="577" y="1969"/>
                    <a:pt x="613" y="2041"/>
                  </a:cubicBezTo>
                  <a:cubicBezTo>
                    <a:pt x="684" y="2112"/>
                    <a:pt x="756" y="2184"/>
                    <a:pt x="827" y="2184"/>
                  </a:cubicBezTo>
                  <a:cubicBezTo>
                    <a:pt x="857" y="2199"/>
                    <a:pt x="893" y="2207"/>
                    <a:pt x="930" y="2207"/>
                  </a:cubicBezTo>
                  <a:cubicBezTo>
                    <a:pt x="982" y="2207"/>
                    <a:pt x="1036" y="2190"/>
                    <a:pt x="1078" y="2148"/>
                  </a:cubicBezTo>
                  <a:cubicBezTo>
                    <a:pt x="1150" y="2112"/>
                    <a:pt x="1185" y="2041"/>
                    <a:pt x="1221" y="1969"/>
                  </a:cubicBezTo>
                  <a:cubicBezTo>
                    <a:pt x="1257" y="1862"/>
                    <a:pt x="1293" y="1754"/>
                    <a:pt x="1329" y="1647"/>
                  </a:cubicBezTo>
                  <a:cubicBezTo>
                    <a:pt x="1364" y="1539"/>
                    <a:pt x="1400" y="1432"/>
                    <a:pt x="1400" y="1325"/>
                  </a:cubicBezTo>
                  <a:cubicBezTo>
                    <a:pt x="1436" y="1182"/>
                    <a:pt x="1436" y="1003"/>
                    <a:pt x="1436" y="859"/>
                  </a:cubicBezTo>
                  <a:cubicBezTo>
                    <a:pt x="1436" y="573"/>
                    <a:pt x="1329" y="322"/>
                    <a:pt x="1150" y="143"/>
                  </a:cubicBezTo>
                  <a:cubicBezTo>
                    <a:pt x="1078" y="36"/>
                    <a:pt x="935" y="0"/>
                    <a:pt x="8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6"/>
            <p:cNvSpPr/>
            <p:nvPr/>
          </p:nvSpPr>
          <p:spPr>
            <a:xfrm>
              <a:off x="704350" y="2725500"/>
              <a:ext cx="25975" cy="34025"/>
            </a:xfrm>
            <a:custGeom>
              <a:avLst/>
              <a:gdLst/>
              <a:ahLst/>
              <a:cxnLst/>
              <a:rect l="l" t="t" r="r" b="b"/>
              <a:pathLst>
                <a:path w="1039" h="1361" extrusionOk="0">
                  <a:moveTo>
                    <a:pt x="430" y="0"/>
                  </a:moveTo>
                  <a:cubicBezTo>
                    <a:pt x="358" y="0"/>
                    <a:pt x="322" y="0"/>
                    <a:pt x="286" y="36"/>
                  </a:cubicBezTo>
                  <a:cubicBezTo>
                    <a:pt x="215" y="72"/>
                    <a:pt x="179" y="108"/>
                    <a:pt x="143" y="179"/>
                  </a:cubicBezTo>
                  <a:lnTo>
                    <a:pt x="107" y="287"/>
                  </a:lnTo>
                  <a:lnTo>
                    <a:pt x="72" y="430"/>
                  </a:lnTo>
                  <a:cubicBezTo>
                    <a:pt x="36" y="501"/>
                    <a:pt x="36" y="573"/>
                    <a:pt x="0" y="680"/>
                  </a:cubicBezTo>
                  <a:cubicBezTo>
                    <a:pt x="0" y="788"/>
                    <a:pt x="36" y="895"/>
                    <a:pt x="107" y="967"/>
                  </a:cubicBezTo>
                  <a:cubicBezTo>
                    <a:pt x="179" y="1110"/>
                    <a:pt x="322" y="1217"/>
                    <a:pt x="501" y="1253"/>
                  </a:cubicBezTo>
                  <a:lnTo>
                    <a:pt x="788" y="1360"/>
                  </a:lnTo>
                  <a:lnTo>
                    <a:pt x="859" y="1360"/>
                  </a:lnTo>
                  <a:cubicBezTo>
                    <a:pt x="967" y="1325"/>
                    <a:pt x="1038" y="1217"/>
                    <a:pt x="1038" y="1146"/>
                  </a:cubicBezTo>
                  <a:cubicBezTo>
                    <a:pt x="1038" y="1074"/>
                    <a:pt x="1038" y="1003"/>
                    <a:pt x="1002" y="931"/>
                  </a:cubicBezTo>
                  <a:cubicBezTo>
                    <a:pt x="1002" y="895"/>
                    <a:pt x="931" y="824"/>
                    <a:pt x="895" y="824"/>
                  </a:cubicBezTo>
                  <a:lnTo>
                    <a:pt x="823" y="824"/>
                  </a:lnTo>
                  <a:cubicBezTo>
                    <a:pt x="752" y="752"/>
                    <a:pt x="644" y="716"/>
                    <a:pt x="537" y="680"/>
                  </a:cubicBezTo>
                  <a:cubicBezTo>
                    <a:pt x="573" y="573"/>
                    <a:pt x="609" y="501"/>
                    <a:pt x="644" y="430"/>
                  </a:cubicBezTo>
                  <a:cubicBezTo>
                    <a:pt x="644" y="394"/>
                    <a:pt x="644" y="358"/>
                    <a:pt x="644" y="322"/>
                  </a:cubicBezTo>
                  <a:cubicBezTo>
                    <a:pt x="680" y="251"/>
                    <a:pt x="680" y="179"/>
                    <a:pt x="644" y="143"/>
                  </a:cubicBezTo>
                  <a:cubicBezTo>
                    <a:pt x="609" y="72"/>
                    <a:pt x="573" y="0"/>
                    <a:pt x="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9" name="Google Shape;959;p56"/>
          <p:cNvGrpSpPr/>
          <p:nvPr/>
        </p:nvGrpSpPr>
        <p:grpSpPr>
          <a:xfrm rot="-656819">
            <a:off x="2925660" y="1223684"/>
            <a:ext cx="928672" cy="745147"/>
            <a:chOff x="7694900" y="1959325"/>
            <a:chExt cx="928675" cy="745150"/>
          </a:xfrm>
        </p:grpSpPr>
        <p:cxnSp>
          <p:nvCxnSpPr>
            <p:cNvPr id="960" name="Google Shape;960;p56"/>
            <p:cNvCxnSpPr/>
            <p:nvPr/>
          </p:nvCxnSpPr>
          <p:spPr>
            <a:xfrm rot="10800000" flipH="1">
              <a:off x="8174500" y="2010650"/>
              <a:ext cx="255000" cy="37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1" name="Google Shape;961;p56"/>
            <p:cNvCxnSpPr/>
            <p:nvPr/>
          </p:nvCxnSpPr>
          <p:spPr>
            <a:xfrm rot="10800000">
              <a:off x="7990800" y="1959325"/>
              <a:ext cx="10200" cy="357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2" name="Google Shape;962;p56"/>
            <p:cNvCxnSpPr/>
            <p:nvPr/>
          </p:nvCxnSpPr>
          <p:spPr>
            <a:xfrm rot="10800000" flipH="1">
              <a:off x="8266350" y="2418725"/>
              <a:ext cx="316500" cy="9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3" name="Google Shape;963;p56"/>
            <p:cNvCxnSpPr/>
            <p:nvPr/>
          </p:nvCxnSpPr>
          <p:spPr>
            <a:xfrm rot="10800000">
              <a:off x="7694900" y="2010600"/>
              <a:ext cx="91800" cy="255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4" name="Google Shape;964;p56"/>
            <p:cNvCxnSpPr/>
            <p:nvPr/>
          </p:nvCxnSpPr>
          <p:spPr>
            <a:xfrm>
              <a:off x="8347875" y="2642675"/>
              <a:ext cx="275700" cy="6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65" name="Google Shape;965;p56"/>
          <p:cNvGrpSpPr/>
          <p:nvPr/>
        </p:nvGrpSpPr>
        <p:grpSpPr>
          <a:xfrm rot="10316083">
            <a:off x="1581575" y="3169617"/>
            <a:ext cx="928667" cy="745143"/>
            <a:chOff x="7694900" y="1959325"/>
            <a:chExt cx="928675" cy="745150"/>
          </a:xfrm>
        </p:grpSpPr>
        <p:cxnSp>
          <p:nvCxnSpPr>
            <p:cNvPr id="966" name="Google Shape;966;p56"/>
            <p:cNvCxnSpPr/>
            <p:nvPr/>
          </p:nvCxnSpPr>
          <p:spPr>
            <a:xfrm rot="10800000" flipH="1">
              <a:off x="8174500" y="2010650"/>
              <a:ext cx="255000" cy="37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7" name="Google Shape;967;p56"/>
            <p:cNvCxnSpPr/>
            <p:nvPr/>
          </p:nvCxnSpPr>
          <p:spPr>
            <a:xfrm rot="10800000">
              <a:off x="7990800" y="1959325"/>
              <a:ext cx="10200" cy="357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8" name="Google Shape;968;p56"/>
            <p:cNvCxnSpPr/>
            <p:nvPr/>
          </p:nvCxnSpPr>
          <p:spPr>
            <a:xfrm rot="10800000" flipH="1">
              <a:off x="8266350" y="2418725"/>
              <a:ext cx="316500" cy="9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9" name="Google Shape;969;p56"/>
            <p:cNvCxnSpPr/>
            <p:nvPr/>
          </p:nvCxnSpPr>
          <p:spPr>
            <a:xfrm rot="10800000">
              <a:off x="7694900" y="2010600"/>
              <a:ext cx="91800" cy="255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0" name="Google Shape;970;p56"/>
            <p:cNvCxnSpPr/>
            <p:nvPr/>
          </p:nvCxnSpPr>
          <p:spPr>
            <a:xfrm>
              <a:off x="8347875" y="2642675"/>
              <a:ext cx="275700" cy="618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71" name="Google Shape;971;p56"/>
          <p:cNvSpPr/>
          <p:nvPr/>
        </p:nvSpPr>
        <p:spPr>
          <a:xfrm rot="-6667473" flipH="1">
            <a:off x="1756131" y="2196674"/>
            <a:ext cx="473581" cy="232781"/>
          </a:xfrm>
          <a:custGeom>
            <a:avLst/>
            <a:gdLst/>
            <a:ahLst/>
            <a:cxnLst/>
            <a:rect l="l" t="t" r="r" b="b"/>
            <a:pathLst>
              <a:path w="27640" h="13586" extrusionOk="0">
                <a:moveTo>
                  <a:pt x="6378" y="1"/>
                </a:moveTo>
                <a:cubicBezTo>
                  <a:pt x="6295" y="1"/>
                  <a:pt x="6208" y="21"/>
                  <a:pt x="6122" y="68"/>
                </a:cubicBezTo>
                <a:cubicBezTo>
                  <a:pt x="4511" y="855"/>
                  <a:pt x="1" y="2681"/>
                  <a:pt x="359" y="5007"/>
                </a:cubicBezTo>
                <a:cubicBezTo>
                  <a:pt x="538" y="6010"/>
                  <a:pt x="1612" y="7083"/>
                  <a:pt x="2184" y="7835"/>
                </a:cubicBezTo>
                <a:cubicBezTo>
                  <a:pt x="3043" y="8945"/>
                  <a:pt x="3652" y="10520"/>
                  <a:pt x="4726" y="11415"/>
                </a:cubicBezTo>
                <a:cubicBezTo>
                  <a:pt x="4939" y="11628"/>
                  <a:pt x="5192" y="11720"/>
                  <a:pt x="5440" y="11720"/>
                </a:cubicBezTo>
                <a:cubicBezTo>
                  <a:pt x="6067" y="11720"/>
                  <a:pt x="6659" y="11130"/>
                  <a:pt x="6480" y="10412"/>
                </a:cubicBezTo>
                <a:cubicBezTo>
                  <a:pt x="6122" y="8658"/>
                  <a:pt x="5119" y="7406"/>
                  <a:pt x="4010" y="6117"/>
                </a:cubicBezTo>
                <a:cubicBezTo>
                  <a:pt x="4762" y="6045"/>
                  <a:pt x="5477" y="5902"/>
                  <a:pt x="6122" y="5866"/>
                </a:cubicBezTo>
                <a:cubicBezTo>
                  <a:pt x="6585" y="5849"/>
                  <a:pt x="7047" y="5840"/>
                  <a:pt x="7507" y="5840"/>
                </a:cubicBezTo>
                <a:cubicBezTo>
                  <a:pt x="9863" y="5840"/>
                  <a:pt x="12193" y="6073"/>
                  <a:pt x="14498" y="6582"/>
                </a:cubicBezTo>
                <a:cubicBezTo>
                  <a:pt x="16824" y="7048"/>
                  <a:pt x="19044" y="7835"/>
                  <a:pt x="21156" y="8981"/>
                </a:cubicBezTo>
                <a:cubicBezTo>
                  <a:pt x="23411" y="10198"/>
                  <a:pt x="24842" y="11594"/>
                  <a:pt x="26596" y="13455"/>
                </a:cubicBezTo>
                <a:cubicBezTo>
                  <a:pt x="26688" y="13547"/>
                  <a:pt x="26797" y="13586"/>
                  <a:pt x="26907" y="13586"/>
                </a:cubicBezTo>
                <a:cubicBezTo>
                  <a:pt x="27269" y="13586"/>
                  <a:pt x="27639" y="13159"/>
                  <a:pt x="27420" y="12775"/>
                </a:cubicBezTo>
                <a:cubicBezTo>
                  <a:pt x="26382" y="10663"/>
                  <a:pt x="24771" y="8873"/>
                  <a:pt x="22802" y="7585"/>
                </a:cubicBezTo>
                <a:cubicBezTo>
                  <a:pt x="20547" y="6153"/>
                  <a:pt x="18113" y="5079"/>
                  <a:pt x="15536" y="4470"/>
                </a:cubicBezTo>
                <a:cubicBezTo>
                  <a:pt x="12708" y="3683"/>
                  <a:pt x="9809" y="3289"/>
                  <a:pt x="6909" y="3289"/>
                </a:cubicBezTo>
                <a:cubicBezTo>
                  <a:pt x="6587" y="3289"/>
                  <a:pt x="6193" y="3280"/>
                  <a:pt x="5764" y="3280"/>
                </a:cubicBezTo>
                <a:cubicBezTo>
                  <a:pt x="5334" y="3280"/>
                  <a:pt x="4869" y="3289"/>
                  <a:pt x="4404" y="3325"/>
                </a:cubicBezTo>
                <a:lnTo>
                  <a:pt x="4511" y="3253"/>
                </a:lnTo>
                <a:cubicBezTo>
                  <a:pt x="5442" y="2573"/>
                  <a:pt x="6193" y="1750"/>
                  <a:pt x="6838" y="784"/>
                </a:cubicBezTo>
                <a:cubicBezTo>
                  <a:pt x="7042" y="404"/>
                  <a:pt x="6746" y="1"/>
                  <a:pt x="637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6"/>
          <p:cNvSpPr txBox="1"/>
          <p:nvPr/>
        </p:nvSpPr>
        <p:spPr>
          <a:xfrm rot="-1031" flipH="1">
            <a:off x="1305693" y="1509789"/>
            <a:ext cx="1000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973" name="Google Shape;973;p56"/>
          <p:cNvGrpSpPr/>
          <p:nvPr/>
        </p:nvGrpSpPr>
        <p:grpSpPr>
          <a:xfrm>
            <a:off x="7775356" y="1007121"/>
            <a:ext cx="192250" cy="401583"/>
            <a:chOff x="4132056" y="1252046"/>
            <a:chExt cx="192250" cy="401583"/>
          </a:xfrm>
        </p:grpSpPr>
        <p:sp>
          <p:nvSpPr>
            <p:cNvPr id="974" name="Google Shape;974;p56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6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6" name="Google Shape;976;p56"/>
          <p:cNvSpPr/>
          <p:nvPr/>
        </p:nvSpPr>
        <p:spPr>
          <a:xfrm rot="-1960143">
            <a:off x="4163248" y="288014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6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6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9" name="Google Shape;979;p56"/>
          <p:cNvGrpSpPr/>
          <p:nvPr/>
        </p:nvGrpSpPr>
        <p:grpSpPr>
          <a:xfrm>
            <a:off x="4151812" y="1022499"/>
            <a:ext cx="238223" cy="370822"/>
            <a:chOff x="4728537" y="1222987"/>
            <a:chExt cx="238223" cy="370822"/>
          </a:xfrm>
        </p:grpSpPr>
        <p:sp>
          <p:nvSpPr>
            <p:cNvPr id="980" name="Google Shape;980;p56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6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6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56"/>
          <p:cNvGrpSpPr/>
          <p:nvPr/>
        </p:nvGrpSpPr>
        <p:grpSpPr>
          <a:xfrm>
            <a:off x="7390882" y="3419678"/>
            <a:ext cx="576710" cy="568000"/>
            <a:chOff x="4151832" y="2079765"/>
            <a:chExt cx="576710" cy="568000"/>
          </a:xfrm>
        </p:grpSpPr>
        <p:sp>
          <p:nvSpPr>
            <p:cNvPr id="984" name="Google Shape;984;p56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6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6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7" name="Google Shape;987;p56"/>
          <p:cNvGrpSpPr/>
          <p:nvPr/>
        </p:nvGrpSpPr>
        <p:grpSpPr>
          <a:xfrm>
            <a:off x="2083479" y="855002"/>
            <a:ext cx="544683" cy="511717"/>
            <a:chOff x="2952504" y="2605315"/>
            <a:chExt cx="544683" cy="511717"/>
          </a:xfrm>
        </p:grpSpPr>
        <p:sp>
          <p:nvSpPr>
            <p:cNvPr id="988" name="Google Shape;988;p56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6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6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6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6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" name="Google Shape;993;p56"/>
          <p:cNvGrpSpPr/>
          <p:nvPr/>
        </p:nvGrpSpPr>
        <p:grpSpPr>
          <a:xfrm>
            <a:off x="5405755" y="3850153"/>
            <a:ext cx="486910" cy="247705"/>
            <a:chOff x="5099580" y="2618828"/>
            <a:chExt cx="486910" cy="247705"/>
          </a:xfrm>
        </p:grpSpPr>
        <p:sp>
          <p:nvSpPr>
            <p:cNvPr id="994" name="Google Shape;994;p56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6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6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6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56"/>
          <p:cNvGrpSpPr/>
          <p:nvPr/>
        </p:nvGrpSpPr>
        <p:grpSpPr>
          <a:xfrm>
            <a:off x="6151312" y="948867"/>
            <a:ext cx="417520" cy="481484"/>
            <a:chOff x="5110362" y="1552354"/>
            <a:chExt cx="417520" cy="481484"/>
          </a:xfrm>
        </p:grpSpPr>
        <p:sp>
          <p:nvSpPr>
            <p:cNvPr id="999" name="Google Shape;999;p56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6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6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6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3" name="Google Shape;1003;p56"/>
          <p:cNvGrpSpPr/>
          <p:nvPr/>
        </p:nvGrpSpPr>
        <p:grpSpPr>
          <a:xfrm>
            <a:off x="1000844" y="2525850"/>
            <a:ext cx="482292" cy="376131"/>
            <a:chOff x="3198944" y="1721925"/>
            <a:chExt cx="482292" cy="376131"/>
          </a:xfrm>
        </p:grpSpPr>
        <p:sp>
          <p:nvSpPr>
            <p:cNvPr id="1004" name="Google Shape;1004;p56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6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6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6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56"/>
          <p:cNvGrpSpPr/>
          <p:nvPr/>
        </p:nvGrpSpPr>
        <p:grpSpPr>
          <a:xfrm>
            <a:off x="3214867" y="3767249"/>
            <a:ext cx="258153" cy="337608"/>
            <a:chOff x="3969305" y="3447586"/>
            <a:chExt cx="258153" cy="337608"/>
          </a:xfrm>
        </p:grpSpPr>
        <p:sp>
          <p:nvSpPr>
            <p:cNvPr id="1009" name="Google Shape;1009;p56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6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6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6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3" name="Google Shape;1013;p56"/>
          <p:cNvSpPr/>
          <p:nvPr/>
        </p:nvSpPr>
        <p:spPr>
          <a:xfrm rot="-1960143">
            <a:off x="7979023" y="2293922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4" name="Google Shape;1014;p56"/>
          <p:cNvGrpSpPr/>
          <p:nvPr/>
        </p:nvGrpSpPr>
        <p:grpSpPr>
          <a:xfrm>
            <a:off x="4654634" y="2812968"/>
            <a:ext cx="2736230" cy="129838"/>
            <a:chOff x="1910200" y="1810425"/>
            <a:chExt cx="2938391" cy="139431"/>
          </a:xfrm>
        </p:grpSpPr>
        <p:sp>
          <p:nvSpPr>
            <p:cNvPr id="1015" name="Google Shape;1015;p56"/>
            <p:cNvSpPr/>
            <p:nvPr/>
          </p:nvSpPr>
          <p:spPr>
            <a:xfrm>
              <a:off x="2002517" y="1849103"/>
              <a:ext cx="2194761" cy="100753"/>
            </a:xfrm>
            <a:custGeom>
              <a:avLst/>
              <a:gdLst/>
              <a:ahLst/>
              <a:cxnLst/>
              <a:rect l="l" t="t" r="r" b="b"/>
              <a:pathLst>
                <a:path w="13789" h="633" extrusionOk="0">
                  <a:moveTo>
                    <a:pt x="9063" y="0"/>
                  </a:moveTo>
                  <a:cubicBezTo>
                    <a:pt x="6058" y="0"/>
                    <a:pt x="3053" y="178"/>
                    <a:pt x="88" y="534"/>
                  </a:cubicBezTo>
                  <a:cubicBezTo>
                    <a:pt x="12" y="534"/>
                    <a:pt x="1" y="632"/>
                    <a:pt x="55" y="632"/>
                  </a:cubicBezTo>
                  <a:cubicBezTo>
                    <a:pt x="64" y="632"/>
                    <a:pt x="75" y="629"/>
                    <a:pt x="88" y="623"/>
                  </a:cubicBezTo>
                  <a:cubicBezTo>
                    <a:pt x="3297" y="464"/>
                    <a:pt x="6506" y="328"/>
                    <a:pt x="9715" y="328"/>
                  </a:cubicBezTo>
                  <a:cubicBezTo>
                    <a:pt x="10999" y="328"/>
                    <a:pt x="12282" y="350"/>
                    <a:pt x="13566" y="401"/>
                  </a:cubicBezTo>
                  <a:cubicBezTo>
                    <a:pt x="13788" y="401"/>
                    <a:pt x="13788" y="134"/>
                    <a:pt x="13566" y="134"/>
                  </a:cubicBezTo>
                  <a:cubicBezTo>
                    <a:pt x="12068" y="45"/>
                    <a:pt x="10566" y="0"/>
                    <a:pt x="9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6"/>
            <p:cNvSpPr/>
            <p:nvPr/>
          </p:nvSpPr>
          <p:spPr>
            <a:xfrm>
              <a:off x="1910200" y="1810425"/>
              <a:ext cx="2938391" cy="102504"/>
            </a:xfrm>
            <a:custGeom>
              <a:avLst/>
              <a:gdLst/>
              <a:ahLst/>
              <a:cxnLst/>
              <a:rect l="l" t="t" r="r" b="b"/>
              <a:pathLst>
                <a:path w="18461" h="644" extrusionOk="0">
                  <a:moveTo>
                    <a:pt x="10062" y="0"/>
                  </a:moveTo>
                  <a:cubicBezTo>
                    <a:pt x="6714" y="0"/>
                    <a:pt x="3373" y="168"/>
                    <a:pt x="45" y="510"/>
                  </a:cubicBezTo>
                  <a:cubicBezTo>
                    <a:pt x="1" y="510"/>
                    <a:pt x="1" y="555"/>
                    <a:pt x="45" y="555"/>
                  </a:cubicBezTo>
                  <a:cubicBezTo>
                    <a:pt x="2974" y="448"/>
                    <a:pt x="5893" y="382"/>
                    <a:pt x="8811" y="382"/>
                  </a:cubicBezTo>
                  <a:cubicBezTo>
                    <a:pt x="11965" y="382"/>
                    <a:pt x="15118" y="459"/>
                    <a:pt x="18283" y="644"/>
                  </a:cubicBezTo>
                  <a:cubicBezTo>
                    <a:pt x="18461" y="644"/>
                    <a:pt x="18461" y="332"/>
                    <a:pt x="18283" y="332"/>
                  </a:cubicBezTo>
                  <a:cubicBezTo>
                    <a:pt x="15541" y="112"/>
                    <a:pt x="12799" y="0"/>
                    <a:pt x="100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7" name="Google Shape;101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GB">
                <a:solidFill>
                  <a:schemeClr val="dk2"/>
                </a:solidFill>
              </a:rPr>
              <a:t>TIMELINE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23" name="Google Shape;1023;p57"/>
          <p:cNvCxnSpPr/>
          <p:nvPr/>
        </p:nvCxnSpPr>
        <p:spPr>
          <a:xfrm>
            <a:off x="731000" y="2677450"/>
            <a:ext cx="7715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024" name="Google Shape;1024;p57"/>
          <p:cNvSpPr/>
          <p:nvPr/>
        </p:nvSpPr>
        <p:spPr>
          <a:xfrm rot="-1960143">
            <a:off x="1156423" y="323784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57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57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7" name="Google Shape;1027;p57"/>
          <p:cNvGrpSpPr/>
          <p:nvPr/>
        </p:nvGrpSpPr>
        <p:grpSpPr>
          <a:xfrm>
            <a:off x="7517337" y="699799"/>
            <a:ext cx="238223" cy="370822"/>
            <a:chOff x="4728537" y="1222987"/>
            <a:chExt cx="238223" cy="370822"/>
          </a:xfrm>
        </p:grpSpPr>
        <p:sp>
          <p:nvSpPr>
            <p:cNvPr id="1028" name="Google Shape;1028;p57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7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7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1" name="Google Shape;1031;p57"/>
          <p:cNvGrpSpPr/>
          <p:nvPr/>
        </p:nvGrpSpPr>
        <p:grpSpPr>
          <a:xfrm>
            <a:off x="4300344" y="3323340"/>
            <a:ext cx="576710" cy="568000"/>
            <a:chOff x="4151832" y="2079765"/>
            <a:chExt cx="576710" cy="568000"/>
          </a:xfrm>
        </p:grpSpPr>
        <p:sp>
          <p:nvSpPr>
            <p:cNvPr id="1032" name="Google Shape;1032;p57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7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7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5" name="Google Shape;1035;p57"/>
          <p:cNvGrpSpPr/>
          <p:nvPr/>
        </p:nvGrpSpPr>
        <p:grpSpPr>
          <a:xfrm>
            <a:off x="5785604" y="815040"/>
            <a:ext cx="544683" cy="511717"/>
            <a:chOff x="2952504" y="2605315"/>
            <a:chExt cx="544683" cy="511717"/>
          </a:xfrm>
        </p:grpSpPr>
        <p:sp>
          <p:nvSpPr>
            <p:cNvPr id="1036" name="Google Shape;1036;p57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7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7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7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7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1" name="Google Shape;1041;p57"/>
          <p:cNvGrpSpPr/>
          <p:nvPr/>
        </p:nvGrpSpPr>
        <p:grpSpPr>
          <a:xfrm>
            <a:off x="7392993" y="3143916"/>
            <a:ext cx="486910" cy="247705"/>
            <a:chOff x="5099580" y="2618828"/>
            <a:chExt cx="486910" cy="247705"/>
          </a:xfrm>
        </p:grpSpPr>
        <p:sp>
          <p:nvSpPr>
            <p:cNvPr id="1042" name="Google Shape;1042;p57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7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7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7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6" name="Google Shape;1046;p57"/>
          <p:cNvGrpSpPr/>
          <p:nvPr/>
        </p:nvGrpSpPr>
        <p:grpSpPr>
          <a:xfrm>
            <a:off x="1296162" y="3802779"/>
            <a:ext cx="417520" cy="481484"/>
            <a:chOff x="5110362" y="1552354"/>
            <a:chExt cx="417520" cy="481484"/>
          </a:xfrm>
        </p:grpSpPr>
        <p:sp>
          <p:nvSpPr>
            <p:cNvPr id="1047" name="Google Shape;1047;p57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7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7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7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1" name="Google Shape;1051;p57"/>
          <p:cNvGrpSpPr/>
          <p:nvPr/>
        </p:nvGrpSpPr>
        <p:grpSpPr>
          <a:xfrm>
            <a:off x="2584719" y="697150"/>
            <a:ext cx="482292" cy="376131"/>
            <a:chOff x="3198944" y="1721925"/>
            <a:chExt cx="482292" cy="376131"/>
          </a:xfrm>
        </p:grpSpPr>
        <p:sp>
          <p:nvSpPr>
            <p:cNvPr id="1052" name="Google Shape;1052;p57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7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7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7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6" name="Google Shape;1056;p57"/>
          <p:cNvGrpSpPr/>
          <p:nvPr/>
        </p:nvGrpSpPr>
        <p:grpSpPr>
          <a:xfrm>
            <a:off x="7393005" y="3858099"/>
            <a:ext cx="258153" cy="337608"/>
            <a:chOff x="3969305" y="3447586"/>
            <a:chExt cx="258153" cy="337608"/>
          </a:xfrm>
        </p:grpSpPr>
        <p:sp>
          <p:nvSpPr>
            <p:cNvPr id="1057" name="Google Shape;1057;p57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7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7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7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1" name="Google Shape;1061;p57"/>
          <p:cNvGrpSpPr/>
          <p:nvPr/>
        </p:nvGrpSpPr>
        <p:grpSpPr>
          <a:xfrm>
            <a:off x="2828787" y="1939812"/>
            <a:ext cx="238223" cy="370822"/>
            <a:chOff x="4728537" y="1222987"/>
            <a:chExt cx="238223" cy="370822"/>
          </a:xfrm>
        </p:grpSpPr>
        <p:sp>
          <p:nvSpPr>
            <p:cNvPr id="1062" name="Google Shape;1062;p57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7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7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5" name="Google Shape;1065;p57"/>
          <p:cNvSpPr/>
          <p:nvPr/>
        </p:nvSpPr>
        <p:spPr>
          <a:xfrm rot="-1960143">
            <a:off x="6147973" y="1972172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6" name="Google Shape;1066;p57"/>
          <p:cNvGrpSpPr/>
          <p:nvPr/>
        </p:nvGrpSpPr>
        <p:grpSpPr>
          <a:xfrm>
            <a:off x="2241362" y="3082362"/>
            <a:ext cx="238223" cy="370822"/>
            <a:chOff x="4728537" y="1222987"/>
            <a:chExt cx="238223" cy="370822"/>
          </a:xfrm>
        </p:grpSpPr>
        <p:sp>
          <p:nvSpPr>
            <p:cNvPr id="1067" name="Google Shape;1067;p57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7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7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0" name="Google Shape;1070;p57"/>
          <p:cNvSpPr/>
          <p:nvPr/>
        </p:nvSpPr>
        <p:spPr>
          <a:xfrm rot="-1960143">
            <a:off x="4805773" y="429569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57"/>
          <p:cNvSpPr txBox="1"/>
          <p:nvPr/>
        </p:nvSpPr>
        <p:spPr>
          <a:xfrm>
            <a:off x="785400" y="1181364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Requirements </a:t>
            </a:r>
            <a:endParaRPr sz="2000" b="1" i="0" u="none" strike="noStrike" cap="none">
              <a:solidFill>
                <a:schemeClr val="accen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072" name="Google Shape;1072;p57"/>
          <p:cNvSpPr txBox="1"/>
          <p:nvPr/>
        </p:nvSpPr>
        <p:spPr>
          <a:xfrm>
            <a:off x="785400" y="1691689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October 15, 2025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73" name="Google Shape;1073;p57"/>
          <p:cNvSpPr/>
          <p:nvPr/>
        </p:nvSpPr>
        <p:spPr>
          <a:xfrm>
            <a:off x="1626655" y="2553600"/>
            <a:ext cx="286991" cy="247701"/>
          </a:xfrm>
          <a:custGeom>
            <a:avLst/>
            <a:gdLst/>
            <a:ahLst/>
            <a:cxnLst/>
            <a:rect l="l" t="t" r="r" b="b"/>
            <a:pathLst>
              <a:path w="1469" h="1268" extrusionOk="0">
                <a:moveTo>
                  <a:pt x="740" y="221"/>
                </a:moveTo>
                <a:cubicBezTo>
                  <a:pt x="843" y="221"/>
                  <a:pt x="946" y="254"/>
                  <a:pt x="1024" y="312"/>
                </a:cubicBezTo>
                <a:cubicBezTo>
                  <a:pt x="1246" y="534"/>
                  <a:pt x="1202" y="890"/>
                  <a:pt x="935" y="1024"/>
                </a:cubicBezTo>
                <a:cubicBezTo>
                  <a:pt x="867" y="1078"/>
                  <a:pt x="786" y="1103"/>
                  <a:pt x="705" y="1103"/>
                </a:cubicBezTo>
                <a:cubicBezTo>
                  <a:pt x="520" y="1103"/>
                  <a:pt x="329" y="973"/>
                  <a:pt x="268" y="757"/>
                </a:cubicBezTo>
                <a:cubicBezTo>
                  <a:pt x="249" y="646"/>
                  <a:pt x="254" y="535"/>
                  <a:pt x="284" y="433"/>
                </a:cubicBezTo>
                <a:lnTo>
                  <a:pt x="284" y="433"/>
                </a:lnTo>
                <a:cubicBezTo>
                  <a:pt x="294" y="436"/>
                  <a:pt x="304" y="437"/>
                  <a:pt x="313" y="437"/>
                </a:cubicBezTo>
                <a:cubicBezTo>
                  <a:pt x="344" y="437"/>
                  <a:pt x="376" y="426"/>
                  <a:pt x="401" y="401"/>
                </a:cubicBezTo>
                <a:cubicBezTo>
                  <a:pt x="476" y="276"/>
                  <a:pt x="608" y="221"/>
                  <a:pt x="740" y="221"/>
                </a:cubicBezTo>
                <a:close/>
                <a:moveTo>
                  <a:pt x="534" y="1"/>
                </a:moveTo>
                <a:cubicBezTo>
                  <a:pt x="179" y="134"/>
                  <a:pt x="1" y="579"/>
                  <a:pt x="179" y="935"/>
                </a:cubicBezTo>
                <a:cubicBezTo>
                  <a:pt x="259" y="1150"/>
                  <a:pt x="471" y="1268"/>
                  <a:pt x="694" y="1268"/>
                </a:cubicBezTo>
                <a:cubicBezTo>
                  <a:pt x="839" y="1268"/>
                  <a:pt x="990" y="1218"/>
                  <a:pt x="1113" y="1113"/>
                </a:cubicBezTo>
                <a:cubicBezTo>
                  <a:pt x="1424" y="935"/>
                  <a:pt x="1469" y="445"/>
                  <a:pt x="1157" y="223"/>
                </a:cubicBezTo>
                <a:cubicBezTo>
                  <a:pt x="1035" y="101"/>
                  <a:pt x="875" y="44"/>
                  <a:pt x="716" y="44"/>
                </a:cubicBezTo>
                <a:cubicBezTo>
                  <a:pt x="675" y="44"/>
                  <a:pt x="634" y="47"/>
                  <a:pt x="594" y="55"/>
                </a:cubicBezTo>
                <a:lnTo>
                  <a:pt x="594" y="55"/>
                </a:lnTo>
                <a:cubicBezTo>
                  <a:pt x="586" y="30"/>
                  <a:pt x="560" y="1"/>
                  <a:pt x="53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4" name="Google Shape;1074;p57"/>
          <p:cNvCxnSpPr>
            <a:stCxn id="1072" idx="2"/>
          </p:cNvCxnSpPr>
          <p:nvPr/>
        </p:nvCxnSpPr>
        <p:spPr>
          <a:xfrm>
            <a:off x="1770150" y="2176489"/>
            <a:ext cx="0" cy="404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075" name="Google Shape;1075;p57"/>
          <p:cNvSpPr txBox="1"/>
          <p:nvPr/>
        </p:nvSpPr>
        <p:spPr>
          <a:xfrm>
            <a:off x="2186325" y="3177164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Design </a:t>
            </a:r>
            <a:endParaRPr sz="2500" b="1" i="0" u="none" strike="noStrike" cap="none">
              <a:solidFill>
                <a:schemeClr val="accen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076" name="Google Shape;1076;p57"/>
          <p:cNvSpPr txBox="1"/>
          <p:nvPr/>
        </p:nvSpPr>
        <p:spPr>
          <a:xfrm>
            <a:off x="2186325" y="3687489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October 25, 2025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77" name="Google Shape;1077;p57"/>
          <p:cNvSpPr/>
          <p:nvPr/>
        </p:nvSpPr>
        <p:spPr>
          <a:xfrm>
            <a:off x="3027580" y="2553600"/>
            <a:ext cx="286991" cy="247701"/>
          </a:xfrm>
          <a:custGeom>
            <a:avLst/>
            <a:gdLst/>
            <a:ahLst/>
            <a:cxnLst/>
            <a:rect l="l" t="t" r="r" b="b"/>
            <a:pathLst>
              <a:path w="1469" h="1268" extrusionOk="0">
                <a:moveTo>
                  <a:pt x="740" y="221"/>
                </a:moveTo>
                <a:cubicBezTo>
                  <a:pt x="843" y="221"/>
                  <a:pt x="946" y="254"/>
                  <a:pt x="1024" y="312"/>
                </a:cubicBezTo>
                <a:cubicBezTo>
                  <a:pt x="1246" y="534"/>
                  <a:pt x="1202" y="890"/>
                  <a:pt x="935" y="1024"/>
                </a:cubicBezTo>
                <a:cubicBezTo>
                  <a:pt x="867" y="1078"/>
                  <a:pt x="786" y="1103"/>
                  <a:pt x="705" y="1103"/>
                </a:cubicBezTo>
                <a:cubicBezTo>
                  <a:pt x="520" y="1103"/>
                  <a:pt x="329" y="973"/>
                  <a:pt x="268" y="757"/>
                </a:cubicBezTo>
                <a:cubicBezTo>
                  <a:pt x="249" y="646"/>
                  <a:pt x="254" y="535"/>
                  <a:pt x="284" y="433"/>
                </a:cubicBezTo>
                <a:lnTo>
                  <a:pt x="284" y="433"/>
                </a:lnTo>
                <a:cubicBezTo>
                  <a:pt x="294" y="436"/>
                  <a:pt x="304" y="437"/>
                  <a:pt x="313" y="437"/>
                </a:cubicBezTo>
                <a:cubicBezTo>
                  <a:pt x="344" y="437"/>
                  <a:pt x="376" y="426"/>
                  <a:pt x="401" y="401"/>
                </a:cubicBezTo>
                <a:cubicBezTo>
                  <a:pt x="476" y="276"/>
                  <a:pt x="608" y="221"/>
                  <a:pt x="740" y="221"/>
                </a:cubicBezTo>
                <a:close/>
                <a:moveTo>
                  <a:pt x="534" y="1"/>
                </a:moveTo>
                <a:cubicBezTo>
                  <a:pt x="179" y="134"/>
                  <a:pt x="1" y="579"/>
                  <a:pt x="179" y="935"/>
                </a:cubicBezTo>
                <a:cubicBezTo>
                  <a:pt x="259" y="1150"/>
                  <a:pt x="471" y="1268"/>
                  <a:pt x="694" y="1268"/>
                </a:cubicBezTo>
                <a:cubicBezTo>
                  <a:pt x="839" y="1268"/>
                  <a:pt x="990" y="1218"/>
                  <a:pt x="1113" y="1113"/>
                </a:cubicBezTo>
                <a:cubicBezTo>
                  <a:pt x="1424" y="935"/>
                  <a:pt x="1469" y="445"/>
                  <a:pt x="1157" y="223"/>
                </a:cubicBezTo>
                <a:cubicBezTo>
                  <a:pt x="1035" y="101"/>
                  <a:pt x="875" y="44"/>
                  <a:pt x="716" y="44"/>
                </a:cubicBezTo>
                <a:cubicBezTo>
                  <a:pt x="675" y="44"/>
                  <a:pt x="634" y="47"/>
                  <a:pt x="594" y="55"/>
                </a:cubicBezTo>
                <a:lnTo>
                  <a:pt x="594" y="55"/>
                </a:lnTo>
                <a:cubicBezTo>
                  <a:pt x="586" y="30"/>
                  <a:pt x="560" y="1"/>
                  <a:pt x="5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8" name="Google Shape;1078;p57"/>
          <p:cNvCxnSpPr>
            <a:endCxn id="1075" idx="0"/>
          </p:cNvCxnSpPr>
          <p:nvPr/>
        </p:nvCxnSpPr>
        <p:spPr>
          <a:xfrm>
            <a:off x="3171075" y="2791964"/>
            <a:ext cx="0" cy="385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1079" name="Google Shape;1079;p57"/>
          <p:cNvSpPr txBox="1"/>
          <p:nvPr/>
        </p:nvSpPr>
        <p:spPr>
          <a:xfrm>
            <a:off x="4988175" y="3179764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Testing </a:t>
            </a:r>
            <a:endParaRPr sz="2500" b="1" i="0" u="none" strike="noStrike" cap="none">
              <a:solidFill>
                <a:schemeClr val="accen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080" name="Google Shape;1080;p57"/>
          <p:cNvSpPr txBox="1"/>
          <p:nvPr/>
        </p:nvSpPr>
        <p:spPr>
          <a:xfrm>
            <a:off x="4988175" y="3690089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November 20, 2025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81" name="Google Shape;1081;p57"/>
          <p:cNvSpPr/>
          <p:nvPr/>
        </p:nvSpPr>
        <p:spPr>
          <a:xfrm>
            <a:off x="5829430" y="2553600"/>
            <a:ext cx="286991" cy="247701"/>
          </a:xfrm>
          <a:custGeom>
            <a:avLst/>
            <a:gdLst/>
            <a:ahLst/>
            <a:cxnLst/>
            <a:rect l="l" t="t" r="r" b="b"/>
            <a:pathLst>
              <a:path w="1469" h="1268" extrusionOk="0">
                <a:moveTo>
                  <a:pt x="740" y="221"/>
                </a:moveTo>
                <a:cubicBezTo>
                  <a:pt x="843" y="221"/>
                  <a:pt x="946" y="254"/>
                  <a:pt x="1024" y="312"/>
                </a:cubicBezTo>
                <a:cubicBezTo>
                  <a:pt x="1246" y="534"/>
                  <a:pt x="1202" y="890"/>
                  <a:pt x="935" y="1024"/>
                </a:cubicBezTo>
                <a:cubicBezTo>
                  <a:pt x="867" y="1078"/>
                  <a:pt x="786" y="1103"/>
                  <a:pt x="705" y="1103"/>
                </a:cubicBezTo>
                <a:cubicBezTo>
                  <a:pt x="520" y="1103"/>
                  <a:pt x="329" y="973"/>
                  <a:pt x="268" y="757"/>
                </a:cubicBezTo>
                <a:cubicBezTo>
                  <a:pt x="249" y="646"/>
                  <a:pt x="254" y="535"/>
                  <a:pt x="284" y="433"/>
                </a:cubicBezTo>
                <a:lnTo>
                  <a:pt x="284" y="433"/>
                </a:lnTo>
                <a:cubicBezTo>
                  <a:pt x="294" y="436"/>
                  <a:pt x="304" y="437"/>
                  <a:pt x="313" y="437"/>
                </a:cubicBezTo>
                <a:cubicBezTo>
                  <a:pt x="344" y="437"/>
                  <a:pt x="376" y="426"/>
                  <a:pt x="401" y="401"/>
                </a:cubicBezTo>
                <a:cubicBezTo>
                  <a:pt x="476" y="276"/>
                  <a:pt x="608" y="221"/>
                  <a:pt x="740" y="221"/>
                </a:cubicBezTo>
                <a:close/>
                <a:moveTo>
                  <a:pt x="534" y="1"/>
                </a:moveTo>
                <a:cubicBezTo>
                  <a:pt x="179" y="134"/>
                  <a:pt x="1" y="579"/>
                  <a:pt x="179" y="935"/>
                </a:cubicBezTo>
                <a:cubicBezTo>
                  <a:pt x="259" y="1150"/>
                  <a:pt x="471" y="1268"/>
                  <a:pt x="694" y="1268"/>
                </a:cubicBezTo>
                <a:cubicBezTo>
                  <a:pt x="839" y="1268"/>
                  <a:pt x="990" y="1218"/>
                  <a:pt x="1113" y="1113"/>
                </a:cubicBezTo>
                <a:cubicBezTo>
                  <a:pt x="1424" y="935"/>
                  <a:pt x="1469" y="445"/>
                  <a:pt x="1157" y="223"/>
                </a:cubicBezTo>
                <a:cubicBezTo>
                  <a:pt x="1035" y="101"/>
                  <a:pt x="875" y="44"/>
                  <a:pt x="716" y="44"/>
                </a:cubicBezTo>
                <a:cubicBezTo>
                  <a:pt x="675" y="44"/>
                  <a:pt x="634" y="47"/>
                  <a:pt x="594" y="55"/>
                </a:cubicBezTo>
                <a:lnTo>
                  <a:pt x="594" y="55"/>
                </a:lnTo>
                <a:cubicBezTo>
                  <a:pt x="586" y="30"/>
                  <a:pt x="560" y="1"/>
                  <a:pt x="53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2" name="Google Shape;1082;p57"/>
          <p:cNvCxnSpPr>
            <a:stCxn id="1079" idx="0"/>
          </p:cNvCxnSpPr>
          <p:nvPr/>
        </p:nvCxnSpPr>
        <p:spPr>
          <a:xfrm rot="10800000">
            <a:off x="5972925" y="2796664"/>
            <a:ext cx="0" cy="383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083" name="Google Shape;1083;p57"/>
          <p:cNvSpPr txBox="1"/>
          <p:nvPr/>
        </p:nvSpPr>
        <p:spPr>
          <a:xfrm>
            <a:off x="3587250" y="1179999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Implementation </a:t>
            </a:r>
            <a:endParaRPr sz="2000" b="0" i="0" u="none" strike="noStrike" cap="none">
              <a:solidFill>
                <a:schemeClr val="accen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084" name="Google Shape;1084;p57"/>
          <p:cNvSpPr txBox="1"/>
          <p:nvPr/>
        </p:nvSpPr>
        <p:spPr>
          <a:xfrm>
            <a:off x="3587250" y="1690324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November 10, 2025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85" name="Google Shape;1085;p57"/>
          <p:cNvSpPr/>
          <p:nvPr/>
        </p:nvSpPr>
        <p:spPr>
          <a:xfrm>
            <a:off x="4428505" y="2553600"/>
            <a:ext cx="286991" cy="247701"/>
          </a:xfrm>
          <a:custGeom>
            <a:avLst/>
            <a:gdLst/>
            <a:ahLst/>
            <a:cxnLst/>
            <a:rect l="l" t="t" r="r" b="b"/>
            <a:pathLst>
              <a:path w="1469" h="1268" extrusionOk="0">
                <a:moveTo>
                  <a:pt x="740" y="221"/>
                </a:moveTo>
                <a:cubicBezTo>
                  <a:pt x="843" y="221"/>
                  <a:pt x="946" y="254"/>
                  <a:pt x="1024" y="312"/>
                </a:cubicBezTo>
                <a:cubicBezTo>
                  <a:pt x="1246" y="534"/>
                  <a:pt x="1202" y="890"/>
                  <a:pt x="935" y="1024"/>
                </a:cubicBezTo>
                <a:cubicBezTo>
                  <a:pt x="867" y="1078"/>
                  <a:pt x="786" y="1103"/>
                  <a:pt x="705" y="1103"/>
                </a:cubicBezTo>
                <a:cubicBezTo>
                  <a:pt x="520" y="1103"/>
                  <a:pt x="329" y="973"/>
                  <a:pt x="268" y="757"/>
                </a:cubicBezTo>
                <a:cubicBezTo>
                  <a:pt x="249" y="646"/>
                  <a:pt x="254" y="535"/>
                  <a:pt x="284" y="433"/>
                </a:cubicBezTo>
                <a:lnTo>
                  <a:pt x="284" y="433"/>
                </a:lnTo>
                <a:cubicBezTo>
                  <a:pt x="294" y="436"/>
                  <a:pt x="304" y="437"/>
                  <a:pt x="313" y="437"/>
                </a:cubicBezTo>
                <a:cubicBezTo>
                  <a:pt x="344" y="437"/>
                  <a:pt x="376" y="426"/>
                  <a:pt x="401" y="401"/>
                </a:cubicBezTo>
                <a:cubicBezTo>
                  <a:pt x="476" y="276"/>
                  <a:pt x="608" y="221"/>
                  <a:pt x="740" y="221"/>
                </a:cubicBezTo>
                <a:close/>
                <a:moveTo>
                  <a:pt x="534" y="1"/>
                </a:moveTo>
                <a:cubicBezTo>
                  <a:pt x="179" y="134"/>
                  <a:pt x="1" y="579"/>
                  <a:pt x="179" y="935"/>
                </a:cubicBezTo>
                <a:cubicBezTo>
                  <a:pt x="259" y="1150"/>
                  <a:pt x="471" y="1268"/>
                  <a:pt x="694" y="1268"/>
                </a:cubicBezTo>
                <a:cubicBezTo>
                  <a:pt x="839" y="1268"/>
                  <a:pt x="990" y="1218"/>
                  <a:pt x="1113" y="1113"/>
                </a:cubicBezTo>
                <a:cubicBezTo>
                  <a:pt x="1424" y="935"/>
                  <a:pt x="1469" y="445"/>
                  <a:pt x="1157" y="223"/>
                </a:cubicBezTo>
                <a:cubicBezTo>
                  <a:pt x="1035" y="101"/>
                  <a:pt x="875" y="44"/>
                  <a:pt x="716" y="44"/>
                </a:cubicBezTo>
                <a:cubicBezTo>
                  <a:pt x="675" y="44"/>
                  <a:pt x="634" y="47"/>
                  <a:pt x="594" y="55"/>
                </a:cubicBezTo>
                <a:lnTo>
                  <a:pt x="594" y="55"/>
                </a:lnTo>
                <a:cubicBezTo>
                  <a:pt x="586" y="30"/>
                  <a:pt x="560" y="1"/>
                  <a:pt x="53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6" name="Google Shape;1086;p57"/>
          <p:cNvCxnSpPr>
            <a:stCxn id="1084" idx="2"/>
          </p:cNvCxnSpPr>
          <p:nvPr/>
        </p:nvCxnSpPr>
        <p:spPr>
          <a:xfrm>
            <a:off x="4572000" y="2175124"/>
            <a:ext cx="0" cy="414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sm" len="sm"/>
          </a:ln>
        </p:spPr>
      </p:cxnSp>
      <p:grpSp>
        <p:nvGrpSpPr>
          <p:cNvPr id="1087" name="Google Shape;1087;p57"/>
          <p:cNvGrpSpPr/>
          <p:nvPr/>
        </p:nvGrpSpPr>
        <p:grpSpPr>
          <a:xfrm>
            <a:off x="4106907" y="1444084"/>
            <a:ext cx="192250" cy="401583"/>
            <a:chOff x="4132056" y="1252046"/>
            <a:chExt cx="192250" cy="401583"/>
          </a:xfrm>
        </p:grpSpPr>
        <p:sp>
          <p:nvSpPr>
            <p:cNvPr id="1088" name="Google Shape;1088;p57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7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0" name="Google Shape;1090;p57"/>
          <p:cNvSpPr txBox="1"/>
          <p:nvPr/>
        </p:nvSpPr>
        <p:spPr>
          <a:xfrm>
            <a:off x="6389100" y="1244952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r>
              <a:rPr lang="en-GB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5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091" name="Google Shape;1091;p57"/>
          <p:cNvSpPr txBox="1"/>
          <p:nvPr/>
        </p:nvSpPr>
        <p:spPr>
          <a:xfrm>
            <a:off x="6389100" y="175527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November 25, 2025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92" name="Google Shape;1092;p57"/>
          <p:cNvSpPr/>
          <p:nvPr/>
        </p:nvSpPr>
        <p:spPr>
          <a:xfrm>
            <a:off x="7230354" y="2553600"/>
            <a:ext cx="286991" cy="247701"/>
          </a:xfrm>
          <a:custGeom>
            <a:avLst/>
            <a:gdLst/>
            <a:ahLst/>
            <a:cxnLst/>
            <a:rect l="l" t="t" r="r" b="b"/>
            <a:pathLst>
              <a:path w="1469" h="1268" extrusionOk="0">
                <a:moveTo>
                  <a:pt x="740" y="221"/>
                </a:moveTo>
                <a:cubicBezTo>
                  <a:pt x="843" y="221"/>
                  <a:pt x="946" y="254"/>
                  <a:pt x="1024" y="312"/>
                </a:cubicBezTo>
                <a:cubicBezTo>
                  <a:pt x="1246" y="534"/>
                  <a:pt x="1202" y="890"/>
                  <a:pt x="935" y="1024"/>
                </a:cubicBezTo>
                <a:cubicBezTo>
                  <a:pt x="867" y="1078"/>
                  <a:pt x="786" y="1103"/>
                  <a:pt x="705" y="1103"/>
                </a:cubicBezTo>
                <a:cubicBezTo>
                  <a:pt x="520" y="1103"/>
                  <a:pt x="329" y="973"/>
                  <a:pt x="268" y="757"/>
                </a:cubicBezTo>
                <a:cubicBezTo>
                  <a:pt x="249" y="646"/>
                  <a:pt x="254" y="535"/>
                  <a:pt x="284" y="433"/>
                </a:cubicBezTo>
                <a:lnTo>
                  <a:pt x="284" y="433"/>
                </a:lnTo>
                <a:cubicBezTo>
                  <a:pt x="294" y="436"/>
                  <a:pt x="304" y="437"/>
                  <a:pt x="313" y="437"/>
                </a:cubicBezTo>
                <a:cubicBezTo>
                  <a:pt x="344" y="437"/>
                  <a:pt x="376" y="426"/>
                  <a:pt x="401" y="401"/>
                </a:cubicBezTo>
                <a:cubicBezTo>
                  <a:pt x="476" y="276"/>
                  <a:pt x="608" y="221"/>
                  <a:pt x="740" y="221"/>
                </a:cubicBezTo>
                <a:close/>
                <a:moveTo>
                  <a:pt x="534" y="1"/>
                </a:moveTo>
                <a:cubicBezTo>
                  <a:pt x="179" y="134"/>
                  <a:pt x="1" y="579"/>
                  <a:pt x="179" y="935"/>
                </a:cubicBezTo>
                <a:cubicBezTo>
                  <a:pt x="259" y="1150"/>
                  <a:pt x="471" y="1268"/>
                  <a:pt x="694" y="1268"/>
                </a:cubicBezTo>
                <a:cubicBezTo>
                  <a:pt x="839" y="1268"/>
                  <a:pt x="990" y="1218"/>
                  <a:pt x="1113" y="1113"/>
                </a:cubicBezTo>
                <a:cubicBezTo>
                  <a:pt x="1424" y="935"/>
                  <a:pt x="1469" y="445"/>
                  <a:pt x="1157" y="223"/>
                </a:cubicBezTo>
                <a:cubicBezTo>
                  <a:pt x="1035" y="101"/>
                  <a:pt x="875" y="44"/>
                  <a:pt x="716" y="44"/>
                </a:cubicBezTo>
                <a:cubicBezTo>
                  <a:pt x="675" y="44"/>
                  <a:pt x="634" y="47"/>
                  <a:pt x="594" y="55"/>
                </a:cubicBezTo>
                <a:lnTo>
                  <a:pt x="594" y="55"/>
                </a:lnTo>
                <a:cubicBezTo>
                  <a:pt x="586" y="30"/>
                  <a:pt x="560" y="1"/>
                  <a:pt x="5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3" name="Google Shape;1093;p57"/>
          <p:cNvCxnSpPr/>
          <p:nvPr/>
        </p:nvCxnSpPr>
        <p:spPr>
          <a:xfrm>
            <a:off x="7373850" y="2175124"/>
            <a:ext cx="0" cy="414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094" name="Google Shape;1094;p57"/>
          <p:cNvSpPr/>
          <p:nvPr/>
        </p:nvSpPr>
        <p:spPr>
          <a:xfrm rot="-1960143">
            <a:off x="7367716" y="47325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Budget &amp; Resourcing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00" name="Google Shape;1100;p58" title="Chart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4013" y="1392025"/>
            <a:ext cx="4255974" cy="263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58"/>
          <p:cNvSpPr txBox="1"/>
          <p:nvPr/>
        </p:nvSpPr>
        <p:spPr>
          <a:xfrm>
            <a:off x="887950" y="1392025"/>
            <a:ext cx="1969500" cy="12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Smart Workforce Allocation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102" name="Google Shape;1102;p58"/>
          <p:cNvSpPr txBox="1"/>
          <p:nvPr/>
        </p:nvSpPr>
        <p:spPr>
          <a:xfrm>
            <a:off x="6210049" y="1647517"/>
            <a:ext cx="1969500" cy="977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Cost-Efficient Tech Stack</a:t>
            </a:r>
            <a:endParaRPr sz="1400" b="1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103" name="Google Shape;1103;p58"/>
          <p:cNvSpPr txBox="1"/>
          <p:nvPr/>
        </p:nvSpPr>
        <p:spPr>
          <a:xfrm>
            <a:off x="887950" y="2704356"/>
            <a:ext cx="1969500" cy="14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Training &amp; Support Costs</a:t>
            </a:r>
            <a:endParaRPr sz="1400" b="0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104" name="Google Shape;1104;p58"/>
          <p:cNvSpPr txBox="1"/>
          <p:nvPr/>
        </p:nvSpPr>
        <p:spPr>
          <a:xfrm>
            <a:off x="6210049" y="2785730"/>
            <a:ext cx="1969500" cy="132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Hosting &amp; Server Infrastructure</a:t>
            </a:r>
            <a:endParaRPr sz="1400" b="0" i="0" u="none" strike="noStrike" cap="none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105" name="Google Shape;1105;p58"/>
          <p:cNvSpPr txBox="1"/>
          <p:nvPr/>
        </p:nvSpPr>
        <p:spPr>
          <a:xfrm>
            <a:off x="887950" y="1156816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3500" b="0" i="0" u="none" strike="noStrike" cap="none">
                <a:solidFill>
                  <a:schemeClr val="accent2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38%</a:t>
            </a:r>
            <a:endParaRPr sz="3500" b="0" i="0" u="none" strike="noStrike" cap="none">
              <a:solidFill>
                <a:schemeClr val="accen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106" name="Google Shape;1106;p58"/>
          <p:cNvSpPr txBox="1"/>
          <p:nvPr/>
        </p:nvSpPr>
        <p:spPr>
          <a:xfrm>
            <a:off x="6210049" y="1156816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3500" b="0" i="0" u="none" strike="noStrike" cap="none">
                <a:solidFill>
                  <a:schemeClr val="dk2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20%</a:t>
            </a:r>
            <a:endParaRPr sz="3500" b="0" i="0" u="none" strike="noStrike" cap="none">
              <a:solidFill>
                <a:schemeClr val="dk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107" name="Google Shape;1107;p58"/>
          <p:cNvSpPr txBox="1"/>
          <p:nvPr/>
        </p:nvSpPr>
        <p:spPr>
          <a:xfrm>
            <a:off x="887950" y="2666416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3500" b="0" i="0" u="none" strike="noStrike" cap="none">
                <a:solidFill>
                  <a:schemeClr val="accent1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11%</a:t>
            </a:r>
            <a:endParaRPr sz="3500" b="0" i="0" u="none" strike="noStrike" cap="none">
              <a:solidFill>
                <a:schemeClr val="accen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1108" name="Google Shape;1108;p58"/>
          <p:cNvSpPr txBox="1"/>
          <p:nvPr/>
        </p:nvSpPr>
        <p:spPr>
          <a:xfrm>
            <a:off x="6210049" y="2666416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3500" b="0" i="0" u="none" strike="noStrike" cap="none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31%</a:t>
            </a:r>
            <a:endParaRPr sz="3500" b="0" i="0" u="none" strike="noStrike" cap="none">
              <a:solidFill>
                <a:schemeClr val="lt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1109" name="Google Shape;1109;p58"/>
          <p:cNvGrpSpPr/>
          <p:nvPr/>
        </p:nvGrpSpPr>
        <p:grpSpPr>
          <a:xfrm>
            <a:off x="3213581" y="1282946"/>
            <a:ext cx="192250" cy="401583"/>
            <a:chOff x="4132056" y="1252046"/>
            <a:chExt cx="192250" cy="401583"/>
          </a:xfrm>
        </p:grpSpPr>
        <p:sp>
          <p:nvSpPr>
            <p:cNvPr id="1110" name="Google Shape;1110;p58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8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2" name="Google Shape;1112;p58"/>
          <p:cNvSpPr/>
          <p:nvPr/>
        </p:nvSpPr>
        <p:spPr>
          <a:xfrm rot="-1960143">
            <a:off x="4542073" y="117494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58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58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5" name="Google Shape;1115;p58"/>
          <p:cNvGrpSpPr/>
          <p:nvPr/>
        </p:nvGrpSpPr>
        <p:grpSpPr>
          <a:xfrm>
            <a:off x="7749312" y="881237"/>
            <a:ext cx="238223" cy="370822"/>
            <a:chOff x="4728537" y="1222987"/>
            <a:chExt cx="238223" cy="370822"/>
          </a:xfrm>
        </p:grpSpPr>
        <p:sp>
          <p:nvSpPr>
            <p:cNvPr id="1116" name="Google Shape;1116;p58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8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8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9" name="Google Shape;1119;p58"/>
          <p:cNvGrpSpPr/>
          <p:nvPr/>
        </p:nvGrpSpPr>
        <p:grpSpPr>
          <a:xfrm>
            <a:off x="5506907" y="3722840"/>
            <a:ext cx="576710" cy="568000"/>
            <a:chOff x="4151832" y="2079765"/>
            <a:chExt cx="576710" cy="568000"/>
          </a:xfrm>
        </p:grpSpPr>
        <p:sp>
          <p:nvSpPr>
            <p:cNvPr id="1120" name="Google Shape;1120;p58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8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58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3" name="Google Shape;1123;p58"/>
          <p:cNvGrpSpPr/>
          <p:nvPr/>
        </p:nvGrpSpPr>
        <p:grpSpPr>
          <a:xfrm>
            <a:off x="3037367" y="3646490"/>
            <a:ext cx="544683" cy="511717"/>
            <a:chOff x="2952504" y="2605315"/>
            <a:chExt cx="544683" cy="511717"/>
          </a:xfrm>
        </p:grpSpPr>
        <p:sp>
          <p:nvSpPr>
            <p:cNvPr id="1124" name="Google Shape;1124;p58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8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8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8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8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9" name="Google Shape;1129;p58"/>
          <p:cNvGrpSpPr/>
          <p:nvPr/>
        </p:nvGrpSpPr>
        <p:grpSpPr>
          <a:xfrm>
            <a:off x="917730" y="2905366"/>
            <a:ext cx="486910" cy="247705"/>
            <a:chOff x="5099580" y="2618828"/>
            <a:chExt cx="486910" cy="247705"/>
          </a:xfrm>
        </p:grpSpPr>
        <p:sp>
          <p:nvSpPr>
            <p:cNvPr id="1130" name="Google Shape;1130;p58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8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58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8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4" name="Google Shape;1134;p58"/>
          <p:cNvGrpSpPr/>
          <p:nvPr/>
        </p:nvGrpSpPr>
        <p:grpSpPr>
          <a:xfrm>
            <a:off x="5586512" y="1017729"/>
            <a:ext cx="417520" cy="481484"/>
            <a:chOff x="5110362" y="1552354"/>
            <a:chExt cx="417520" cy="481484"/>
          </a:xfrm>
        </p:grpSpPr>
        <p:sp>
          <p:nvSpPr>
            <p:cNvPr id="1135" name="Google Shape;1135;p58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8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8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8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9" name="Google Shape;1139;p58"/>
          <p:cNvGrpSpPr/>
          <p:nvPr/>
        </p:nvGrpSpPr>
        <p:grpSpPr>
          <a:xfrm>
            <a:off x="1310969" y="703550"/>
            <a:ext cx="482292" cy="376131"/>
            <a:chOff x="3198944" y="1721925"/>
            <a:chExt cx="482292" cy="376131"/>
          </a:xfrm>
        </p:grpSpPr>
        <p:sp>
          <p:nvSpPr>
            <p:cNvPr id="1140" name="Google Shape;1140;p58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8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8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8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4" name="Google Shape;1144;p58"/>
          <p:cNvGrpSpPr/>
          <p:nvPr/>
        </p:nvGrpSpPr>
        <p:grpSpPr>
          <a:xfrm>
            <a:off x="7739355" y="2860411"/>
            <a:ext cx="258153" cy="337608"/>
            <a:chOff x="3969305" y="3447586"/>
            <a:chExt cx="258153" cy="337608"/>
          </a:xfrm>
        </p:grpSpPr>
        <p:sp>
          <p:nvSpPr>
            <p:cNvPr id="1145" name="Google Shape;1145;p58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8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58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8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9" name="Google Shape;1149;p58"/>
          <p:cNvSpPr/>
          <p:nvPr/>
        </p:nvSpPr>
        <p:spPr>
          <a:xfrm rot="-1960143">
            <a:off x="8008923" y="169594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58"/>
          <p:cNvSpPr txBox="1"/>
          <p:nvPr/>
        </p:nvSpPr>
        <p:spPr>
          <a:xfrm>
            <a:off x="6110696" y="1636359"/>
            <a:ext cx="196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lt1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59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GB"/>
              <a:t>Risks &amp; Safeguards</a:t>
            </a:r>
            <a:endParaRPr/>
          </a:p>
        </p:txBody>
      </p:sp>
      <p:sp>
        <p:nvSpPr>
          <p:cNvPr id="1156" name="Google Shape;1156;p59"/>
          <p:cNvSpPr txBox="1">
            <a:spLocks noGrp="1"/>
          </p:cNvSpPr>
          <p:nvPr>
            <p:ph type="title"/>
          </p:nvPr>
        </p:nvSpPr>
        <p:spPr>
          <a:xfrm>
            <a:off x="887950" y="1076269"/>
            <a:ext cx="1969500" cy="118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>
                <a:solidFill>
                  <a:schemeClr val="accent1"/>
                </a:solidFill>
              </a:rPr>
              <a:t>Integration Challenges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57" name="Google Shape;1157;p59"/>
          <p:cNvSpPr txBox="1">
            <a:spLocks noGrp="1"/>
          </p:cNvSpPr>
          <p:nvPr>
            <p:ph type="subTitle" idx="1"/>
          </p:nvPr>
        </p:nvSpPr>
        <p:spPr>
          <a:xfrm>
            <a:off x="887950" y="2067351"/>
            <a:ext cx="1969500" cy="65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regular integration testing</a:t>
            </a:r>
            <a:endParaRPr/>
          </a:p>
        </p:txBody>
      </p:sp>
      <p:sp>
        <p:nvSpPr>
          <p:cNvPr id="1158" name="Google Shape;1158;p59"/>
          <p:cNvSpPr txBox="1">
            <a:spLocks noGrp="1"/>
          </p:cNvSpPr>
          <p:nvPr>
            <p:ph type="title" idx="2"/>
          </p:nvPr>
        </p:nvSpPr>
        <p:spPr>
          <a:xfrm>
            <a:off x="3587274" y="1065344"/>
            <a:ext cx="1969500" cy="119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>
                <a:solidFill>
                  <a:schemeClr val="accent1"/>
                </a:solidFill>
              </a:rPr>
              <a:t>Team Coordination Delays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59" name="Google Shape;1159;p59"/>
          <p:cNvSpPr txBox="1">
            <a:spLocks noGrp="1"/>
          </p:cNvSpPr>
          <p:nvPr>
            <p:ph type="subTitle" idx="3"/>
          </p:nvPr>
        </p:nvSpPr>
        <p:spPr>
          <a:xfrm>
            <a:off x="3587274" y="2240426"/>
            <a:ext cx="1969500" cy="62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Prevent using weekly sprints + daily standups</a:t>
            </a:r>
            <a:endParaRPr/>
          </a:p>
        </p:txBody>
      </p:sp>
      <p:sp>
        <p:nvSpPr>
          <p:cNvPr id="1160" name="Google Shape;1160;p59"/>
          <p:cNvSpPr txBox="1">
            <a:spLocks noGrp="1"/>
          </p:cNvSpPr>
          <p:nvPr>
            <p:ph type="title" idx="4"/>
          </p:nvPr>
        </p:nvSpPr>
        <p:spPr>
          <a:xfrm>
            <a:off x="887950" y="2815746"/>
            <a:ext cx="1969500" cy="95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>
                <a:solidFill>
                  <a:schemeClr val="accent1"/>
                </a:solidFill>
              </a:rPr>
              <a:t>Technical Limitations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61" name="Google Shape;1161;p59"/>
          <p:cNvSpPr txBox="1">
            <a:spLocks noGrp="1"/>
          </p:cNvSpPr>
          <p:nvPr>
            <p:ph type="subTitle" idx="5"/>
          </p:nvPr>
        </p:nvSpPr>
        <p:spPr>
          <a:xfrm>
            <a:off x="887950" y="37500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Reduce using lightweight code</a:t>
            </a:r>
            <a:endParaRPr/>
          </a:p>
        </p:txBody>
      </p:sp>
      <p:sp>
        <p:nvSpPr>
          <p:cNvPr id="1162" name="Google Shape;1162;p59"/>
          <p:cNvSpPr txBox="1">
            <a:spLocks noGrp="1"/>
          </p:cNvSpPr>
          <p:nvPr>
            <p:ph type="title" idx="6"/>
          </p:nvPr>
        </p:nvSpPr>
        <p:spPr>
          <a:xfrm>
            <a:off x="3587274" y="2815746"/>
            <a:ext cx="1969500" cy="95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>
                <a:solidFill>
                  <a:schemeClr val="accent1"/>
                </a:solidFill>
              </a:rPr>
              <a:t>Data Security Risks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63" name="Google Shape;1163;p59"/>
          <p:cNvSpPr txBox="1">
            <a:spLocks noGrp="1"/>
          </p:cNvSpPr>
          <p:nvPr>
            <p:ph type="subTitle" idx="7"/>
          </p:nvPr>
        </p:nvSpPr>
        <p:spPr>
          <a:xfrm>
            <a:off x="3587274" y="3750026"/>
            <a:ext cx="1969500" cy="749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Protect with AES-256 encryption + secure login + backups</a:t>
            </a:r>
            <a:endParaRPr/>
          </a:p>
        </p:txBody>
      </p:sp>
      <p:sp>
        <p:nvSpPr>
          <p:cNvPr id="1164" name="Google Shape;1164;p59"/>
          <p:cNvSpPr txBox="1">
            <a:spLocks noGrp="1"/>
          </p:cNvSpPr>
          <p:nvPr>
            <p:ph type="title" idx="8"/>
          </p:nvPr>
        </p:nvSpPr>
        <p:spPr>
          <a:xfrm>
            <a:off x="6261649" y="918998"/>
            <a:ext cx="1969500" cy="113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>
                <a:solidFill>
                  <a:schemeClr val="accent1"/>
                </a:solidFill>
              </a:rPr>
              <a:t>Scope Expansion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65" name="Google Shape;1165;p59"/>
          <p:cNvSpPr txBox="1">
            <a:spLocks noGrp="1"/>
          </p:cNvSpPr>
          <p:nvPr>
            <p:ph type="subTitle" idx="9"/>
          </p:nvPr>
        </p:nvSpPr>
        <p:spPr>
          <a:xfrm>
            <a:off x="6286549" y="22404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Control through formal change approval by stakeholders</a:t>
            </a:r>
            <a:endParaRPr/>
          </a:p>
        </p:txBody>
      </p:sp>
      <p:sp>
        <p:nvSpPr>
          <p:cNvPr id="1166" name="Google Shape;1166;p59"/>
          <p:cNvSpPr txBox="1">
            <a:spLocks noGrp="1"/>
          </p:cNvSpPr>
          <p:nvPr>
            <p:ph type="title" idx="13"/>
          </p:nvPr>
        </p:nvSpPr>
        <p:spPr>
          <a:xfrm>
            <a:off x="6286549" y="2725227"/>
            <a:ext cx="1969500" cy="104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GB">
                <a:solidFill>
                  <a:schemeClr val="accent1"/>
                </a:solidFill>
              </a:rPr>
              <a:t>User Adoption Issues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67" name="Google Shape;1167;p59"/>
          <p:cNvSpPr txBox="1">
            <a:spLocks noGrp="1"/>
          </p:cNvSpPr>
          <p:nvPr>
            <p:ph type="subTitle" idx="14"/>
          </p:nvPr>
        </p:nvSpPr>
        <p:spPr>
          <a:xfrm>
            <a:off x="6286549" y="3750027"/>
            <a:ext cx="1969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User Training Sessions</a:t>
            </a:r>
            <a:endParaRPr/>
          </a:p>
        </p:txBody>
      </p:sp>
      <p:grpSp>
        <p:nvGrpSpPr>
          <p:cNvPr id="1168" name="Google Shape;1168;p59"/>
          <p:cNvGrpSpPr/>
          <p:nvPr/>
        </p:nvGrpSpPr>
        <p:grpSpPr>
          <a:xfrm>
            <a:off x="6466581" y="1207609"/>
            <a:ext cx="192250" cy="401583"/>
            <a:chOff x="4132056" y="1252046"/>
            <a:chExt cx="192250" cy="401583"/>
          </a:xfrm>
        </p:grpSpPr>
        <p:sp>
          <p:nvSpPr>
            <p:cNvPr id="1169" name="Google Shape;1169;p59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9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1" name="Google Shape;1171;p59"/>
          <p:cNvSpPr/>
          <p:nvPr/>
        </p:nvSpPr>
        <p:spPr>
          <a:xfrm rot="-1960143">
            <a:off x="3611561" y="170909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59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59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4" name="Google Shape;1174;p59"/>
          <p:cNvGrpSpPr/>
          <p:nvPr/>
        </p:nvGrpSpPr>
        <p:grpSpPr>
          <a:xfrm>
            <a:off x="5300374" y="1256537"/>
            <a:ext cx="238223" cy="370822"/>
            <a:chOff x="4728537" y="1222987"/>
            <a:chExt cx="238223" cy="370822"/>
          </a:xfrm>
        </p:grpSpPr>
        <p:sp>
          <p:nvSpPr>
            <p:cNvPr id="1175" name="Google Shape;1175;p59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9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9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8" name="Google Shape;1178;p59"/>
          <p:cNvGrpSpPr/>
          <p:nvPr/>
        </p:nvGrpSpPr>
        <p:grpSpPr>
          <a:xfrm>
            <a:off x="7883757" y="1157940"/>
            <a:ext cx="576710" cy="568000"/>
            <a:chOff x="4151832" y="2079765"/>
            <a:chExt cx="576710" cy="568000"/>
          </a:xfrm>
        </p:grpSpPr>
        <p:sp>
          <p:nvSpPr>
            <p:cNvPr id="1179" name="Google Shape;1179;p59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59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59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2" name="Google Shape;1182;p59"/>
          <p:cNvGrpSpPr/>
          <p:nvPr/>
        </p:nvGrpSpPr>
        <p:grpSpPr>
          <a:xfrm>
            <a:off x="7981529" y="2866515"/>
            <a:ext cx="544683" cy="511717"/>
            <a:chOff x="2952504" y="2605315"/>
            <a:chExt cx="544683" cy="511717"/>
          </a:xfrm>
        </p:grpSpPr>
        <p:sp>
          <p:nvSpPr>
            <p:cNvPr id="1183" name="Google Shape;1183;p59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59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59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59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59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8" name="Google Shape;1188;p59"/>
          <p:cNvGrpSpPr/>
          <p:nvPr/>
        </p:nvGrpSpPr>
        <p:grpSpPr>
          <a:xfrm>
            <a:off x="2390080" y="3053828"/>
            <a:ext cx="486910" cy="247705"/>
            <a:chOff x="5099580" y="2618828"/>
            <a:chExt cx="486910" cy="247705"/>
          </a:xfrm>
        </p:grpSpPr>
        <p:sp>
          <p:nvSpPr>
            <p:cNvPr id="1189" name="Google Shape;1189;p59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9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59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9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3" name="Google Shape;1193;p59"/>
          <p:cNvGrpSpPr/>
          <p:nvPr/>
        </p:nvGrpSpPr>
        <p:grpSpPr>
          <a:xfrm>
            <a:off x="5210737" y="3111279"/>
            <a:ext cx="417520" cy="481484"/>
            <a:chOff x="5110362" y="1552354"/>
            <a:chExt cx="417520" cy="481484"/>
          </a:xfrm>
        </p:grpSpPr>
        <p:sp>
          <p:nvSpPr>
            <p:cNvPr id="1194" name="Google Shape;1194;p59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9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9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9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8" name="Google Shape;1198;p59"/>
          <p:cNvGrpSpPr/>
          <p:nvPr/>
        </p:nvGrpSpPr>
        <p:grpSpPr>
          <a:xfrm>
            <a:off x="2291769" y="1185850"/>
            <a:ext cx="482292" cy="376131"/>
            <a:chOff x="3198944" y="1721925"/>
            <a:chExt cx="482292" cy="376131"/>
          </a:xfrm>
        </p:grpSpPr>
        <p:sp>
          <p:nvSpPr>
            <p:cNvPr id="1199" name="Google Shape;1199;p59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9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9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59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3" name="Google Shape;1203;p59"/>
          <p:cNvGrpSpPr/>
          <p:nvPr/>
        </p:nvGrpSpPr>
        <p:grpSpPr>
          <a:xfrm>
            <a:off x="845405" y="1205111"/>
            <a:ext cx="258153" cy="337608"/>
            <a:chOff x="3969305" y="3447586"/>
            <a:chExt cx="258153" cy="337608"/>
          </a:xfrm>
        </p:grpSpPr>
        <p:sp>
          <p:nvSpPr>
            <p:cNvPr id="1204" name="Google Shape;1204;p59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9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9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9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8" name="Google Shape;1208;p59"/>
          <p:cNvGrpSpPr/>
          <p:nvPr/>
        </p:nvGrpSpPr>
        <p:grpSpPr>
          <a:xfrm>
            <a:off x="715106" y="3378234"/>
            <a:ext cx="192250" cy="401583"/>
            <a:chOff x="4132056" y="1252046"/>
            <a:chExt cx="192250" cy="401583"/>
          </a:xfrm>
        </p:grpSpPr>
        <p:sp>
          <p:nvSpPr>
            <p:cNvPr id="1209" name="Google Shape;1209;p59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9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1" name="Google Shape;1211;p59"/>
          <p:cNvGrpSpPr/>
          <p:nvPr/>
        </p:nvGrpSpPr>
        <p:grpSpPr>
          <a:xfrm>
            <a:off x="3580456" y="3151234"/>
            <a:ext cx="192250" cy="401583"/>
            <a:chOff x="4132056" y="1252046"/>
            <a:chExt cx="192250" cy="401583"/>
          </a:xfrm>
        </p:grpSpPr>
        <p:sp>
          <p:nvSpPr>
            <p:cNvPr id="1212" name="Google Shape;1212;p59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9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4" name="Google Shape;1214;p59"/>
          <p:cNvSpPr/>
          <p:nvPr/>
        </p:nvSpPr>
        <p:spPr>
          <a:xfrm rot="-1960143">
            <a:off x="6330598" y="2952535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9" name="Google Shape;1219;p60"/>
          <p:cNvPicPr preferRelativeResize="0"/>
          <p:nvPr/>
        </p:nvPicPr>
        <p:blipFill rotWithShape="1">
          <a:blip r:embed="rId3">
            <a:alphaModFix/>
          </a:blip>
          <a:srcRect l="31418" r="31418"/>
          <a:stretch/>
        </p:blipFill>
        <p:spPr>
          <a:xfrm>
            <a:off x="7356891" y="2225688"/>
            <a:ext cx="851520" cy="1425161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60"/>
          <p:cNvSpPr txBox="1">
            <a:spLocks noGrp="1"/>
          </p:cNvSpPr>
          <p:nvPr>
            <p:ph type="title"/>
          </p:nvPr>
        </p:nvSpPr>
        <p:spPr>
          <a:xfrm>
            <a:off x="737192" y="504700"/>
            <a:ext cx="3213644" cy="155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GB" dirty="0"/>
              <a:t>Future Scope</a:t>
            </a:r>
            <a:endParaRPr dirty="0"/>
          </a:p>
        </p:txBody>
      </p:sp>
      <p:pic>
        <p:nvPicPr>
          <p:cNvPr id="1221" name="Google Shape;1221;p60"/>
          <p:cNvPicPr preferRelativeResize="0"/>
          <p:nvPr/>
        </p:nvPicPr>
        <p:blipFill rotWithShape="1">
          <a:blip r:embed="rId3">
            <a:alphaModFix/>
          </a:blip>
          <a:srcRect t="1425" b="1426"/>
          <a:stretch/>
        </p:blipFill>
        <p:spPr>
          <a:xfrm>
            <a:off x="4250592" y="1572586"/>
            <a:ext cx="2816501" cy="17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60"/>
          <p:cNvSpPr/>
          <p:nvPr/>
        </p:nvSpPr>
        <p:spPr>
          <a:xfrm>
            <a:off x="4061743" y="1447350"/>
            <a:ext cx="3052055" cy="2410363"/>
          </a:xfrm>
          <a:custGeom>
            <a:avLst/>
            <a:gdLst/>
            <a:ahLst/>
            <a:cxnLst/>
            <a:rect l="l" t="t" r="r" b="b"/>
            <a:pathLst>
              <a:path w="131696" h="100673" extrusionOk="0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60"/>
          <p:cNvSpPr/>
          <p:nvPr/>
        </p:nvSpPr>
        <p:spPr>
          <a:xfrm>
            <a:off x="7315035" y="2018091"/>
            <a:ext cx="930329" cy="1839745"/>
          </a:xfrm>
          <a:custGeom>
            <a:avLst/>
            <a:gdLst/>
            <a:ahLst/>
            <a:cxnLst/>
            <a:rect l="l" t="t" r="r" b="b"/>
            <a:pathLst>
              <a:path w="61960" h="122466" extrusionOk="0">
                <a:moveTo>
                  <a:pt x="52217" y="0"/>
                </a:moveTo>
                <a:lnTo>
                  <a:pt x="9743" y="0"/>
                </a:lnTo>
                <a:lnTo>
                  <a:pt x="9743" y="0"/>
                </a:lnTo>
                <a:lnTo>
                  <a:pt x="8803" y="0"/>
                </a:lnTo>
                <a:lnTo>
                  <a:pt x="7778" y="171"/>
                </a:lnTo>
                <a:lnTo>
                  <a:pt x="6838" y="427"/>
                </a:lnTo>
                <a:lnTo>
                  <a:pt x="5983" y="769"/>
                </a:lnTo>
                <a:lnTo>
                  <a:pt x="5129" y="1111"/>
                </a:lnTo>
                <a:lnTo>
                  <a:pt x="4359" y="1624"/>
                </a:lnTo>
                <a:lnTo>
                  <a:pt x="3590" y="2222"/>
                </a:lnTo>
                <a:lnTo>
                  <a:pt x="2907" y="2820"/>
                </a:lnTo>
                <a:lnTo>
                  <a:pt x="2223" y="3504"/>
                </a:lnTo>
                <a:lnTo>
                  <a:pt x="1710" y="4273"/>
                </a:lnTo>
                <a:lnTo>
                  <a:pt x="1197" y="5042"/>
                </a:lnTo>
                <a:lnTo>
                  <a:pt x="770" y="5897"/>
                </a:lnTo>
                <a:lnTo>
                  <a:pt x="514" y="6837"/>
                </a:lnTo>
                <a:lnTo>
                  <a:pt x="257" y="7777"/>
                </a:lnTo>
                <a:lnTo>
                  <a:pt x="86" y="8717"/>
                </a:lnTo>
                <a:lnTo>
                  <a:pt x="1" y="9743"/>
                </a:lnTo>
                <a:lnTo>
                  <a:pt x="1" y="112723"/>
                </a:lnTo>
                <a:lnTo>
                  <a:pt x="1" y="112723"/>
                </a:lnTo>
                <a:lnTo>
                  <a:pt x="86" y="113748"/>
                </a:lnTo>
                <a:lnTo>
                  <a:pt x="257" y="114688"/>
                </a:lnTo>
                <a:lnTo>
                  <a:pt x="514" y="115629"/>
                </a:lnTo>
                <a:lnTo>
                  <a:pt x="770" y="116569"/>
                </a:lnTo>
                <a:lnTo>
                  <a:pt x="1197" y="117423"/>
                </a:lnTo>
                <a:lnTo>
                  <a:pt x="1710" y="118192"/>
                </a:lnTo>
                <a:lnTo>
                  <a:pt x="2223" y="118962"/>
                </a:lnTo>
                <a:lnTo>
                  <a:pt x="2907" y="119645"/>
                </a:lnTo>
                <a:lnTo>
                  <a:pt x="3590" y="120243"/>
                </a:lnTo>
                <a:lnTo>
                  <a:pt x="4359" y="120842"/>
                </a:lnTo>
                <a:lnTo>
                  <a:pt x="5129" y="121354"/>
                </a:lnTo>
                <a:lnTo>
                  <a:pt x="5983" y="121696"/>
                </a:lnTo>
                <a:lnTo>
                  <a:pt x="6838" y="122038"/>
                </a:lnTo>
                <a:lnTo>
                  <a:pt x="7778" y="122294"/>
                </a:lnTo>
                <a:lnTo>
                  <a:pt x="8803" y="122465"/>
                </a:lnTo>
                <a:lnTo>
                  <a:pt x="9743" y="122465"/>
                </a:lnTo>
                <a:lnTo>
                  <a:pt x="52217" y="122465"/>
                </a:lnTo>
                <a:lnTo>
                  <a:pt x="52217" y="122465"/>
                </a:lnTo>
                <a:lnTo>
                  <a:pt x="53243" y="122465"/>
                </a:lnTo>
                <a:lnTo>
                  <a:pt x="54183" y="122294"/>
                </a:lnTo>
                <a:lnTo>
                  <a:pt x="55123" y="122038"/>
                </a:lnTo>
                <a:lnTo>
                  <a:pt x="55978" y="121696"/>
                </a:lnTo>
                <a:lnTo>
                  <a:pt x="56832" y="121354"/>
                </a:lnTo>
                <a:lnTo>
                  <a:pt x="57687" y="120842"/>
                </a:lnTo>
                <a:lnTo>
                  <a:pt x="58371" y="120243"/>
                </a:lnTo>
                <a:lnTo>
                  <a:pt x="59054" y="119645"/>
                </a:lnTo>
                <a:lnTo>
                  <a:pt x="59738" y="118962"/>
                </a:lnTo>
                <a:lnTo>
                  <a:pt x="60251" y="118192"/>
                </a:lnTo>
                <a:lnTo>
                  <a:pt x="60764" y="117423"/>
                </a:lnTo>
                <a:lnTo>
                  <a:pt x="61191" y="116569"/>
                </a:lnTo>
                <a:lnTo>
                  <a:pt x="61533" y="115629"/>
                </a:lnTo>
                <a:lnTo>
                  <a:pt x="61704" y="114688"/>
                </a:lnTo>
                <a:lnTo>
                  <a:pt x="61875" y="113748"/>
                </a:lnTo>
                <a:lnTo>
                  <a:pt x="61960" y="112723"/>
                </a:lnTo>
                <a:lnTo>
                  <a:pt x="61960" y="9743"/>
                </a:lnTo>
                <a:lnTo>
                  <a:pt x="61960" y="9743"/>
                </a:lnTo>
                <a:lnTo>
                  <a:pt x="61875" y="8717"/>
                </a:lnTo>
                <a:lnTo>
                  <a:pt x="61704" y="7777"/>
                </a:lnTo>
                <a:lnTo>
                  <a:pt x="61533" y="6837"/>
                </a:lnTo>
                <a:lnTo>
                  <a:pt x="61191" y="5897"/>
                </a:lnTo>
                <a:lnTo>
                  <a:pt x="60764" y="5042"/>
                </a:lnTo>
                <a:lnTo>
                  <a:pt x="60251" y="4273"/>
                </a:lnTo>
                <a:lnTo>
                  <a:pt x="59738" y="3504"/>
                </a:lnTo>
                <a:lnTo>
                  <a:pt x="59054" y="2820"/>
                </a:lnTo>
                <a:lnTo>
                  <a:pt x="58371" y="2222"/>
                </a:lnTo>
                <a:lnTo>
                  <a:pt x="57687" y="1624"/>
                </a:lnTo>
                <a:lnTo>
                  <a:pt x="56832" y="1111"/>
                </a:lnTo>
                <a:lnTo>
                  <a:pt x="55978" y="769"/>
                </a:lnTo>
                <a:lnTo>
                  <a:pt x="55123" y="427"/>
                </a:lnTo>
                <a:lnTo>
                  <a:pt x="54183" y="171"/>
                </a:lnTo>
                <a:lnTo>
                  <a:pt x="53243" y="0"/>
                </a:lnTo>
                <a:lnTo>
                  <a:pt x="52217" y="0"/>
                </a:lnTo>
                <a:lnTo>
                  <a:pt x="52217" y="0"/>
                </a:lnTo>
                <a:close/>
                <a:moveTo>
                  <a:pt x="24870" y="5042"/>
                </a:moveTo>
                <a:lnTo>
                  <a:pt x="24870" y="5042"/>
                </a:lnTo>
                <a:lnTo>
                  <a:pt x="24955" y="5042"/>
                </a:lnTo>
                <a:lnTo>
                  <a:pt x="37176" y="5042"/>
                </a:lnTo>
                <a:lnTo>
                  <a:pt x="37176" y="5042"/>
                </a:lnTo>
                <a:lnTo>
                  <a:pt x="37433" y="5042"/>
                </a:lnTo>
                <a:lnTo>
                  <a:pt x="37689" y="5213"/>
                </a:lnTo>
                <a:lnTo>
                  <a:pt x="37860" y="5469"/>
                </a:lnTo>
                <a:lnTo>
                  <a:pt x="37946" y="5811"/>
                </a:lnTo>
                <a:lnTo>
                  <a:pt x="37946" y="5811"/>
                </a:lnTo>
                <a:lnTo>
                  <a:pt x="37860" y="6068"/>
                </a:lnTo>
                <a:lnTo>
                  <a:pt x="37689" y="6324"/>
                </a:lnTo>
                <a:lnTo>
                  <a:pt x="37433" y="6495"/>
                </a:lnTo>
                <a:lnTo>
                  <a:pt x="37091" y="6580"/>
                </a:lnTo>
                <a:lnTo>
                  <a:pt x="37091" y="6580"/>
                </a:lnTo>
                <a:lnTo>
                  <a:pt x="37091" y="6580"/>
                </a:lnTo>
                <a:lnTo>
                  <a:pt x="24870" y="6580"/>
                </a:lnTo>
                <a:lnTo>
                  <a:pt x="24870" y="6580"/>
                </a:lnTo>
                <a:lnTo>
                  <a:pt x="24870" y="6580"/>
                </a:lnTo>
                <a:lnTo>
                  <a:pt x="24528" y="6495"/>
                </a:lnTo>
                <a:lnTo>
                  <a:pt x="24272" y="6324"/>
                </a:lnTo>
                <a:lnTo>
                  <a:pt x="24101" y="6068"/>
                </a:lnTo>
                <a:lnTo>
                  <a:pt x="24101" y="5811"/>
                </a:lnTo>
                <a:lnTo>
                  <a:pt x="24101" y="5811"/>
                </a:lnTo>
                <a:lnTo>
                  <a:pt x="24101" y="5469"/>
                </a:lnTo>
                <a:lnTo>
                  <a:pt x="24272" y="5213"/>
                </a:lnTo>
                <a:lnTo>
                  <a:pt x="24528" y="5042"/>
                </a:lnTo>
                <a:lnTo>
                  <a:pt x="24870" y="5042"/>
                </a:lnTo>
                <a:lnTo>
                  <a:pt x="24870" y="5042"/>
                </a:lnTo>
                <a:close/>
                <a:moveTo>
                  <a:pt x="31023" y="119389"/>
                </a:moveTo>
                <a:lnTo>
                  <a:pt x="31023" y="119389"/>
                </a:lnTo>
                <a:lnTo>
                  <a:pt x="30340" y="119303"/>
                </a:lnTo>
                <a:lnTo>
                  <a:pt x="29741" y="119132"/>
                </a:lnTo>
                <a:lnTo>
                  <a:pt x="29143" y="118791"/>
                </a:lnTo>
                <a:lnTo>
                  <a:pt x="28630" y="118449"/>
                </a:lnTo>
                <a:lnTo>
                  <a:pt x="28288" y="117936"/>
                </a:lnTo>
                <a:lnTo>
                  <a:pt x="27947" y="117338"/>
                </a:lnTo>
                <a:lnTo>
                  <a:pt x="27776" y="116740"/>
                </a:lnTo>
                <a:lnTo>
                  <a:pt x="27690" y="116056"/>
                </a:lnTo>
                <a:lnTo>
                  <a:pt x="27690" y="116056"/>
                </a:lnTo>
                <a:lnTo>
                  <a:pt x="27776" y="115458"/>
                </a:lnTo>
                <a:lnTo>
                  <a:pt x="27947" y="114774"/>
                </a:lnTo>
                <a:lnTo>
                  <a:pt x="28288" y="114261"/>
                </a:lnTo>
                <a:lnTo>
                  <a:pt x="28630" y="113748"/>
                </a:lnTo>
                <a:lnTo>
                  <a:pt x="29143" y="113407"/>
                </a:lnTo>
                <a:lnTo>
                  <a:pt x="29741" y="113065"/>
                </a:lnTo>
                <a:lnTo>
                  <a:pt x="30340" y="112894"/>
                </a:lnTo>
                <a:lnTo>
                  <a:pt x="31023" y="112808"/>
                </a:lnTo>
                <a:lnTo>
                  <a:pt x="31023" y="112808"/>
                </a:lnTo>
                <a:lnTo>
                  <a:pt x="31621" y="112894"/>
                </a:lnTo>
                <a:lnTo>
                  <a:pt x="32305" y="113065"/>
                </a:lnTo>
                <a:lnTo>
                  <a:pt x="32818" y="113407"/>
                </a:lnTo>
                <a:lnTo>
                  <a:pt x="33331" y="113748"/>
                </a:lnTo>
                <a:lnTo>
                  <a:pt x="33758" y="114261"/>
                </a:lnTo>
                <a:lnTo>
                  <a:pt x="34014" y="114774"/>
                </a:lnTo>
                <a:lnTo>
                  <a:pt x="34185" y="115458"/>
                </a:lnTo>
                <a:lnTo>
                  <a:pt x="34271" y="116056"/>
                </a:lnTo>
                <a:lnTo>
                  <a:pt x="34271" y="116056"/>
                </a:lnTo>
                <a:lnTo>
                  <a:pt x="34185" y="116740"/>
                </a:lnTo>
                <a:lnTo>
                  <a:pt x="34014" y="117338"/>
                </a:lnTo>
                <a:lnTo>
                  <a:pt x="33758" y="117936"/>
                </a:lnTo>
                <a:lnTo>
                  <a:pt x="33331" y="118449"/>
                </a:lnTo>
                <a:lnTo>
                  <a:pt x="32818" y="118791"/>
                </a:lnTo>
                <a:lnTo>
                  <a:pt x="32305" y="119132"/>
                </a:lnTo>
                <a:lnTo>
                  <a:pt x="31621" y="119303"/>
                </a:lnTo>
                <a:lnTo>
                  <a:pt x="31023" y="119389"/>
                </a:lnTo>
                <a:lnTo>
                  <a:pt x="31023" y="119389"/>
                </a:lnTo>
                <a:close/>
                <a:moveTo>
                  <a:pt x="59482" y="108877"/>
                </a:moveTo>
                <a:lnTo>
                  <a:pt x="2479" y="108877"/>
                </a:lnTo>
                <a:lnTo>
                  <a:pt x="2479" y="13588"/>
                </a:lnTo>
                <a:lnTo>
                  <a:pt x="59482" y="13588"/>
                </a:lnTo>
                <a:lnTo>
                  <a:pt x="59482" y="108877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4" name="Google Shape;1224;p60"/>
          <p:cNvGrpSpPr/>
          <p:nvPr/>
        </p:nvGrpSpPr>
        <p:grpSpPr>
          <a:xfrm>
            <a:off x="2703306" y="915271"/>
            <a:ext cx="192250" cy="401583"/>
            <a:chOff x="4132056" y="1252046"/>
            <a:chExt cx="192250" cy="401583"/>
          </a:xfrm>
        </p:grpSpPr>
        <p:sp>
          <p:nvSpPr>
            <p:cNvPr id="1225" name="Google Shape;1225;p60"/>
            <p:cNvSpPr/>
            <p:nvPr/>
          </p:nvSpPr>
          <p:spPr>
            <a:xfrm rot="-1960143">
              <a:off x="4138780" y="1605716"/>
              <a:ext cx="46257" cy="38472"/>
            </a:xfrm>
            <a:custGeom>
              <a:avLst/>
              <a:gdLst/>
              <a:ahLst/>
              <a:cxnLst/>
              <a:rect l="l" t="t" r="r" b="b"/>
              <a:pathLst>
                <a:path w="1218" h="1013" extrusionOk="0">
                  <a:moveTo>
                    <a:pt x="716" y="0"/>
                  </a:moveTo>
                  <a:cubicBezTo>
                    <a:pt x="251" y="0"/>
                    <a:pt x="0" y="537"/>
                    <a:pt x="323" y="859"/>
                  </a:cubicBezTo>
                  <a:cubicBezTo>
                    <a:pt x="428" y="965"/>
                    <a:pt x="561" y="1013"/>
                    <a:pt x="692" y="1013"/>
                  </a:cubicBezTo>
                  <a:cubicBezTo>
                    <a:pt x="959" y="1013"/>
                    <a:pt x="1217" y="814"/>
                    <a:pt x="1217" y="501"/>
                  </a:cubicBezTo>
                  <a:cubicBezTo>
                    <a:pt x="1217" y="215"/>
                    <a:pt x="967" y="0"/>
                    <a:pt x="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60"/>
            <p:cNvSpPr/>
            <p:nvPr/>
          </p:nvSpPr>
          <p:spPr>
            <a:xfrm rot="-1960143">
              <a:off x="4213098" y="1271565"/>
              <a:ext cx="96540" cy="82640"/>
            </a:xfrm>
            <a:custGeom>
              <a:avLst/>
              <a:gdLst/>
              <a:ahLst/>
              <a:cxnLst/>
              <a:rect l="l" t="t" r="r" b="b"/>
              <a:pathLst>
                <a:path w="2542" h="2176" extrusionOk="0">
                  <a:moveTo>
                    <a:pt x="1468" y="0"/>
                  </a:moveTo>
                  <a:cubicBezTo>
                    <a:pt x="501" y="0"/>
                    <a:pt x="0" y="1181"/>
                    <a:pt x="680" y="1861"/>
                  </a:cubicBezTo>
                  <a:cubicBezTo>
                    <a:pt x="910" y="2079"/>
                    <a:pt x="1183" y="2176"/>
                    <a:pt x="1449" y="2176"/>
                  </a:cubicBezTo>
                  <a:cubicBezTo>
                    <a:pt x="2013" y="2176"/>
                    <a:pt x="2542" y="1742"/>
                    <a:pt x="2542" y="1110"/>
                  </a:cubicBezTo>
                  <a:cubicBezTo>
                    <a:pt x="2542" y="501"/>
                    <a:pt x="2076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7" name="Google Shape;1227;p60"/>
          <p:cNvSpPr/>
          <p:nvPr/>
        </p:nvSpPr>
        <p:spPr>
          <a:xfrm rot="-1960143">
            <a:off x="3474098" y="3913772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60"/>
          <p:cNvSpPr/>
          <p:nvPr/>
        </p:nvSpPr>
        <p:spPr>
          <a:xfrm rot="-1960143">
            <a:off x="3653638" y="2228078"/>
            <a:ext cx="13368" cy="9115"/>
          </a:xfrm>
          <a:custGeom>
            <a:avLst/>
            <a:gdLst/>
            <a:ahLst/>
            <a:cxnLst/>
            <a:rect l="l" t="t" r="r" b="b"/>
            <a:pathLst>
              <a:path w="352" h="240" extrusionOk="0">
                <a:moveTo>
                  <a:pt x="147" y="1"/>
                </a:moveTo>
                <a:cubicBezTo>
                  <a:pt x="1" y="1"/>
                  <a:pt x="191" y="239"/>
                  <a:pt x="293" y="239"/>
                </a:cubicBezTo>
                <a:cubicBezTo>
                  <a:pt x="327" y="239"/>
                  <a:pt x="351" y="214"/>
                  <a:pt x="351" y="146"/>
                </a:cubicBezTo>
                <a:cubicBezTo>
                  <a:pt x="351" y="74"/>
                  <a:pt x="280" y="3"/>
                  <a:pt x="172" y="3"/>
                </a:cubicBezTo>
                <a:cubicBezTo>
                  <a:pt x="163" y="1"/>
                  <a:pt x="154" y="1"/>
                  <a:pt x="1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60"/>
          <p:cNvSpPr/>
          <p:nvPr/>
        </p:nvSpPr>
        <p:spPr>
          <a:xfrm rot="-1960143">
            <a:off x="4529194" y="3056171"/>
            <a:ext cx="12267" cy="12305"/>
          </a:xfrm>
          <a:custGeom>
            <a:avLst/>
            <a:gdLst/>
            <a:ahLst/>
            <a:cxnLst/>
            <a:rect l="l" t="t" r="r" b="b"/>
            <a:pathLst>
              <a:path w="323" h="324" extrusionOk="0">
                <a:moveTo>
                  <a:pt x="144" y="1"/>
                </a:moveTo>
                <a:cubicBezTo>
                  <a:pt x="72" y="1"/>
                  <a:pt x="0" y="73"/>
                  <a:pt x="0" y="144"/>
                </a:cubicBezTo>
                <a:cubicBezTo>
                  <a:pt x="0" y="252"/>
                  <a:pt x="72" y="323"/>
                  <a:pt x="144" y="323"/>
                </a:cubicBezTo>
                <a:cubicBezTo>
                  <a:pt x="251" y="323"/>
                  <a:pt x="323" y="252"/>
                  <a:pt x="323" y="144"/>
                </a:cubicBezTo>
                <a:cubicBezTo>
                  <a:pt x="323" y="73"/>
                  <a:pt x="251" y="1"/>
                  <a:pt x="14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0" name="Google Shape;1230;p60"/>
          <p:cNvGrpSpPr/>
          <p:nvPr/>
        </p:nvGrpSpPr>
        <p:grpSpPr>
          <a:xfrm>
            <a:off x="7661087" y="865812"/>
            <a:ext cx="238223" cy="370822"/>
            <a:chOff x="4728537" y="1222987"/>
            <a:chExt cx="238223" cy="370822"/>
          </a:xfrm>
        </p:grpSpPr>
        <p:sp>
          <p:nvSpPr>
            <p:cNvPr id="1231" name="Google Shape;1231;p60"/>
            <p:cNvSpPr/>
            <p:nvPr/>
          </p:nvSpPr>
          <p:spPr>
            <a:xfrm rot="-1960143">
              <a:off x="4913282" y="1379518"/>
              <a:ext cx="31332" cy="29927"/>
            </a:xfrm>
            <a:custGeom>
              <a:avLst/>
              <a:gdLst/>
              <a:ahLst/>
              <a:cxnLst/>
              <a:rect l="l" t="t" r="r" b="b"/>
              <a:pathLst>
                <a:path w="825" h="788" extrusionOk="0">
                  <a:moveTo>
                    <a:pt x="395" y="0"/>
                  </a:moveTo>
                  <a:cubicBezTo>
                    <a:pt x="180" y="0"/>
                    <a:pt x="1" y="179"/>
                    <a:pt x="1" y="394"/>
                  </a:cubicBezTo>
                  <a:cubicBezTo>
                    <a:pt x="1" y="609"/>
                    <a:pt x="180" y="788"/>
                    <a:pt x="395" y="788"/>
                  </a:cubicBezTo>
                  <a:cubicBezTo>
                    <a:pt x="645" y="788"/>
                    <a:pt x="824" y="609"/>
                    <a:pt x="824" y="394"/>
                  </a:cubicBezTo>
                  <a:cubicBezTo>
                    <a:pt x="824" y="179"/>
                    <a:pt x="645" y="0"/>
                    <a:pt x="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0"/>
            <p:cNvSpPr/>
            <p:nvPr/>
          </p:nvSpPr>
          <p:spPr>
            <a:xfrm rot="-1960143">
              <a:off x="4895488" y="1234407"/>
              <a:ext cx="59853" cy="59853"/>
            </a:xfrm>
            <a:custGeom>
              <a:avLst/>
              <a:gdLst/>
              <a:ahLst/>
              <a:cxnLst/>
              <a:rect l="l" t="t" r="r" b="b"/>
              <a:pathLst>
                <a:path w="1576" h="1576" extrusionOk="0">
                  <a:moveTo>
                    <a:pt x="788" y="0"/>
                  </a:moveTo>
                  <a:cubicBezTo>
                    <a:pt x="359" y="0"/>
                    <a:pt x="1" y="358"/>
                    <a:pt x="1" y="788"/>
                  </a:cubicBezTo>
                  <a:cubicBezTo>
                    <a:pt x="1" y="1253"/>
                    <a:pt x="359" y="1575"/>
                    <a:pt x="788" y="1575"/>
                  </a:cubicBezTo>
                  <a:cubicBezTo>
                    <a:pt x="1254" y="1575"/>
                    <a:pt x="1576" y="1253"/>
                    <a:pt x="1576" y="788"/>
                  </a:cubicBezTo>
                  <a:cubicBezTo>
                    <a:pt x="1576" y="358"/>
                    <a:pt x="1254" y="0"/>
                    <a:pt x="7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0"/>
            <p:cNvSpPr/>
            <p:nvPr/>
          </p:nvSpPr>
          <p:spPr>
            <a:xfrm rot="-1960143">
              <a:off x="4735697" y="1548081"/>
              <a:ext cx="39459" cy="38092"/>
            </a:xfrm>
            <a:custGeom>
              <a:avLst/>
              <a:gdLst/>
              <a:ahLst/>
              <a:cxnLst/>
              <a:rect l="l" t="t" r="r" b="b"/>
              <a:pathLst>
                <a:path w="1039" h="1003" extrusionOk="0">
                  <a:moveTo>
                    <a:pt x="502" y="0"/>
                  </a:moveTo>
                  <a:cubicBezTo>
                    <a:pt x="251" y="0"/>
                    <a:pt x="1" y="215"/>
                    <a:pt x="1" y="501"/>
                  </a:cubicBezTo>
                  <a:cubicBezTo>
                    <a:pt x="1" y="788"/>
                    <a:pt x="251" y="1002"/>
                    <a:pt x="502" y="1002"/>
                  </a:cubicBezTo>
                  <a:cubicBezTo>
                    <a:pt x="788" y="1002"/>
                    <a:pt x="1039" y="788"/>
                    <a:pt x="1039" y="501"/>
                  </a:cubicBezTo>
                  <a:cubicBezTo>
                    <a:pt x="1039" y="215"/>
                    <a:pt x="788" y="0"/>
                    <a:pt x="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4" name="Google Shape;1234;p60"/>
          <p:cNvGrpSpPr/>
          <p:nvPr/>
        </p:nvGrpSpPr>
        <p:grpSpPr>
          <a:xfrm rot="10548470">
            <a:off x="1972542" y="3521486"/>
            <a:ext cx="576696" cy="567986"/>
            <a:chOff x="4151832" y="2079765"/>
            <a:chExt cx="576710" cy="568000"/>
          </a:xfrm>
        </p:grpSpPr>
        <p:sp>
          <p:nvSpPr>
            <p:cNvPr id="1235" name="Google Shape;1235;p60"/>
            <p:cNvSpPr/>
            <p:nvPr/>
          </p:nvSpPr>
          <p:spPr>
            <a:xfrm rot="-1960143">
              <a:off x="4161172" y="2589471"/>
              <a:ext cx="48954" cy="48954"/>
            </a:xfrm>
            <a:custGeom>
              <a:avLst/>
              <a:gdLst/>
              <a:ahLst/>
              <a:cxnLst/>
              <a:rect l="l" t="t" r="r" b="b"/>
              <a:pathLst>
                <a:path w="1289" h="1289" extrusionOk="0">
                  <a:moveTo>
                    <a:pt x="644" y="0"/>
                  </a:moveTo>
                  <a:cubicBezTo>
                    <a:pt x="286" y="0"/>
                    <a:pt x="0" y="287"/>
                    <a:pt x="0" y="645"/>
                  </a:cubicBezTo>
                  <a:cubicBezTo>
                    <a:pt x="0" y="1002"/>
                    <a:pt x="286" y="1289"/>
                    <a:pt x="644" y="1289"/>
                  </a:cubicBezTo>
                  <a:cubicBezTo>
                    <a:pt x="1002" y="1289"/>
                    <a:pt x="1289" y="1002"/>
                    <a:pt x="1289" y="645"/>
                  </a:cubicBezTo>
                  <a:cubicBezTo>
                    <a:pt x="1289" y="287"/>
                    <a:pt x="1002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0"/>
            <p:cNvSpPr/>
            <p:nvPr/>
          </p:nvSpPr>
          <p:spPr>
            <a:xfrm rot="-1960143">
              <a:off x="4320729" y="2086508"/>
              <a:ext cx="35358" cy="35396"/>
            </a:xfrm>
            <a:custGeom>
              <a:avLst/>
              <a:gdLst/>
              <a:ahLst/>
              <a:cxnLst/>
              <a:rect l="l" t="t" r="r" b="b"/>
              <a:pathLst>
                <a:path w="931" h="932" extrusionOk="0">
                  <a:moveTo>
                    <a:pt x="465" y="1"/>
                  </a:moveTo>
                  <a:cubicBezTo>
                    <a:pt x="179" y="1"/>
                    <a:pt x="0" y="215"/>
                    <a:pt x="0" y="466"/>
                  </a:cubicBezTo>
                  <a:cubicBezTo>
                    <a:pt x="0" y="716"/>
                    <a:pt x="179" y="931"/>
                    <a:pt x="465" y="931"/>
                  </a:cubicBezTo>
                  <a:cubicBezTo>
                    <a:pt x="716" y="931"/>
                    <a:pt x="931" y="716"/>
                    <a:pt x="931" y="466"/>
                  </a:cubicBezTo>
                  <a:cubicBezTo>
                    <a:pt x="931" y="215"/>
                    <a:pt x="716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0"/>
            <p:cNvSpPr/>
            <p:nvPr/>
          </p:nvSpPr>
          <p:spPr>
            <a:xfrm rot="-1960143">
              <a:off x="4636437" y="2198913"/>
              <a:ext cx="80248" cy="67449"/>
            </a:xfrm>
            <a:custGeom>
              <a:avLst/>
              <a:gdLst/>
              <a:ahLst/>
              <a:cxnLst/>
              <a:rect l="l" t="t" r="r" b="b"/>
              <a:pathLst>
                <a:path w="2113" h="1776" extrusionOk="0">
                  <a:moveTo>
                    <a:pt x="1218" y="0"/>
                  </a:moveTo>
                  <a:cubicBezTo>
                    <a:pt x="430" y="0"/>
                    <a:pt x="1" y="967"/>
                    <a:pt x="573" y="1504"/>
                  </a:cubicBezTo>
                  <a:cubicBezTo>
                    <a:pt x="761" y="1692"/>
                    <a:pt x="992" y="1775"/>
                    <a:pt x="1216" y="1775"/>
                  </a:cubicBezTo>
                  <a:cubicBezTo>
                    <a:pt x="1676" y="1775"/>
                    <a:pt x="2113" y="1424"/>
                    <a:pt x="2113" y="895"/>
                  </a:cubicBezTo>
                  <a:cubicBezTo>
                    <a:pt x="2113" y="394"/>
                    <a:pt x="1719" y="0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8" name="Google Shape;1238;p60"/>
          <p:cNvGrpSpPr/>
          <p:nvPr/>
        </p:nvGrpSpPr>
        <p:grpSpPr>
          <a:xfrm>
            <a:off x="4061742" y="3764152"/>
            <a:ext cx="544683" cy="511717"/>
            <a:chOff x="2952504" y="2605315"/>
            <a:chExt cx="544683" cy="511717"/>
          </a:xfrm>
        </p:grpSpPr>
        <p:sp>
          <p:nvSpPr>
            <p:cNvPr id="1239" name="Google Shape;1239;p60"/>
            <p:cNvSpPr/>
            <p:nvPr/>
          </p:nvSpPr>
          <p:spPr>
            <a:xfrm rot="-1960143">
              <a:off x="3267140" y="2774795"/>
              <a:ext cx="54423" cy="46409"/>
            </a:xfrm>
            <a:custGeom>
              <a:avLst/>
              <a:gdLst/>
              <a:ahLst/>
              <a:cxnLst/>
              <a:rect l="l" t="t" r="r" b="b"/>
              <a:pathLst>
                <a:path w="1433" h="1222" extrusionOk="0">
                  <a:moveTo>
                    <a:pt x="824" y="0"/>
                  </a:moveTo>
                  <a:cubicBezTo>
                    <a:pt x="287" y="0"/>
                    <a:pt x="1" y="645"/>
                    <a:pt x="395" y="1038"/>
                  </a:cubicBezTo>
                  <a:cubicBezTo>
                    <a:pt x="521" y="1165"/>
                    <a:pt x="674" y="1221"/>
                    <a:pt x="823" y="1221"/>
                  </a:cubicBezTo>
                  <a:cubicBezTo>
                    <a:pt x="1137" y="1221"/>
                    <a:pt x="1433" y="973"/>
                    <a:pt x="1433" y="609"/>
                  </a:cubicBezTo>
                  <a:cubicBezTo>
                    <a:pt x="1433" y="287"/>
                    <a:pt x="1182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60"/>
            <p:cNvSpPr/>
            <p:nvPr/>
          </p:nvSpPr>
          <p:spPr>
            <a:xfrm rot="-1960143">
              <a:off x="3257330" y="2651857"/>
              <a:ext cx="40826" cy="33914"/>
            </a:xfrm>
            <a:custGeom>
              <a:avLst/>
              <a:gdLst/>
              <a:ahLst/>
              <a:cxnLst/>
              <a:rect l="l" t="t" r="r" b="b"/>
              <a:pathLst>
                <a:path w="1075" h="893" extrusionOk="0">
                  <a:moveTo>
                    <a:pt x="609" y="0"/>
                  </a:moveTo>
                  <a:cubicBezTo>
                    <a:pt x="215" y="0"/>
                    <a:pt x="0" y="501"/>
                    <a:pt x="287" y="752"/>
                  </a:cubicBezTo>
                  <a:cubicBezTo>
                    <a:pt x="384" y="849"/>
                    <a:pt x="505" y="892"/>
                    <a:pt x="624" y="892"/>
                  </a:cubicBezTo>
                  <a:cubicBezTo>
                    <a:pt x="855" y="892"/>
                    <a:pt x="1074" y="726"/>
                    <a:pt x="1074" y="465"/>
                  </a:cubicBezTo>
                  <a:cubicBezTo>
                    <a:pt x="1074" y="215"/>
                    <a:pt x="859" y="0"/>
                    <a:pt x="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0"/>
            <p:cNvSpPr/>
            <p:nvPr/>
          </p:nvSpPr>
          <p:spPr>
            <a:xfrm rot="-1960143">
              <a:off x="2961897" y="2617319"/>
              <a:ext cx="59815" cy="52334"/>
            </a:xfrm>
            <a:custGeom>
              <a:avLst/>
              <a:gdLst/>
              <a:ahLst/>
              <a:cxnLst/>
              <a:rect l="l" t="t" r="r" b="b"/>
              <a:pathLst>
                <a:path w="1575" h="1378" extrusionOk="0">
                  <a:moveTo>
                    <a:pt x="895" y="0"/>
                  </a:moveTo>
                  <a:cubicBezTo>
                    <a:pt x="286" y="0"/>
                    <a:pt x="0" y="752"/>
                    <a:pt x="430" y="1181"/>
                  </a:cubicBezTo>
                  <a:cubicBezTo>
                    <a:pt x="566" y="1317"/>
                    <a:pt x="730" y="1378"/>
                    <a:pt x="892" y="1378"/>
                  </a:cubicBezTo>
                  <a:cubicBezTo>
                    <a:pt x="1241" y="1378"/>
                    <a:pt x="1575" y="1096"/>
                    <a:pt x="1575" y="680"/>
                  </a:cubicBezTo>
                  <a:cubicBezTo>
                    <a:pt x="1575" y="322"/>
                    <a:pt x="1289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0"/>
            <p:cNvSpPr/>
            <p:nvPr/>
          </p:nvSpPr>
          <p:spPr>
            <a:xfrm rot="-1960143">
              <a:off x="3461152" y="2873953"/>
              <a:ext cx="31294" cy="26737"/>
            </a:xfrm>
            <a:custGeom>
              <a:avLst/>
              <a:gdLst/>
              <a:ahLst/>
              <a:cxnLst/>
              <a:rect l="l" t="t" r="r" b="b"/>
              <a:pathLst>
                <a:path w="824" h="704" extrusionOk="0">
                  <a:moveTo>
                    <a:pt x="465" y="1"/>
                  </a:moveTo>
                  <a:cubicBezTo>
                    <a:pt x="179" y="1"/>
                    <a:pt x="0" y="359"/>
                    <a:pt x="215" y="609"/>
                  </a:cubicBezTo>
                  <a:cubicBezTo>
                    <a:pt x="292" y="675"/>
                    <a:pt x="379" y="704"/>
                    <a:pt x="463" y="704"/>
                  </a:cubicBezTo>
                  <a:cubicBezTo>
                    <a:pt x="652" y="704"/>
                    <a:pt x="823" y="557"/>
                    <a:pt x="823" y="359"/>
                  </a:cubicBezTo>
                  <a:cubicBezTo>
                    <a:pt x="823" y="144"/>
                    <a:pt x="680" y="1"/>
                    <a:pt x="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0"/>
            <p:cNvSpPr/>
            <p:nvPr/>
          </p:nvSpPr>
          <p:spPr>
            <a:xfrm rot="-1960143">
              <a:off x="3047761" y="3065348"/>
              <a:ext cx="48954" cy="41776"/>
            </a:xfrm>
            <a:custGeom>
              <a:avLst/>
              <a:gdLst/>
              <a:ahLst/>
              <a:cxnLst/>
              <a:rect l="l" t="t" r="r" b="b"/>
              <a:pathLst>
                <a:path w="1289" h="1100" extrusionOk="0">
                  <a:moveTo>
                    <a:pt x="752" y="0"/>
                  </a:moveTo>
                  <a:cubicBezTo>
                    <a:pt x="251" y="0"/>
                    <a:pt x="0" y="573"/>
                    <a:pt x="358" y="931"/>
                  </a:cubicBezTo>
                  <a:cubicBezTo>
                    <a:pt x="463" y="1047"/>
                    <a:pt x="598" y="1100"/>
                    <a:pt x="732" y="1100"/>
                  </a:cubicBezTo>
                  <a:cubicBezTo>
                    <a:pt x="1012" y="1100"/>
                    <a:pt x="1289" y="875"/>
                    <a:pt x="1289" y="537"/>
                  </a:cubicBezTo>
                  <a:cubicBezTo>
                    <a:pt x="1289" y="251"/>
                    <a:pt x="1038" y="0"/>
                    <a:pt x="7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4" name="Google Shape;1244;p60"/>
          <p:cNvGrpSpPr/>
          <p:nvPr/>
        </p:nvGrpSpPr>
        <p:grpSpPr>
          <a:xfrm>
            <a:off x="6583880" y="3846816"/>
            <a:ext cx="486910" cy="247705"/>
            <a:chOff x="5099580" y="2618828"/>
            <a:chExt cx="486910" cy="247705"/>
          </a:xfrm>
        </p:grpSpPr>
        <p:sp>
          <p:nvSpPr>
            <p:cNvPr id="1245" name="Google Shape;1245;p60"/>
            <p:cNvSpPr/>
            <p:nvPr/>
          </p:nvSpPr>
          <p:spPr>
            <a:xfrm rot="-1960143">
              <a:off x="5206359" y="2625403"/>
              <a:ext cx="33345" cy="30648"/>
            </a:xfrm>
            <a:custGeom>
              <a:avLst/>
              <a:gdLst/>
              <a:ahLst/>
              <a:cxnLst/>
              <a:rect l="l" t="t" r="r" b="b"/>
              <a:pathLst>
                <a:path w="878" h="807" extrusionOk="0">
                  <a:moveTo>
                    <a:pt x="430" y="1"/>
                  </a:moveTo>
                  <a:cubicBezTo>
                    <a:pt x="242" y="1"/>
                    <a:pt x="54" y="117"/>
                    <a:pt x="18" y="350"/>
                  </a:cubicBezTo>
                  <a:cubicBezTo>
                    <a:pt x="0" y="654"/>
                    <a:pt x="224" y="806"/>
                    <a:pt x="443" y="806"/>
                  </a:cubicBezTo>
                  <a:cubicBezTo>
                    <a:pt x="663" y="806"/>
                    <a:pt x="877" y="654"/>
                    <a:pt x="841" y="350"/>
                  </a:cubicBezTo>
                  <a:cubicBezTo>
                    <a:pt x="806" y="117"/>
                    <a:pt x="618" y="1"/>
                    <a:pt x="4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0"/>
            <p:cNvSpPr/>
            <p:nvPr/>
          </p:nvSpPr>
          <p:spPr>
            <a:xfrm rot="-1960143">
              <a:off x="5104406" y="2632150"/>
              <a:ext cx="27230" cy="25863"/>
            </a:xfrm>
            <a:custGeom>
              <a:avLst/>
              <a:gdLst/>
              <a:ahLst/>
              <a:cxnLst/>
              <a:rect l="l" t="t" r="r" b="b"/>
              <a:pathLst>
                <a:path w="717" h="681" extrusionOk="0">
                  <a:moveTo>
                    <a:pt x="359" y="1"/>
                  </a:moveTo>
                  <a:cubicBezTo>
                    <a:pt x="180" y="1"/>
                    <a:pt x="1" y="144"/>
                    <a:pt x="1" y="358"/>
                  </a:cubicBezTo>
                  <a:cubicBezTo>
                    <a:pt x="1" y="537"/>
                    <a:pt x="180" y="681"/>
                    <a:pt x="359" y="681"/>
                  </a:cubicBezTo>
                  <a:cubicBezTo>
                    <a:pt x="537" y="681"/>
                    <a:pt x="716" y="537"/>
                    <a:pt x="716" y="358"/>
                  </a:cubicBezTo>
                  <a:cubicBezTo>
                    <a:pt x="716" y="144"/>
                    <a:pt x="537" y="1"/>
                    <a:pt x="3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0"/>
            <p:cNvSpPr/>
            <p:nvPr/>
          </p:nvSpPr>
          <p:spPr>
            <a:xfrm rot="-1960143">
              <a:off x="5453163" y="2787190"/>
              <a:ext cx="76146" cy="63841"/>
            </a:xfrm>
            <a:custGeom>
              <a:avLst/>
              <a:gdLst/>
              <a:ahLst/>
              <a:cxnLst/>
              <a:rect l="l" t="t" r="r" b="b"/>
              <a:pathLst>
                <a:path w="2005" h="1681" extrusionOk="0">
                  <a:moveTo>
                    <a:pt x="1145" y="1"/>
                  </a:moveTo>
                  <a:cubicBezTo>
                    <a:pt x="394" y="1"/>
                    <a:pt x="0" y="896"/>
                    <a:pt x="537" y="1433"/>
                  </a:cubicBezTo>
                  <a:cubicBezTo>
                    <a:pt x="709" y="1604"/>
                    <a:pt x="921" y="1681"/>
                    <a:pt x="1130" y="1681"/>
                  </a:cubicBezTo>
                  <a:cubicBezTo>
                    <a:pt x="1574" y="1681"/>
                    <a:pt x="2005" y="1335"/>
                    <a:pt x="2005" y="824"/>
                  </a:cubicBezTo>
                  <a:cubicBezTo>
                    <a:pt x="2005" y="359"/>
                    <a:pt x="1611" y="1"/>
                    <a:pt x="1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0"/>
            <p:cNvSpPr/>
            <p:nvPr/>
          </p:nvSpPr>
          <p:spPr>
            <a:xfrm rot="-1960143">
              <a:off x="5520055" y="2646709"/>
              <a:ext cx="55790" cy="55790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16" y="1"/>
                  </a:moveTo>
                  <a:cubicBezTo>
                    <a:pt x="323" y="1"/>
                    <a:pt x="0" y="323"/>
                    <a:pt x="0" y="717"/>
                  </a:cubicBezTo>
                  <a:cubicBezTo>
                    <a:pt x="0" y="1146"/>
                    <a:pt x="323" y="1469"/>
                    <a:pt x="716" y="1469"/>
                  </a:cubicBezTo>
                  <a:cubicBezTo>
                    <a:pt x="1146" y="1469"/>
                    <a:pt x="1468" y="1146"/>
                    <a:pt x="1468" y="717"/>
                  </a:cubicBezTo>
                  <a:cubicBezTo>
                    <a:pt x="1468" y="323"/>
                    <a:pt x="1146" y="1"/>
                    <a:pt x="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9" name="Google Shape;1249;p60"/>
          <p:cNvGrpSpPr/>
          <p:nvPr/>
        </p:nvGrpSpPr>
        <p:grpSpPr>
          <a:xfrm rot="4180277">
            <a:off x="5313598" y="894042"/>
            <a:ext cx="417513" cy="481476"/>
            <a:chOff x="5110362" y="1552354"/>
            <a:chExt cx="417520" cy="481484"/>
          </a:xfrm>
        </p:grpSpPr>
        <p:sp>
          <p:nvSpPr>
            <p:cNvPr id="1250" name="Google Shape;1250;p60"/>
            <p:cNvSpPr/>
            <p:nvPr/>
          </p:nvSpPr>
          <p:spPr>
            <a:xfrm rot="-1960143">
              <a:off x="5117369" y="1940350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967" h="967" extrusionOk="0">
                  <a:moveTo>
                    <a:pt x="465" y="0"/>
                  </a:moveTo>
                  <a:cubicBezTo>
                    <a:pt x="215" y="0"/>
                    <a:pt x="0" y="215"/>
                    <a:pt x="0" y="501"/>
                  </a:cubicBezTo>
                  <a:cubicBezTo>
                    <a:pt x="0" y="752"/>
                    <a:pt x="215" y="967"/>
                    <a:pt x="465" y="967"/>
                  </a:cubicBezTo>
                  <a:cubicBezTo>
                    <a:pt x="752" y="967"/>
                    <a:pt x="967" y="752"/>
                    <a:pt x="967" y="501"/>
                  </a:cubicBezTo>
                  <a:cubicBezTo>
                    <a:pt x="967" y="215"/>
                    <a:pt x="752" y="0"/>
                    <a:pt x="4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60"/>
            <p:cNvSpPr/>
            <p:nvPr/>
          </p:nvSpPr>
          <p:spPr>
            <a:xfrm rot="-1960143">
              <a:off x="5228515" y="1996018"/>
              <a:ext cx="36725" cy="30306"/>
            </a:xfrm>
            <a:custGeom>
              <a:avLst/>
              <a:gdLst/>
              <a:ahLst/>
              <a:cxnLst/>
              <a:rect l="l" t="t" r="r" b="b"/>
              <a:pathLst>
                <a:path w="967" h="798" extrusionOk="0">
                  <a:moveTo>
                    <a:pt x="537" y="1"/>
                  </a:moveTo>
                  <a:cubicBezTo>
                    <a:pt x="179" y="1"/>
                    <a:pt x="0" y="430"/>
                    <a:pt x="251" y="681"/>
                  </a:cubicBezTo>
                  <a:cubicBezTo>
                    <a:pt x="331" y="762"/>
                    <a:pt x="434" y="798"/>
                    <a:pt x="537" y="798"/>
                  </a:cubicBezTo>
                  <a:cubicBezTo>
                    <a:pt x="753" y="798"/>
                    <a:pt x="967" y="637"/>
                    <a:pt x="967" y="395"/>
                  </a:cubicBezTo>
                  <a:cubicBezTo>
                    <a:pt x="967" y="180"/>
                    <a:pt x="752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60"/>
            <p:cNvSpPr/>
            <p:nvPr/>
          </p:nvSpPr>
          <p:spPr>
            <a:xfrm rot="-1960143">
              <a:off x="5466322" y="1684105"/>
              <a:ext cx="51688" cy="51726"/>
            </a:xfrm>
            <a:custGeom>
              <a:avLst/>
              <a:gdLst/>
              <a:ahLst/>
              <a:cxnLst/>
              <a:rect l="l" t="t" r="r" b="b"/>
              <a:pathLst>
                <a:path w="1361" h="1362" extrusionOk="0">
                  <a:moveTo>
                    <a:pt x="681" y="1"/>
                  </a:moveTo>
                  <a:cubicBezTo>
                    <a:pt x="323" y="1"/>
                    <a:pt x="1" y="323"/>
                    <a:pt x="1" y="681"/>
                  </a:cubicBezTo>
                  <a:cubicBezTo>
                    <a:pt x="1" y="1075"/>
                    <a:pt x="323" y="1361"/>
                    <a:pt x="681" y="1361"/>
                  </a:cubicBezTo>
                  <a:cubicBezTo>
                    <a:pt x="1075" y="1361"/>
                    <a:pt x="1361" y="1075"/>
                    <a:pt x="1361" y="681"/>
                  </a:cubicBezTo>
                  <a:cubicBezTo>
                    <a:pt x="1361" y="323"/>
                    <a:pt x="1075" y="1"/>
                    <a:pt x="6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60"/>
            <p:cNvSpPr/>
            <p:nvPr/>
          </p:nvSpPr>
          <p:spPr>
            <a:xfrm rot="-1960143">
              <a:off x="5372448" y="1563513"/>
              <a:ext cx="58486" cy="58486"/>
            </a:xfrm>
            <a:custGeom>
              <a:avLst/>
              <a:gdLst/>
              <a:ahLst/>
              <a:cxnLst/>
              <a:rect l="l" t="t" r="r" b="b"/>
              <a:pathLst>
                <a:path w="1540" h="1540" extrusionOk="0">
                  <a:moveTo>
                    <a:pt x="788" y="1"/>
                  </a:moveTo>
                  <a:cubicBezTo>
                    <a:pt x="358" y="1"/>
                    <a:pt x="0" y="359"/>
                    <a:pt x="0" y="788"/>
                  </a:cubicBezTo>
                  <a:cubicBezTo>
                    <a:pt x="0" y="1182"/>
                    <a:pt x="358" y="1540"/>
                    <a:pt x="788" y="1540"/>
                  </a:cubicBezTo>
                  <a:cubicBezTo>
                    <a:pt x="1217" y="1540"/>
                    <a:pt x="1539" y="1182"/>
                    <a:pt x="1539" y="788"/>
                  </a:cubicBezTo>
                  <a:cubicBezTo>
                    <a:pt x="1539" y="359"/>
                    <a:pt x="1217" y="1"/>
                    <a:pt x="7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4" name="Google Shape;1254;p60"/>
          <p:cNvGrpSpPr/>
          <p:nvPr/>
        </p:nvGrpSpPr>
        <p:grpSpPr>
          <a:xfrm>
            <a:off x="1423619" y="1376562"/>
            <a:ext cx="482292" cy="376131"/>
            <a:chOff x="3198944" y="1721925"/>
            <a:chExt cx="482292" cy="376131"/>
          </a:xfrm>
        </p:grpSpPr>
        <p:sp>
          <p:nvSpPr>
            <p:cNvPr id="1255" name="Google Shape;1255;p60"/>
            <p:cNvSpPr/>
            <p:nvPr/>
          </p:nvSpPr>
          <p:spPr>
            <a:xfrm rot="-1960143">
              <a:off x="3640715" y="1888214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30" y="0"/>
                  </a:moveTo>
                  <a:cubicBezTo>
                    <a:pt x="179" y="0"/>
                    <a:pt x="0" y="179"/>
                    <a:pt x="0" y="430"/>
                  </a:cubicBezTo>
                  <a:cubicBezTo>
                    <a:pt x="0" y="680"/>
                    <a:pt x="179" y="895"/>
                    <a:pt x="430" y="895"/>
                  </a:cubicBezTo>
                  <a:cubicBezTo>
                    <a:pt x="680" y="895"/>
                    <a:pt x="895" y="680"/>
                    <a:pt x="895" y="430"/>
                  </a:cubicBezTo>
                  <a:cubicBezTo>
                    <a:pt x="895" y="179"/>
                    <a:pt x="680" y="0"/>
                    <a:pt x="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60"/>
            <p:cNvSpPr/>
            <p:nvPr/>
          </p:nvSpPr>
          <p:spPr>
            <a:xfrm rot="-1960143">
              <a:off x="3562476" y="1728417"/>
              <a:ext cx="34028" cy="34028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66" y="1"/>
                  </a:moveTo>
                  <a:cubicBezTo>
                    <a:pt x="215" y="1"/>
                    <a:pt x="0" y="216"/>
                    <a:pt x="0" y="430"/>
                  </a:cubicBezTo>
                  <a:cubicBezTo>
                    <a:pt x="0" y="681"/>
                    <a:pt x="215" y="896"/>
                    <a:pt x="466" y="896"/>
                  </a:cubicBezTo>
                  <a:cubicBezTo>
                    <a:pt x="716" y="896"/>
                    <a:pt x="895" y="681"/>
                    <a:pt x="895" y="430"/>
                  </a:cubicBezTo>
                  <a:cubicBezTo>
                    <a:pt x="895" y="216"/>
                    <a:pt x="716" y="1"/>
                    <a:pt x="4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60"/>
            <p:cNvSpPr/>
            <p:nvPr/>
          </p:nvSpPr>
          <p:spPr>
            <a:xfrm rot="-1960143">
              <a:off x="3208057" y="2034652"/>
              <a:ext cx="59853" cy="51308"/>
            </a:xfrm>
            <a:custGeom>
              <a:avLst/>
              <a:gdLst/>
              <a:ahLst/>
              <a:cxnLst/>
              <a:rect l="l" t="t" r="r" b="b"/>
              <a:pathLst>
                <a:path w="1576" h="1351" extrusionOk="0">
                  <a:moveTo>
                    <a:pt x="895" y="0"/>
                  </a:moveTo>
                  <a:cubicBezTo>
                    <a:pt x="287" y="0"/>
                    <a:pt x="0" y="716"/>
                    <a:pt x="430" y="1145"/>
                  </a:cubicBezTo>
                  <a:cubicBezTo>
                    <a:pt x="560" y="1287"/>
                    <a:pt x="729" y="1351"/>
                    <a:pt x="897" y="1351"/>
                  </a:cubicBezTo>
                  <a:cubicBezTo>
                    <a:pt x="1238" y="1351"/>
                    <a:pt x="1575" y="1088"/>
                    <a:pt x="1575" y="680"/>
                  </a:cubicBezTo>
                  <a:cubicBezTo>
                    <a:pt x="1575" y="286"/>
                    <a:pt x="1253" y="0"/>
                    <a:pt x="8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60"/>
            <p:cNvSpPr/>
            <p:nvPr/>
          </p:nvSpPr>
          <p:spPr>
            <a:xfrm rot="-1960143">
              <a:off x="3378777" y="1928443"/>
              <a:ext cx="48992" cy="48954"/>
            </a:xfrm>
            <a:custGeom>
              <a:avLst/>
              <a:gdLst/>
              <a:ahLst/>
              <a:cxnLst/>
              <a:rect l="l" t="t" r="r" b="b"/>
              <a:pathLst>
                <a:path w="1290" h="1289" extrusionOk="0">
                  <a:moveTo>
                    <a:pt x="645" y="0"/>
                  </a:moveTo>
                  <a:cubicBezTo>
                    <a:pt x="287" y="0"/>
                    <a:pt x="1" y="286"/>
                    <a:pt x="1" y="644"/>
                  </a:cubicBezTo>
                  <a:cubicBezTo>
                    <a:pt x="1" y="1002"/>
                    <a:pt x="287" y="1289"/>
                    <a:pt x="645" y="1289"/>
                  </a:cubicBezTo>
                  <a:cubicBezTo>
                    <a:pt x="1003" y="1289"/>
                    <a:pt x="1289" y="1002"/>
                    <a:pt x="1289" y="644"/>
                  </a:cubicBezTo>
                  <a:cubicBezTo>
                    <a:pt x="1289" y="286"/>
                    <a:pt x="1003" y="0"/>
                    <a:pt x="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9" name="Google Shape;1259;p60"/>
          <p:cNvGrpSpPr/>
          <p:nvPr/>
        </p:nvGrpSpPr>
        <p:grpSpPr>
          <a:xfrm>
            <a:off x="1212255" y="3636686"/>
            <a:ext cx="258153" cy="337608"/>
            <a:chOff x="3969305" y="3447586"/>
            <a:chExt cx="258153" cy="337608"/>
          </a:xfrm>
        </p:grpSpPr>
        <p:sp>
          <p:nvSpPr>
            <p:cNvPr id="1260" name="Google Shape;1260;p60"/>
            <p:cNvSpPr/>
            <p:nvPr/>
          </p:nvSpPr>
          <p:spPr>
            <a:xfrm rot="-1960143">
              <a:off x="3993360" y="3467515"/>
              <a:ext cx="99275" cy="86780"/>
            </a:xfrm>
            <a:custGeom>
              <a:avLst/>
              <a:gdLst/>
              <a:ahLst/>
              <a:cxnLst/>
              <a:rect l="l" t="t" r="r" b="b"/>
              <a:pathLst>
                <a:path w="2614" h="2285" extrusionOk="0">
                  <a:moveTo>
                    <a:pt x="1293" y="1"/>
                  </a:moveTo>
                  <a:cubicBezTo>
                    <a:pt x="1150" y="1"/>
                    <a:pt x="1004" y="25"/>
                    <a:pt x="859" y="76"/>
                  </a:cubicBezTo>
                  <a:cubicBezTo>
                    <a:pt x="286" y="327"/>
                    <a:pt x="0" y="1007"/>
                    <a:pt x="251" y="1580"/>
                  </a:cubicBezTo>
                  <a:cubicBezTo>
                    <a:pt x="436" y="2030"/>
                    <a:pt x="857" y="2284"/>
                    <a:pt x="1296" y="2284"/>
                  </a:cubicBezTo>
                  <a:cubicBezTo>
                    <a:pt x="1449" y="2284"/>
                    <a:pt x="1605" y="2253"/>
                    <a:pt x="1754" y="2188"/>
                  </a:cubicBezTo>
                  <a:cubicBezTo>
                    <a:pt x="2327" y="1973"/>
                    <a:pt x="2613" y="1293"/>
                    <a:pt x="2363" y="721"/>
                  </a:cubicBezTo>
                  <a:cubicBezTo>
                    <a:pt x="2171" y="256"/>
                    <a:pt x="1751" y="1"/>
                    <a:pt x="1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60"/>
            <p:cNvSpPr/>
            <p:nvPr/>
          </p:nvSpPr>
          <p:spPr>
            <a:xfrm rot="-1960143">
              <a:off x="3977606" y="3606278"/>
              <a:ext cx="43561" cy="43523"/>
            </a:xfrm>
            <a:custGeom>
              <a:avLst/>
              <a:gdLst/>
              <a:ahLst/>
              <a:cxnLst/>
              <a:rect l="l" t="t" r="r" b="b"/>
              <a:pathLst>
                <a:path w="1147" h="1146" extrusionOk="0">
                  <a:moveTo>
                    <a:pt x="574" y="0"/>
                  </a:moveTo>
                  <a:cubicBezTo>
                    <a:pt x="252" y="0"/>
                    <a:pt x="1" y="251"/>
                    <a:pt x="1" y="573"/>
                  </a:cubicBezTo>
                  <a:cubicBezTo>
                    <a:pt x="1" y="895"/>
                    <a:pt x="252" y="1146"/>
                    <a:pt x="574" y="1146"/>
                  </a:cubicBezTo>
                  <a:cubicBezTo>
                    <a:pt x="896" y="1146"/>
                    <a:pt x="1146" y="895"/>
                    <a:pt x="1146" y="573"/>
                  </a:cubicBezTo>
                  <a:cubicBezTo>
                    <a:pt x="1146" y="251"/>
                    <a:pt x="896" y="0"/>
                    <a:pt x="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60"/>
            <p:cNvSpPr/>
            <p:nvPr/>
          </p:nvSpPr>
          <p:spPr>
            <a:xfrm rot="-1960143">
              <a:off x="4022821" y="3708732"/>
              <a:ext cx="72082" cy="61904"/>
            </a:xfrm>
            <a:custGeom>
              <a:avLst/>
              <a:gdLst/>
              <a:ahLst/>
              <a:cxnLst/>
              <a:rect l="l" t="t" r="r" b="b"/>
              <a:pathLst>
                <a:path w="1898" h="1630" extrusionOk="0">
                  <a:moveTo>
                    <a:pt x="1110" y="0"/>
                  </a:moveTo>
                  <a:cubicBezTo>
                    <a:pt x="394" y="0"/>
                    <a:pt x="1" y="859"/>
                    <a:pt x="538" y="1396"/>
                  </a:cubicBezTo>
                  <a:cubicBezTo>
                    <a:pt x="699" y="1558"/>
                    <a:pt x="897" y="1630"/>
                    <a:pt x="1092" y="1630"/>
                  </a:cubicBezTo>
                  <a:cubicBezTo>
                    <a:pt x="1503" y="1630"/>
                    <a:pt x="1898" y="1309"/>
                    <a:pt x="1898" y="824"/>
                  </a:cubicBezTo>
                  <a:cubicBezTo>
                    <a:pt x="1898" y="358"/>
                    <a:pt x="1540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60"/>
            <p:cNvSpPr/>
            <p:nvPr/>
          </p:nvSpPr>
          <p:spPr>
            <a:xfrm rot="-1960143">
              <a:off x="4150970" y="3627744"/>
              <a:ext cx="66651" cy="55980"/>
            </a:xfrm>
            <a:custGeom>
              <a:avLst/>
              <a:gdLst/>
              <a:ahLst/>
              <a:cxnLst/>
              <a:rect l="l" t="t" r="r" b="b"/>
              <a:pathLst>
                <a:path w="1755" h="1474" extrusionOk="0">
                  <a:moveTo>
                    <a:pt x="1003" y="0"/>
                  </a:moveTo>
                  <a:cubicBezTo>
                    <a:pt x="358" y="0"/>
                    <a:pt x="1" y="788"/>
                    <a:pt x="466" y="1253"/>
                  </a:cubicBezTo>
                  <a:cubicBezTo>
                    <a:pt x="618" y="1405"/>
                    <a:pt x="809" y="1473"/>
                    <a:pt x="996" y="1473"/>
                  </a:cubicBezTo>
                  <a:cubicBezTo>
                    <a:pt x="1382" y="1473"/>
                    <a:pt x="1754" y="1186"/>
                    <a:pt x="1754" y="752"/>
                  </a:cubicBezTo>
                  <a:cubicBezTo>
                    <a:pt x="1754" y="323"/>
                    <a:pt x="1397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4" name="Google Shape;1264;p60"/>
          <p:cNvSpPr/>
          <p:nvPr/>
        </p:nvSpPr>
        <p:spPr>
          <a:xfrm rot="-1960143">
            <a:off x="3630386" y="1534697"/>
            <a:ext cx="59853" cy="59853"/>
          </a:xfrm>
          <a:custGeom>
            <a:avLst/>
            <a:gdLst/>
            <a:ahLst/>
            <a:cxnLst/>
            <a:rect l="l" t="t" r="r" b="b"/>
            <a:pathLst>
              <a:path w="1576" h="1576" extrusionOk="0">
                <a:moveTo>
                  <a:pt x="788" y="0"/>
                </a:moveTo>
                <a:cubicBezTo>
                  <a:pt x="358" y="0"/>
                  <a:pt x="0" y="358"/>
                  <a:pt x="0" y="788"/>
                </a:cubicBezTo>
                <a:cubicBezTo>
                  <a:pt x="0" y="1253"/>
                  <a:pt x="358" y="1575"/>
                  <a:pt x="788" y="1575"/>
                </a:cubicBezTo>
                <a:cubicBezTo>
                  <a:pt x="1217" y="1575"/>
                  <a:pt x="1575" y="1253"/>
                  <a:pt x="1575" y="788"/>
                </a:cubicBezTo>
                <a:cubicBezTo>
                  <a:pt x="1575" y="358"/>
                  <a:pt x="1217" y="0"/>
                  <a:pt x="78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60"/>
          <p:cNvSpPr txBox="1">
            <a:spLocks noGrp="1"/>
          </p:cNvSpPr>
          <p:nvPr>
            <p:ph type="subTitle" idx="1"/>
          </p:nvPr>
        </p:nvSpPr>
        <p:spPr>
          <a:xfrm>
            <a:off x="1050521" y="1612477"/>
            <a:ext cx="2809984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AI-based predictions</a:t>
            </a:r>
            <a:endParaRPr sz="16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Mobile App Integration</a:t>
            </a:r>
            <a:endParaRPr sz="16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Real-time analytics dashboard</a:t>
            </a:r>
            <a:endParaRPr sz="16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IoT devices for inventory   </a:t>
            </a:r>
            <a:endParaRPr sz="16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None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 sz="16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Multi-branch cloud deployment</a:t>
            </a:r>
            <a:endParaRPr sz="16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Loyalty &amp; Rewards module</a:t>
            </a:r>
            <a:endParaRPr sz="16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9A00"/>
              </a:buClr>
              <a:buSzPts val="18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09A00"/>
                </a:solidFill>
                <a:latin typeface="Arial"/>
                <a:ea typeface="Arial"/>
                <a:cs typeface="Arial"/>
                <a:sym typeface="Arial"/>
              </a:rPr>
              <a:t>Multilingual support</a:t>
            </a:r>
            <a:endParaRPr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50" y="85725"/>
              <a:ext cx="8667750" cy="501964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18869" y="708914"/>
            <a:ext cx="2610485" cy="1045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650" spc="-825" dirty="0">
                <a:solidFill>
                  <a:schemeClr val="bg2"/>
                </a:solidFill>
              </a:rPr>
              <a:t>THANKS!</a:t>
            </a:r>
            <a:endParaRPr sz="6650" dirty="0">
              <a:solidFill>
                <a:schemeClr val="bg2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4805" y="1651939"/>
            <a:ext cx="2646680" cy="1247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3500"/>
              </a:lnSpc>
              <a:spcBef>
                <a:spcPts val="95"/>
              </a:spcBef>
            </a:pPr>
            <a:r>
              <a:rPr sz="1550" spc="-10" dirty="0">
                <a:solidFill>
                  <a:srgbClr val="FFC000"/>
                </a:solidFill>
                <a:latin typeface="Verdana"/>
                <a:cs typeface="Verdana"/>
              </a:rPr>
              <a:t>Do</a:t>
            </a:r>
            <a:r>
              <a:rPr sz="1550" spc="-9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1550" spc="-80" dirty="0">
                <a:solidFill>
                  <a:srgbClr val="FFC000"/>
                </a:solidFill>
                <a:latin typeface="Verdana"/>
                <a:cs typeface="Verdana"/>
              </a:rPr>
              <a:t>you</a:t>
            </a:r>
            <a:r>
              <a:rPr sz="1550" spc="-9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1550" spc="-40" dirty="0">
                <a:solidFill>
                  <a:srgbClr val="FFC000"/>
                </a:solidFill>
                <a:latin typeface="Verdana"/>
                <a:cs typeface="Verdana"/>
              </a:rPr>
              <a:t>have</a:t>
            </a:r>
            <a:r>
              <a:rPr sz="1550" spc="-12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1550" spc="-50" dirty="0">
                <a:solidFill>
                  <a:srgbClr val="FFC000"/>
                </a:solidFill>
                <a:latin typeface="Verdana"/>
                <a:cs typeface="Verdana"/>
              </a:rPr>
              <a:t>any</a:t>
            </a:r>
            <a:r>
              <a:rPr sz="1550" spc="-9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1550" spc="-50" dirty="0">
                <a:solidFill>
                  <a:srgbClr val="FFC000"/>
                </a:solidFill>
                <a:latin typeface="Verdana"/>
                <a:cs typeface="Verdana"/>
              </a:rPr>
              <a:t>questions? </a:t>
            </a:r>
            <a:r>
              <a:rPr sz="1550" spc="-10" dirty="0">
                <a:solidFill>
                  <a:srgbClr val="FFC000"/>
                </a:solidFill>
                <a:latin typeface="Verdana"/>
                <a:cs typeface="Verdan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restopilot@gmail.com</a:t>
            </a:r>
            <a:endParaRPr sz="1550" dirty="0">
              <a:solidFill>
                <a:srgbClr val="FFC000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spc="-40" dirty="0">
                <a:solidFill>
                  <a:srgbClr val="FFC000"/>
                </a:solidFill>
                <a:latin typeface="Verdana"/>
                <a:cs typeface="Verdana"/>
              </a:rPr>
              <a:t>+880</a:t>
            </a:r>
            <a:r>
              <a:rPr sz="1550" spc="-1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1550" spc="-10" dirty="0">
                <a:solidFill>
                  <a:srgbClr val="FFC000"/>
                </a:solidFill>
                <a:latin typeface="Verdana"/>
                <a:cs typeface="Verdana"/>
              </a:rPr>
              <a:t>1234567890</a:t>
            </a:r>
            <a:endParaRPr sz="1550" dirty="0">
              <a:solidFill>
                <a:srgbClr val="FFC000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10" dirty="0">
                <a:solidFill>
                  <a:srgbClr val="FFC000"/>
                </a:solidFill>
                <a:latin typeface="Verdana"/>
                <a:cs typeface="Verdana"/>
              </a:rPr>
              <a:t>restopilot.com</a:t>
            </a:r>
            <a:endParaRPr sz="1550" dirty="0">
              <a:solidFill>
                <a:srgbClr val="FFC000"/>
              </a:solidFill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55791" y="1286255"/>
            <a:ext cx="478155" cy="545465"/>
            <a:chOff x="5955791" y="1286255"/>
            <a:chExt cx="478155" cy="545465"/>
          </a:xfrm>
        </p:grpSpPr>
        <p:sp>
          <p:nvSpPr>
            <p:cNvPr id="10" name="object 10"/>
            <p:cNvSpPr/>
            <p:nvPr/>
          </p:nvSpPr>
          <p:spPr>
            <a:xfrm>
              <a:off x="6249923" y="1295780"/>
              <a:ext cx="174625" cy="421005"/>
            </a:xfrm>
            <a:custGeom>
              <a:avLst/>
              <a:gdLst/>
              <a:ahLst/>
              <a:cxnLst/>
              <a:rect l="l" t="t" r="r" b="b"/>
              <a:pathLst>
                <a:path w="174625" h="421005">
                  <a:moveTo>
                    <a:pt x="174243" y="420751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65316" y="1633473"/>
              <a:ext cx="304165" cy="188595"/>
            </a:xfrm>
            <a:custGeom>
              <a:avLst/>
              <a:gdLst/>
              <a:ahLst/>
              <a:cxnLst/>
              <a:rect l="l" t="t" r="r" b="b"/>
              <a:pathLst>
                <a:path w="304164" h="188594">
                  <a:moveTo>
                    <a:pt x="303657" y="18846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5844921" y="1908555"/>
            <a:ext cx="263525" cy="64135"/>
          </a:xfrm>
          <a:custGeom>
            <a:avLst/>
            <a:gdLst/>
            <a:ahLst/>
            <a:cxnLst/>
            <a:rect l="l" t="t" r="r" b="b"/>
            <a:pathLst>
              <a:path w="263525" h="64135">
                <a:moveTo>
                  <a:pt x="263398" y="64007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77076" y="1392808"/>
            <a:ext cx="358775" cy="319405"/>
          </a:xfrm>
          <a:custGeom>
            <a:avLst/>
            <a:gdLst/>
            <a:ahLst/>
            <a:cxnLst/>
            <a:rect l="l" t="t" r="r" b="b"/>
            <a:pathLst>
              <a:path w="358775" h="319405">
                <a:moveTo>
                  <a:pt x="0" y="314578"/>
                </a:moveTo>
                <a:lnTo>
                  <a:pt x="97917" y="0"/>
                </a:lnTo>
              </a:path>
              <a:path w="358775" h="319405">
                <a:moveTo>
                  <a:pt x="155194" y="319404"/>
                </a:moveTo>
                <a:lnTo>
                  <a:pt x="358775" y="12357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7053326" y="3094101"/>
            <a:ext cx="610870" cy="684530"/>
            <a:chOff x="7053326" y="3094101"/>
            <a:chExt cx="610870" cy="684530"/>
          </a:xfrm>
        </p:grpSpPr>
        <p:sp>
          <p:nvSpPr>
            <p:cNvPr id="15" name="object 15"/>
            <p:cNvSpPr/>
            <p:nvPr/>
          </p:nvSpPr>
          <p:spPr>
            <a:xfrm>
              <a:off x="7062851" y="3336925"/>
              <a:ext cx="144780" cy="432434"/>
            </a:xfrm>
            <a:custGeom>
              <a:avLst/>
              <a:gdLst/>
              <a:ahLst/>
              <a:cxnLst/>
              <a:rect l="l" t="t" r="r" b="b"/>
              <a:pathLst>
                <a:path w="144779" h="432435">
                  <a:moveTo>
                    <a:pt x="0" y="0"/>
                  </a:moveTo>
                  <a:lnTo>
                    <a:pt x="144399" y="43205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25157" y="3242691"/>
              <a:ext cx="290195" cy="209550"/>
            </a:xfrm>
            <a:custGeom>
              <a:avLst/>
              <a:gdLst/>
              <a:ahLst/>
              <a:cxnLst/>
              <a:rect l="l" t="t" r="r" b="b"/>
              <a:pathLst>
                <a:path w="290195" h="209550">
                  <a:moveTo>
                    <a:pt x="0" y="0"/>
                  </a:moveTo>
                  <a:lnTo>
                    <a:pt x="289814" y="20929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96099" y="3103626"/>
              <a:ext cx="258445" cy="82550"/>
            </a:xfrm>
            <a:custGeom>
              <a:avLst/>
              <a:gdLst/>
              <a:ahLst/>
              <a:cxnLst/>
              <a:rect l="l" t="t" r="r" b="b"/>
              <a:pathLst>
                <a:path w="258445" h="82550">
                  <a:moveTo>
                    <a:pt x="0" y="0"/>
                  </a:moveTo>
                  <a:lnTo>
                    <a:pt x="258191" y="82423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528943" y="3310001"/>
            <a:ext cx="390525" cy="342265"/>
            <a:chOff x="6528943" y="3310001"/>
            <a:chExt cx="390525" cy="342265"/>
          </a:xfrm>
        </p:grpSpPr>
        <p:sp>
          <p:nvSpPr>
            <p:cNvPr id="19" name="object 19"/>
            <p:cNvSpPr/>
            <p:nvPr/>
          </p:nvSpPr>
          <p:spPr>
            <a:xfrm>
              <a:off x="6790055" y="3335274"/>
              <a:ext cx="120014" cy="307340"/>
            </a:xfrm>
            <a:custGeom>
              <a:avLst/>
              <a:gdLst/>
              <a:ahLst/>
              <a:cxnLst/>
              <a:rect l="l" t="t" r="r" b="b"/>
              <a:pathLst>
                <a:path w="120015" h="307339">
                  <a:moveTo>
                    <a:pt x="119761" y="0"/>
                  </a:moveTo>
                  <a:lnTo>
                    <a:pt x="0" y="30708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38468" y="3319526"/>
              <a:ext cx="217170" cy="181610"/>
            </a:xfrm>
            <a:custGeom>
              <a:avLst/>
              <a:gdLst/>
              <a:ahLst/>
              <a:cxnLst/>
              <a:rect l="l" t="t" r="r" b="b"/>
              <a:pathLst>
                <a:path w="217170" h="181610">
                  <a:moveTo>
                    <a:pt x="216915" y="0"/>
                  </a:moveTo>
                  <a:lnTo>
                    <a:pt x="0" y="18122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7752874" y="1410666"/>
            <a:ext cx="38735" cy="39370"/>
          </a:xfrm>
          <a:custGeom>
            <a:avLst/>
            <a:gdLst/>
            <a:ahLst/>
            <a:cxnLst/>
            <a:rect l="l" t="t" r="r" b="b"/>
            <a:pathLst>
              <a:path w="38734" h="39369">
                <a:moveTo>
                  <a:pt x="16027" y="0"/>
                </a:moveTo>
                <a:lnTo>
                  <a:pt x="9366" y="2589"/>
                </a:lnTo>
                <a:lnTo>
                  <a:pt x="1516" y="11626"/>
                </a:lnTo>
                <a:lnTo>
                  <a:pt x="0" y="22496"/>
                </a:lnTo>
                <a:lnTo>
                  <a:pt x="4437" y="32271"/>
                </a:lnTo>
                <a:lnTo>
                  <a:pt x="14446" y="38022"/>
                </a:lnTo>
                <a:lnTo>
                  <a:pt x="20034" y="39292"/>
                </a:lnTo>
                <a:lnTo>
                  <a:pt x="25241" y="38149"/>
                </a:lnTo>
                <a:lnTo>
                  <a:pt x="29432" y="35355"/>
                </a:lnTo>
                <a:lnTo>
                  <a:pt x="34905" y="30235"/>
                </a:lnTo>
                <a:lnTo>
                  <a:pt x="38163" y="23544"/>
                </a:lnTo>
                <a:lnTo>
                  <a:pt x="38611" y="15996"/>
                </a:lnTo>
                <a:lnTo>
                  <a:pt x="35655" y="8304"/>
                </a:lnTo>
                <a:lnTo>
                  <a:pt x="30208" y="2821"/>
                </a:lnTo>
                <a:lnTo>
                  <a:pt x="23320" y="65"/>
                </a:lnTo>
                <a:lnTo>
                  <a:pt x="160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34185" y="1074765"/>
            <a:ext cx="81585" cy="8240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6133060" y="4071128"/>
            <a:ext cx="59690" cy="59055"/>
          </a:xfrm>
          <a:custGeom>
            <a:avLst/>
            <a:gdLst/>
            <a:ahLst/>
            <a:cxnLst/>
            <a:rect l="l" t="t" r="r" b="b"/>
            <a:pathLst>
              <a:path w="59689" h="59054">
                <a:moveTo>
                  <a:pt x="24362" y="0"/>
                </a:moveTo>
                <a:lnTo>
                  <a:pt x="13358" y="4225"/>
                </a:lnTo>
                <a:lnTo>
                  <a:pt x="4857" y="12470"/>
                </a:lnTo>
                <a:lnTo>
                  <a:pt x="309" y="23048"/>
                </a:lnTo>
                <a:lnTo>
                  <a:pt x="0" y="34552"/>
                </a:lnTo>
                <a:lnTo>
                  <a:pt x="4214" y="45576"/>
                </a:lnTo>
                <a:lnTo>
                  <a:pt x="12827" y="54491"/>
                </a:lnTo>
                <a:lnTo>
                  <a:pt x="23391" y="58955"/>
                </a:lnTo>
                <a:lnTo>
                  <a:pt x="34718" y="58981"/>
                </a:lnTo>
                <a:lnTo>
                  <a:pt x="45616" y="54580"/>
                </a:lnTo>
                <a:lnTo>
                  <a:pt x="54151" y="46505"/>
                </a:lnTo>
                <a:lnTo>
                  <a:pt x="58840" y="36206"/>
                </a:lnTo>
                <a:lnTo>
                  <a:pt x="59172" y="24769"/>
                </a:lnTo>
                <a:lnTo>
                  <a:pt x="54633" y="13280"/>
                </a:lnTo>
                <a:lnTo>
                  <a:pt x="46416" y="4832"/>
                </a:lnTo>
                <a:lnTo>
                  <a:pt x="35853" y="304"/>
                </a:lnTo>
                <a:lnTo>
                  <a:pt x="24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46750" y="1115409"/>
            <a:ext cx="33020" cy="32384"/>
          </a:xfrm>
          <a:custGeom>
            <a:avLst/>
            <a:gdLst/>
            <a:ahLst/>
            <a:cxnLst/>
            <a:rect l="l" t="t" r="r" b="b"/>
            <a:pathLst>
              <a:path w="33020" h="32384">
                <a:moveTo>
                  <a:pt x="21145" y="0"/>
                </a:moveTo>
                <a:lnTo>
                  <a:pt x="15053" y="59"/>
                </a:lnTo>
                <a:lnTo>
                  <a:pt x="8889" y="2571"/>
                </a:lnTo>
                <a:lnTo>
                  <a:pt x="2032" y="7016"/>
                </a:lnTo>
                <a:lnTo>
                  <a:pt x="0" y="16414"/>
                </a:lnTo>
                <a:lnTo>
                  <a:pt x="4445" y="23272"/>
                </a:lnTo>
                <a:lnTo>
                  <a:pt x="8762" y="30130"/>
                </a:lnTo>
                <a:lnTo>
                  <a:pt x="32843" y="11896"/>
                </a:lnTo>
                <a:lnTo>
                  <a:pt x="30734" y="6381"/>
                </a:lnTo>
                <a:lnTo>
                  <a:pt x="26570" y="2178"/>
                </a:lnTo>
                <a:lnTo>
                  <a:pt x="211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31357" y="97036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90">
                <a:moveTo>
                  <a:pt x="24774" y="0"/>
                </a:moveTo>
                <a:lnTo>
                  <a:pt x="13233" y="4609"/>
                </a:lnTo>
                <a:lnTo>
                  <a:pt x="4806" y="12826"/>
                </a:lnTo>
                <a:lnTo>
                  <a:pt x="295" y="23389"/>
                </a:lnTo>
                <a:lnTo>
                  <a:pt x="0" y="34881"/>
                </a:lnTo>
                <a:lnTo>
                  <a:pt x="4216" y="45884"/>
                </a:lnTo>
                <a:lnTo>
                  <a:pt x="12775" y="54794"/>
                </a:lnTo>
                <a:lnTo>
                  <a:pt x="23346" y="59251"/>
                </a:lnTo>
                <a:lnTo>
                  <a:pt x="34702" y="59279"/>
                </a:lnTo>
                <a:lnTo>
                  <a:pt x="45618" y="54901"/>
                </a:lnTo>
                <a:lnTo>
                  <a:pt x="54635" y="46523"/>
                </a:lnTo>
                <a:lnTo>
                  <a:pt x="59271" y="36264"/>
                </a:lnTo>
                <a:lnTo>
                  <a:pt x="59334" y="25005"/>
                </a:lnTo>
                <a:lnTo>
                  <a:pt x="54635" y="13626"/>
                </a:lnTo>
                <a:lnTo>
                  <a:pt x="46523" y="5020"/>
                </a:lnTo>
                <a:lnTo>
                  <a:pt x="36220" y="307"/>
                </a:lnTo>
                <a:lnTo>
                  <a:pt x="247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71480" y="1284081"/>
            <a:ext cx="38735" cy="38100"/>
          </a:xfrm>
          <a:custGeom>
            <a:avLst/>
            <a:gdLst/>
            <a:ahLst/>
            <a:cxnLst/>
            <a:rect l="l" t="t" r="r" b="b"/>
            <a:pathLst>
              <a:path w="38735" h="38100">
                <a:moveTo>
                  <a:pt x="23473" y="0"/>
                </a:moveTo>
                <a:lnTo>
                  <a:pt x="0" y="22228"/>
                </a:lnTo>
                <a:lnTo>
                  <a:pt x="2676" y="29479"/>
                </a:lnTo>
                <a:lnTo>
                  <a:pt x="8177" y="34944"/>
                </a:lnTo>
                <a:lnTo>
                  <a:pt x="15059" y="37671"/>
                </a:lnTo>
                <a:lnTo>
                  <a:pt x="22322" y="37730"/>
                </a:lnTo>
                <a:lnTo>
                  <a:pt x="28965" y="35194"/>
                </a:lnTo>
                <a:lnTo>
                  <a:pt x="34736" y="29789"/>
                </a:lnTo>
                <a:lnTo>
                  <a:pt x="38078" y="22907"/>
                </a:lnTo>
                <a:lnTo>
                  <a:pt x="38609" y="15406"/>
                </a:lnTo>
                <a:lnTo>
                  <a:pt x="35950" y="8143"/>
                </a:lnTo>
                <a:lnTo>
                  <a:pt x="30485" y="2672"/>
                </a:lnTo>
                <a:lnTo>
                  <a:pt x="234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60818" y="2249415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5" h="48894">
                <a:moveTo>
                  <a:pt x="20014" y="0"/>
                </a:moveTo>
                <a:lnTo>
                  <a:pt x="10876" y="3563"/>
                </a:lnTo>
                <a:lnTo>
                  <a:pt x="3885" y="10342"/>
                </a:lnTo>
                <a:lnTo>
                  <a:pt x="192" y="18930"/>
                </a:lnTo>
                <a:lnTo>
                  <a:pt x="0" y="28281"/>
                </a:lnTo>
                <a:lnTo>
                  <a:pt x="3510" y="37345"/>
                </a:lnTo>
                <a:lnTo>
                  <a:pt x="10290" y="44354"/>
                </a:lnTo>
                <a:lnTo>
                  <a:pt x="18893" y="48077"/>
                </a:lnTo>
                <a:lnTo>
                  <a:pt x="28281" y="48275"/>
                </a:lnTo>
                <a:lnTo>
                  <a:pt x="37419" y="44711"/>
                </a:lnTo>
                <a:lnTo>
                  <a:pt x="44428" y="37986"/>
                </a:lnTo>
                <a:lnTo>
                  <a:pt x="48150" y="29392"/>
                </a:lnTo>
                <a:lnTo>
                  <a:pt x="48349" y="20012"/>
                </a:lnTo>
                <a:lnTo>
                  <a:pt x="44785" y="10929"/>
                </a:lnTo>
                <a:lnTo>
                  <a:pt x="38004" y="3921"/>
                </a:lnTo>
                <a:lnTo>
                  <a:pt x="29402" y="198"/>
                </a:lnTo>
                <a:lnTo>
                  <a:pt x="200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20158" y="174648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14474" y="0"/>
                </a:moveTo>
                <a:lnTo>
                  <a:pt x="8001" y="2434"/>
                </a:lnTo>
                <a:lnTo>
                  <a:pt x="2595" y="7639"/>
                </a:lnTo>
                <a:lnTo>
                  <a:pt x="0" y="13880"/>
                </a:lnTo>
                <a:lnTo>
                  <a:pt x="71" y="20526"/>
                </a:lnTo>
                <a:lnTo>
                  <a:pt x="2667" y="26945"/>
                </a:lnTo>
                <a:lnTo>
                  <a:pt x="7387" y="31976"/>
                </a:lnTo>
                <a:lnTo>
                  <a:pt x="13382" y="34803"/>
                </a:lnTo>
                <a:lnTo>
                  <a:pt x="20115" y="35036"/>
                </a:lnTo>
                <a:lnTo>
                  <a:pt x="27051" y="32279"/>
                </a:lnTo>
                <a:lnTo>
                  <a:pt x="32047" y="27378"/>
                </a:lnTo>
                <a:lnTo>
                  <a:pt x="34734" y="21072"/>
                </a:lnTo>
                <a:lnTo>
                  <a:pt x="34944" y="14241"/>
                </a:lnTo>
                <a:lnTo>
                  <a:pt x="32512" y="7768"/>
                </a:lnTo>
                <a:lnTo>
                  <a:pt x="27610" y="2845"/>
                </a:lnTo>
                <a:lnTo>
                  <a:pt x="21304" y="196"/>
                </a:lnTo>
                <a:lnTo>
                  <a:pt x="144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47516" y="1855567"/>
            <a:ext cx="67290" cy="67163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1099461" y="1609945"/>
            <a:ext cx="46355" cy="46990"/>
          </a:xfrm>
          <a:custGeom>
            <a:avLst/>
            <a:gdLst/>
            <a:ahLst/>
            <a:cxnLst/>
            <a:rect l="l" t="t" r="r" b="b"/>
            <a:pathLst>
              <a:path w="46355" h="46989">
                <a:moveTo>
                  <a:pt x="19295" y="0"/>
                </a:moveTo>
                <a:lnTo>
                  <a:pt x="10404" y="3462"/>
                </a:lnTo>
                <a:lnTo>
                  <a:pt x="1437" y="14049"/>
                </a:lnTo>
                <a:lnTo>
                  <a:pt x="0" y="26910"/>
                </a:lnTo>
                <a:lnTo>
                  <a:pt x="5653" y="38556"/>
                </a:lnTo>
                <a:lnTo>
                  <a:pt x="17960" y="45499"/>
                </a:lnTo>
                <a:lnTo>
                  <a:pt x="24603" y="46896"/>
                </a:lnTo>
                <a:lnTo>
                  <a:pt x="30635" y="45626"/>
                </a:lnTo>
                <a:lnTo>
                  <a:pt x="35398" y="42578"/>
                </a:lnTo>
                <a:lnTo>
                  <a:pt x="41771" y="36468"/>
                </a:lnTo>
                <a:lnTo>
                  <a:pt x="45440" y="28465"/>
                </a:lnTo>
                <a:lnTo>
                  <a:pt x="45827" y="19486"/>
                </a:lnTo>
                <a:lnTo>
                  <a:pt x="42357" y="10447"/>
                </a:lnTo>
                <a:lnTo>
                  <a:pt x="36188" y="3980"/>
                </a:lnTo>
                <a:lnTo>
                  <a:pt x="28195" y="335"/>
                </a:lnTo>
                <a:lnTo>
                  <a:pt x="19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87943" y="1487783"/>
            <a:ext cx="34925" cy="34290"/>
          </a:xfrm>
          <a:custGeom>
            <a:avLst/>
            <a:gdLst/>
            <a:ahLst/>
            <a:cxnLst/>
            <a:rect l="l" t="t" r="r" b="b"/>
            <a:pathLst>
              <a:path w="34925" h="34290">
                <a:moveTo>
                  <a:pt x="13995" y="0"/>
                </a:moveTo>
                <a:lnTo>
                  <a:pt x="7532" y="2434"/>
                </a:lnTo>
                <a:lnTo>
                  <a:pt x="1004" y="10342"/>
                </a:lnTo>
                <a:lnTo>
                  <a:pt x="0" y="19976"/>
                </a:lnTo>
                <a:lnTo>
                  <a:pt x="4041" y="28491"/>
                </a:lnTo>
                <a:lnTo>
                  <a:pt x="12650" y="33041"/>
                </a:lnTo>
                <a:lnTo>
                  <a:pt x="17743" y="34184"/>
                </a:lnTo>
                <a:lnTo>
                  <a:pt x="22493" y="33041"/>
                </a:lnTo>
                <a:lnTo>
                  <a:pt x="26303" y="30628"/>
                </a:lnTo>
                <a:lnTo>
                  <a:pt x="31047" y="26253"/>
                </a:lnTo>
                <a:lnTo>
                  <a:pt x="33888" y="20579"/>
                </a:lnTo>
                <a:lnTo>
                  <a:pt x="34343" y="14216"/>
                </a:lnTo>
                <a:lnTo>
                  <a:pt x="31929" y="7768"/>
                </a:lnTo>
                <a:lnTo>
                  <a:pt x="27081" y="2845"/>
                </a:lnTo>
                <a:lnTo>
                  <a:pt x="20807" y="196"/>
                </a:lnTo>
                <a:lnTo>
                  <a:pt x="13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4632" y="1452610"/>
            <a:ext cx="50800" cy="52705"/>
          </a:xfrm>
          <a:custGeom>
            <a:avLst/>
            <a:gdLst/>
            <a:ahLst/>
            <a:cxnLst/>
            <a:rect l="l" t="t" r="r" b="b"/>
            <a:pathLst>
              <a:path w="50800" h="52705">
                <a:moveTo>
                  <a:pt x="20939" y="0"/>
                </a:moveTo>
                <a:lnTo>
                  <a:pt x="11080" y="3825"/>
                </a:lnTo>
                <a:lnTo>
                  <a:pt x="1157" y="15779"/>
                </a:lnTo>
                <a:lnTo>
                  <a:pt x="0" y="30305"/>
                </a:lnTo>
                <a:lnTo>
                  <a:pt x="6719" y="43402"/>
                </a:lnTo>
                <a:lnTo>
                  <a:pt x="20427" y="51069"/>
                </a:lnTo>
                <a:lnTo>
                  <a:pt x="27565" y="52593"/>
                </a:lnTo>
                <a:lnTo>
                  <a:pt x="34055" y="51196"/>
                </a:lnTo>
                <a:lnTo>
                  <a:pt x="39236" y="47894"/>
                </a:lnTo>
                <a:lnTo>
                  <a:pt x="46321" y="41094"/>
                </a:lnTo>
                <a:lnTo>
                  <a:pt x="50384" y="32067"/>
                </a:lnTo>
                <a:lnTo>
                  <a:pt x="50755" y="21873"/>
                </a:lnTo>
                <a:lnTo>
                  <a:pt x="46767" y="11572"/>
                </a:lnTo>
                <a:lnTo>
                  <a:pt x="39866" y="4397"/>
                </a:lnTo>
                <a:lnTo>
                  <a:pt x="30895" y="365"/>
                </a:lnTo>
                <a:lnTo>
                  <a:pt x="209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90224" y="1707769"/>
            <a:ext cx="28575" cy="29845"/>
          </a:xfrm>
          <a:custGeom>
            <a:avLst/>
            <a:gdLst/>
            <a:ahLst/>
            <a:cxnLst/>
            <a:rect l="l" t="t" r="r" b="b"/>
            <a:pathLst>
              <a:path w="28575" h="29844">
                <a:moveTo>
                  <a:pt x="12541" y="0"/>
                </a:moveTo>
                <a:lnTo>
                  <a:pt x="5683" y="4444"/>
                </a:lnTo>
                <a:lnTo>
                  <a:pt x="841" y="10239"/>
                </a:lnTo>
                <a:lnTo>
                  <a:pt x="0" y="17557"/>
                </a:lnTo>
                <a:lnTo>
                  <a:pt x="3111" y="24447"/>
                </a:lnTo>
                <a:lnTo>
                  <a:pt x="10128" y="28955"/>
                </a:lnTo>
                <a:lnTo>
                  <a:pt x="13938" y="29463"/>
                </a:lnTo>
                <a:lnTo>
                  <a:pt x="17367" y="28575"/>
                </a:lnTo>
                <a:lnTo>
                  <a:pt x="20034" y="26923"/>
                </a:lnTo>
                <a:lnTo>
                  <a:pt x="26003" y="22986"/>
                </a:lnTo>
                <a:lnTo>
                  <a:pt x="28543" y="14858"/>
                </a:lnTo>
                <a:lnTo>
                  <a:pt x="20034" y="1650"/>
                </a:lnTo>
                <a:lnTo>
                  <a:pt x="125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9195" y="1900805"/>
            <a:ext cx="41275" cy="42545"/>
          </a:xfrm>
          <a:custGeom>
            <a:avLst/>
            <a:gdLst/>
            <a:ahLst/>
            <a:cxnLst/>
            <a:rect l="l" t="t" r="r" b="b"/>
            <a:pathLst>
              <a:path w="41275" h="42544">
                <a:moveTo>
                  <a:pt x="17240" y="0"/>
                </a:moveTo>
                <a:lnTo>
                  <a:pt x="9804" y="2797"/>
                </a:lnTo>
                <a:lnTo>
                  <a:pt x="1420" y="12479"/>
                </a:lnTo>
                <a:lnTo>
                  <a:pt x="0" y="24054"/>
                </a:lnTo>
                <a:lnTo>
                  <a:pt x="5103" y="34462"/>
                </a:lnTo>
                <a:lnTo>
                  <a:pt x="16294" y="40643"/>
                </a:lnTo>
                <a:lnTo>
                  <a:pt x="22034" y="42167"/>
                </a:lnTo>
                <a:lnTo>
                  <a:pt x="27431" y="41151"/>
                </a:lnTo>
                <a:lnTo>
                  <a:pt x="31711" y="38357"/>
                </a:lnTo>
                <a:lnTo>
                  <a:pt x="37442" y="32879"/>
                </a:lnTo>
                <a:lnTo>
                  <a:pt x="40801" y="25578"/>
                </a:lnTo>
                <a:lnTo>
                  <a:pt x="41184" y="17301"/>
                </a:lnTo>
                <a:lnTo>
                  <a:pt x="37985" y="8893"/>
                </a:lnTo>
                <a:lnTo>
                  <a:pt x="32392" y="3262"/>
                </a:lnTo>
                <a:lnTo>
                  <a:pt x="25123" y="226"/>
                </a:lnTo>
                <a:lnTo>
                  <a:pt x="17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12310" y="2973958"/>
            <a:ext cx="33655" cy="32384"/>
          </a:xfrm>
          <a:custGeom>
            <a:avLst/>
            <a:gdLst/>
            <a:ahLst/>
            <a:cxnLst/>
            <a:rect l="l" t="t" r="r" b="b"/>
            <a:pathLst>
              <a:path w="33654" h="32385">
                <a:moveTo>
                  <a:pt x="24002" y="0"/>
                </a:moveTo>
                <a:lnTo>
                  <a:pt x="15621" y="127"/>
                </a:lnTo>
                <a:lnTo>
                  <a:pt x="9651" y="3937"/>
                </a:lnTo>
                <a:lnTo>
                  <a:pt x="3555" y="7874"/>
                </a:lnTo>
                <a:lnTo>
                  <a:pt x="0" y="15367"/>
                </a:lnTo>
                <a:lnTo>
                  <a:pt x="3555" y="23622"/>
                </a:lnTo>
                <a:lnTo>
                  <a:pt x="8576" y="29392"/>
                </a:lnTo>
                <a:lnTo>
                  <a:pt x="14573" y="31972"/>
                </a:lnTo>
                <a:lnTo>
                  <a:pt x="20808" y="31837"/>
                </a:lnTo>
                <a:lnTo>
                  <a:pt x="26542" y="29464"/>
                </a:lnTo>
                <a:lnTo>
                  <a:pt x="31061" y="25304"/>
                </a:lnTo>
                <a:lnTo>
                  <a:pt x="33639" y="19812"/>
                </a:lnTo>
                <a:lnTo>
                  <a:pt x="33526" y="13462"/>
                </a:lnTo>
                <a:lnTo>
                  <a:pt x="29972" y="6731"/>
                </a:lnTo>
                <a:lnTo>
                  <a:pt x="240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09948" y="2980435"/>
            <a:ext cx="31115" cy="29209"/>
          </a:xfrm>
          <a:custGeom>
            <a:avLst/>
            <a:gdLst/>
            <a:ahLst/>
            <a:cxnLst/>
            <a:rect l="l" t="t" r="r" b="b"/>
            <a:pathLst>
              <a:path w="31114" h="29210">
                <a:moveTo>
                  <a:pt x="14224" y="0"/>
                </a:moveTo>
                <a:lnTo>
                  <a:pt x="8509" y="3682"/>
                </a:lnTo>
                <a:lnTo>
                  <a:pt x="2793" y="7365"/>
                </a:lnTo>
                <a:lnTo>
                  <a:pt x="0" y="15620"/>
                </a:lnTo>
                <a:lnTo>
                  <a:pt x="8127" y="28193"/>
                </a:lnTo>
                <a:lnTo>
                  <a:pt x="16763" y="29082"/>
                </a:lnTo>
                <a:lnTo>
                  <a:pt x="22478" y="25400"/>
                </a:lnTo>
                <a:lnTo>
                  <a:pt x="28193" y="21843"/>
                </a:lnTo>
                <a:lnTo>
                  <a:pt x="30987" y="13462"/>
                </a:lnTo>
                <a:lnTo>
                  <a:pt x="22860" y="888"/>
                </a:lnTo>
                <a:lnTo>
                  <a:pt x="142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1374" y="3134439"/>
            <a:ext cx="63819" cy="63849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4327661" y="2997096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3613" y="39"/>
                </a:moveTo>
                <a:lnTo>
                  <a:pt x="228" y="21423"/>
                </a:lnTo>
                <a:lnTo>
                  <a:pt x="0" y="31851"/>
                </a:lnTo>
                <a:lnTo>
                  <a:pt x="3927" y="41886"/>
                </a:lnTo>
                <a:lnTo>
                  <a:pt x="11828" y="50266"/>
                </a:lnTo>
                <a:lnTo>
                  <a:pt x="21611" y="54729"/>
                </a:lnTo>
                <a:lnTo>
                  <a:pt x="32109" y="55119"/>
                </a:lnTo>
                <a:lnTo>
                  <a:pt x="42154" y="51284"/>
                </a:lnTo>
                <a:lnTo>
                  <a:pt x="50575" y="43344"/>
                </a:lnTo>
                <a:lnTo>
                  <a:pt x="54949" y="33393"/>
                </a:lnTo>
                <a:lnTo>
                  <a:pt x="55084" y="22512"/>
                </a:lnTo>
                <a:lnTo>
                  <a:pt x="50790" y="11787"/>
                </a:lnTo>
                <a:lnTo>
                  <a:pt x="43308" y="4079"/>
                </a:lnTo>
                <a:lnTo>
                  <a:pt x="33613" y="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97494" y="2977705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30">
                <a:moveTo>
                  <a:pt x="14668" y="0"/>
                </a:moveTo>
                <a:lnTo>
                  <a:pt x="7524" y="2857"/>
                </a:lnTo>
                <a:lnTo>
                  <a:pt x="2595" y="7776"/>
                </a:lnTo>
                <a:lnTo>
                  <a:pt x="0" y="14208"/>
                </a:lnTo>
                <a:lnTo>
                  <a:pt x="23" y="21377"/>
                </a:lnTo>
                <a:lnTo>
                  <a:pt x="2952" y="28511"/>
                </a:lnTo>
                <a:lnTo>
                  <a:pt x="7780" y="33434"/>
                </a:lnTo>
                <a:lnTo>
                  <a:pt x="14049" y="36083"/>
                </a:lnTo>
                <a:lnTo>
                  <a:pt x="20865" y="36280"/>
                </a:lnTo>
                <a:lnTo>
                  <a:pt x="27336" y="33845"/>
                </a:lnTo>
                <a:lnTo>
                  <a:pt x="32938" y="28521"/>
                </a:lnTo>
                <a:lnTo>
                  <a:pt x="35956" y="22018"/>
                </a:lnTo>
                <a:lnTo>
                  <a:pt x="36284" y="15111"/>
                </a:lnTo>
                <a:lnTo>
                  <a:pt x="33813" y="8572"/>
                </a:lnTo>
                <a:lnTo>
                  <a:pt x="28527" y="3000"/>
                </a:lnTo>
                <a:lnTo>
                  <a:pt x="21907" y="95"/>
                </a:lnTo>
                <a:lnTo>
                  <a:pt x="14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13381" y="3029966"/>
            <a:ext cx="31115" cy="33020"/>
          </a:xfrm>
          <a:custGeom>
            <a:avLst/>
            <a:gdLst/>
            <a:ahLst/>
            <a:cxnLst/>
            <a:rect l="l" t="t" r="r" b="b"/>
            <a:pathLst>
              <a:path w="31114" h="33019">
                <a:moveTo>
                  <a:pt x="13684" y="0"/>
                </a:moveTo>
                <a:lnTo>
                  <a:pt x="6826" y="4317"/>
                </a:lnTo>
                <a:lnTo>
                  <a:pt x="900" y="11340"/>
                </a:lnTo>
                <a:lnTo>
                  <a:pt x="0" y="19827"/>
                </a:lnTo>
                <a:lnTo>
                  <a:pt x="3718" y="27481"/>
                </a:lnTo>
                <a:lnTo>
                  <a:pt x="11652" y="32003"/>
                </a:lnTo>
                <a:lnTo>
                  <a:pt x="15843" y="32892"/>
                </a:lnTo>
                <a:lnTo>
                  <a:pt x="19907" y="32003"/>
                </a:lnTo>
                <a:lnTo>
                  <a:pt x="23209" y="29844"/>
                </a:lnTo>
                <a:lnTo>
                  <a:pt x="27652" y="25665"/>
                </a:lnTo>
                <a:lnTo>
                  <a:pt x="30368" y="20224"/>
                </a:lnTo>
                <a:lnTo>
                  <a:pt x="30870" y="14164"/>
                </a:lnTo>
                <a:lnTo>
                  <a:pt x="28670" y="8127"/>
                </a:lnTo>
                <a:lnTo>
                  <a:pt x="24225" y="1269"/>
                </a:lnTo>
                <a:lnTo>
                  <a:pt x="13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446700" y="2721413"/>
            <a:ext cx="51435" cy="51435"/>
          </a:xfrm>
          <a:custGeom>
            <a:avLst/>
            <a:gdLst/>
            <a:ahLst/>
            <a:cxnLst/>
            <a:rect l="l" t="t" r="r" b="b"/>
            <a:pathLst>
              <a:path w="51435" h="51435">
                <a:moveTo>
                  <a:pt x="21167" y="0"/>
                </a:moveTo>
                <a:lnTo>
                  <a:pt x="11251" y="3752"/>
                </a:lnTo>
                <a:lnTo>
                  <a:pt x="4183" y="10828"/>
                </a:lnTo>
                <a:lnTo>
                  <a:pt x="329" y="20071"/>
                </a:lnTo>
                <a:lnTo>
                  <a:pt x="0" y="30077"/>
                </a:lnTo>
                <a:lnTo>
                  <a:pt x="3504" y="39439"/>
                </a:lnTo>
                <a:lnTo>
                  <a:pt x="10902" y="46991"/>
                </a:lnTo>
                <a:lnTo>
                  <a:pt x="20109" y="50805"/>
                </a:lnTo>
                <a:lnTo>
                  <a:pt x="29936" y="50905"/>
                </a:lnTo>
                <a:lnTo>
                  <a:pt x="39191" y="47313"/>
                </a:lnTo>
                <a:lnTo>
                  <a:pt x="46849" y="40076"/>
                </a:lnTo>
                <a:lnTo>
                  <a:pt x="50827" y="31136"/>
                </a:lnTo>
                <a:lnTo>
                  <a:pt x="50925" y="21363"/>
                </a:lnTo>
                <a:lnTo>
                  <a:pt x="46938" y="11626"/>
                </a:lnTo>
                <a:lnTo>
                  <a:pt x="40094" y="4448"/>
                </a:lnTo>
                <a:lnTo>
                  <a:pt x="31142" y="402"/>
                </a:lnTo>
                <a:lnTo>
                  <a:pt x="211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52970" y="260067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24112" y="0"/>
                </a:moveTo>
                <a:lnTo>
                  <a:pt x="13287" y="4097"/>
                </a:lnTo>
                <a:lnTo>
                  <a:pt x="4841" y="12315"/>
                </a:lnTo>
                <a:lnTo>
                  <a:pt x="301" y="22877"/>
                </a:lnTo>
                <a:lnTo>
                  <a:pt x="0" y="34369"/>
                </a:lnTo>
                <a:lnTo>
                  <a:pt x="4270" y="45372"/>
                </a:lnTo>
                <a:lnTo>
                  <a:pt x="12047" y="53211"/>
                </a:lnTo>
                <a:lnTo>
                  <a:pt x="22383" y="57405"/>
                </a:lnTo>
                <a:lnTo>
                  <a:pt x="33791" y="57552"/>
                </a:lnTo>
                <a:lnTo>
                  <a:pt x="44783" y="53246"/>
                </a:lnTo>
                <a:lnTo>
                  <a:pt x="53062" y="45166"/>
                </a:lnTo>
                <a:lnTo>
                  <a:pt x="57292" y="34990"/>
                </a:lnTo>
                <a:lnTo>
                  <a:pt x="57427" y="24100"/>
                </a:lnTo>
                <a:lnTo>
                  <a:pt x="53419" y="13876"/>
                </a:lnTo>
                <a:lnTo>
                  <a:pt x="45380" y="5330"/>
                </a:lnTo>
                <a:lnTo>
                  <a:pt x="35210" y="557"/>
                </a:lnTo>
                <a:lnTo>
                  <a:pt x="24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71719" y="3622611"/>
            <a:ext cx="33655" cy="34290"/>
          </a:xfrm>
          <a:custGeom>
            <a:avLst/>
            <a:gdLst/>
            <a:ahLst/>
            <a:cxnLst/>
            <a:rect l="l" t="t" r="r" b="b"/>
            <a:pathLst>
              <a:path w="33655" h="34289">
                <a:moveTo>
                  <a:pt x="20407" y="0"/>
                </a:moveTo>
                <a:lnTo>
                  <a:pt x="0" y="19163"/>
                </a:lnTo>
                <a:lnTo>
                  <a:pt x="2547" y="25336"/>
                </a:lnTo>
                <a:lnTo>
                  <a:pt x="7197" y="30378"/>
                </a:lnTo>
                <a:lnTo>
                  <a:pt x="13073" y="33289"/>
                </a:lnTo>
                <a:lnTo>
                  <a:pt x="19496" y="33748"/>
                </a:lnTo>
                <a:lnTo>
                  <a:pt x="25788" y="31432"/>
                </a:lnTo>
                <a:lnTo>
                  <a:pt x="30730" y="26604"/>
                </a:lnTo>
                <a:lnTo>
                  <a:pt x="33408" y="20335"/>
                </a:lnTo>
                <a:lnTo>
                  <a:pt x="33611" y="13519"/>
                </a:lnTo>
                <a:lnTo>
                  <a:pt x="31122" y="7048"/>
                </a:lnTo>
                <a:lnTo>
                  <a:pt x="26414" y="2285"/>
                </a:lnTo>
                <a:lnTo>
                  <a:pt x="20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93987" y="3462553"/>
            <a:ext cx="33655" cy="33655"/>
          </a:xfrm>
          <a:custGeom>
            <a:avLst/>
            <a:gdLst/>
            <a:ahLst/>
            <a:cxnLst/>
            <a:rect l="l" t="t" r="r" b="b"/>
            <a:pathLst>
              <a:path w="33655" h="33654">
                <a:moveTo>
                  <a:pt x="14424" y="0"/>
                </a:moveTo>
                <a:lnTo>
                  <a:pt x="8143" y="2387"/>
                </a:lnTo>
                <a:lnTo>
                  <a:pt x="3190" y="7197"/>
                </a:lnTo>
                <a:lnTo>
                  <a:pt x="428" y="13340"/>
                </a:lnTo>
                <a:lnTo>
                  <a:pt x="0" y="19817"/>
                </a:lnTo>
                <a:lnTo>
                  <a:pt x="2047" y="25628"/>
                </a:lnTo>
                <a:lnTo>
                  <a:pt x="6875" y="30569"/>
                </a:lnTo>
                <a:lnTo>
                  <a:pt x="13144" y="33248"/>
                </a:lnTo>
                <a:lnTo>
                  <a:pt x="19960" y="33450"/>
                </a:lnTo>
                <a:lnTo>
                  <a:pt x="26431" y="30962"/>
                </a:lnTo>
                <a:lnTo>
                  <a:pt x="31194" y="26253"/>
                </a:lnTo>
                <a:lnTo>
                  <a:pt x="33480" y="20246"/>
                </a:lnTo>
                <a:lnTo>
                  <a:pt x="33289" y="13692"/>
                </a:lnTo>
                <a:lnTo>
                  <a:pt x="30622" y="7340"/>
                </a:lnTo>
                <a:lnTo>
                  <a:pt x="26414" y="2940"/>
                </a:lnTo>
                <a:lnTo>
                  <a:pt x="20764" y="339"/>
                </a:lnTo>
                <a:lnTo>
                  <a:pt x="144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47340" y="3767038"/>
            <a:ext cx="51435" cy="52069"/>
          </a:xfrm>
          <a:custGeom>
            <a:avLst/>
            <a:gdLst/>
            <a:ahLst/>
            <a:cxnLst/>
            <a:rect l="l" t="t" r="r" b="b"/>
            <a:pathLst>
              <a:path w="51434" h="52070">
                <a:moveTo>
                  <a:pt x="20711" y="0"/>
                </a:moveTo>
                <a:lnTo>
                  <a:pt x="11445" y="3591"/>
                </a:lnTo>
                <a:lnTo>
                  <a:pt x="1416" y="15368"/>
                </a:lnTo>
                <a:lnTo>
                  <a:pt x="0" y="29515"/>
                </a:lnTo>
                <a:lnTo>
                  <a:pt x="6455" y="42257"/>
                </a:lnTo>
                <a:lnTo>
                  <a:pt x="20043" y="49819"/>
                </a:lnTo>
                <a:lnTo>
                  <a:pt x="27117" y="51597"/>
                </a:lnTo>
                <a:lnTo>
                  <a:pt x="33823" y="50200"/>
                </a:lnTo>
                <a:lnTo>
                  <a:pt x="39195" y="46771"/>
                </a:lnTo>
                <a:lnTo>
                  <a:pt x="46212" y="40130"/>
                </a:lnTo>
                <a:lnTo>
                  <a:pt x="50387" y="31357"/>
                </a:lnTo>
                <a:lnTo>
                  <a:pt x="50946" y="21464"/>
                </a:lnTo>
                <a:lnTo>
                  <a:pt x="47120" y="11465"/>
                </a:lnTo>
                <a:lnTo>
                  <a:pt x="39747" y="3913"/>
                </a:lnTo>
                <a:lnTo>
                  <a:pt x="30545" y="99"/>
                </a:lnTo>
                <a:lnTo>
                  <a:pt x="207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110351" y="3662926"/>
            <a:ext cx="48895" cy="48895"/>
          </a:xfrm>
          <a:custGeom>
            <a:avLst/>
            <a:gdLst/>
            <a:ahLst/>
            <a:cxnLst/>
            <a:rect l="l" t="t" r="r" b="b"/>
            <a:pathLst>
              <a:path w="48894" h="48895">
                <a:moveTo>
                  <a:pt x="20007" y="0"/>
                </a:moveTo>
                <a:lnTo>
                  <a:pt x="10931" y="3563"/>
                </a:lnTo>
                <a:lnTo>
                  <a:pt x="3919" y="10342"/>
                </a:lnTo>
                <a:lnTo>
                  <a:pt x="198" y="18930"/>
                </a:lnTo>
                <a:lnTo>
                  <a:pt x="0" y="28281"/>
                </a:lnTo>
                <a:lnTo>
                  <a:pt x="3553" y="37345"/>
                </a:lnTo>
                <a:lnTo>
                  <a:pt x="10317" y="44354"/>
                </a:lnTo>
                <a:lnTo>
                  <a:pt x="18913" y="48077"/>
                </a:lnTo>
                <a:lnTo>
                  <a:pt x="28281" y="48275"/>
                </a:lnTo>
                <a:lnTo>
                  <a:pt x="37360" y="44711"/>
                </a:lnTo>
                <a:lnTo>
                  <a:pt x="44371" y="37986"/>
                </a:lnTo>
                <a:lnTo>
                  <a:pt x="48087" y="29392"/>
                </a:lnTo>
                <a:lnTo>
                  <a:pt x="48281" y="20012"/>
                </a:lnTo>
                <a:lnTo>
                  <a:pt x="44726" y="10929"/>
                </a:lnTo>
                <a:lnTo>
                  <a:pt x="37958" y="3921"/>
                </a:lnTo>
                <a:lnTo>
                  <a:pt x="29367" y="198"/>
                </a:lnTo>
                <a:lnTo>
                  <a:pt x="200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63573" y="3898720"/>
            <a:ext cx="85899" cy="86807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7741366" y="403760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17811" y="0"/>
                </a:moveTo>
                <a:lnTo>
                  <a:pt x="9697" y="3202"/>
                </a:lnTo>
                <a:lnTo>
                  <a:pt x="3417" y="9239"/>
                </a:lnTo>
                <a:lnTo>
                  <a:pt x="125" y="16852"/>
                </a:lnTo>
                <a:lnTo>
                  <a:pt x="0" y="25155"/>
                </a:lnTo>
                <a:lnTo>
                  <a:pt x="3220" y="33263"/>
                </a:lnTo>
                <a:lnTo>
                  <a:pt x="9243" y="39565"/>
                </a:lnTo>
                <a:lnTo>
                  <a:pt x="16825" y="42891"/>
                </a:lnTo>
                <a:lnTo>
                  <a:pt x="25098" y="43048"/>
                </a:lnTo>
                <a:lnTo>
                  <a:pt x="33192" y="39842"/>
                </a:lnTo>
                <a:lnTo>
                  <a:pt x="39493" y="33809"/>
                </a:lnTo>
                <a:lnTo>
                  <a:pt x="42828" y="26204"/>
                </a:lnTo>
                <a:lnTo>
                  <a:pt x="42997" y="17905"/>
                </a:lnTo>
                <a:lnTo>
                  <a:pt x="39796" y="9794"/>
                </a:lnTo>
                <a:lnTo>
                  <a:pt x="33754" y="3495"/>
                </a:lnTo>
                <a:lnTo>
                  <a:pt x="26128" y="164"/>
                </a:lnTo>
                <a:lnTo>
                  <a:pt x="178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96752" y="4137210"/>
            <a:ext cx="60960" cy="62865"/>
          </a:xfrm>
          <a:custGeom>
            <a:avLst/>
            <a:gdLst/>
            <a:ahLst/>
            <a:cxnLst/>
            <a:rect l="l" t="t" r="r" b="b"/>
            <a:pathLst>
              <a:path w="60959" h="62864">
                <a:moveTo>
                  <a:pt x="25017" y="0"/>
                </a:moveTo>
                <a:lnTo>
                  <a:pt x="14001" y="4221"/>
                </a:lnTo>
                <a:lnTo>
                  <a:pt x="2000" y="18348"/>
                </a:lnTo>
                <a:lnTo>
                  <a:pt x="0" y="35587"/>
                </a:lnTo>
                <a:lnTo>
                  <a:pt x="7572" y="51231"/>
                </a:lnTo>
                <a:lnTo>
                  <a:pt x="24288" y="60571"/>
                </a:lnTo>
                <a:lnTo>
                  <a:pt x="32797" y="62451"/>
                </a:lnTo>
                <a:lnTo>
                  <a:pt x="40544" y="60698"/>
                </a:lnTo>
                <a:lnTo>
                  <a:pt x="46894" y="56698"/>
                </a:lnTo>
                <a:lnTo>
                  <a:pt x="55252" y="48718"/>
                </a:lnTo>
                <a:lnTo>
                  <a:pt x="60134" y="38210"/>
                </a:lnTo>
                <a:lnTo>
                  <a:pt x="60682" y="26372"/>
                </a:lnTo>
                <a:lnTo>
                  <a:pt x="56038" y="14407"/>
                </a:lnTo>
                <a:lnTo>
                  <a:pt x="47380" y="5291"/>
                </a:lnTo>
                <a:lnTo>
                  <a:pt x="36591" y="422"/>
                </a:lnTo>
                <a:lnTo>
                  <a:pt x="250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924006" y="4056712"/>
            <a:ext cx="56515" cy="57150"/>
          </a:xfrm>
          <a:custGeom>
            <a:avLst/>
            <a:gdLst/>
            <a:ahLst/>
            <a:cxnLst/>
            <a:rect l="l" t="t" r="r" b="b"/>
            <a:pathLst>
              <a:path w="56515" h="57150">
                <a:moveTo>
                  <a:pt x="22830" y="0"/>
                </a:moveTo>
                <a:lnTo>
                  <a:pt x="12604" y="3985"/>
                </a:lnTo>
                <a:lnTo>
                  <a:pt x="1825" y="16791"/>
                </a:lnTo>
                <a:lnTo>
                  <a:pt x="0" y="32475"/>
                </a:lnTo>
                <a:lnTo>
                  <a:pt x="6603" y="46681"/>
                </a:lnTo>
                <a:lnTo>
                  <a:pt x="21113" y="55051"/>
                </a:lnTo>
                <a:lnTo>
                  <a:pt x="29114" y="56791"/>
                </a:lnTo>
                <a:lnTo>
                  <a:pt x="36607" y="55051"/>
                </a:lnTo>
                <a:lnTo>
                  <a:pt x="42576" y="51216"/>
                </a:lnTo>
                <a:lnTo>
                  <a:pt x="50512" y="43800"/>
                </a:lnTo>
                <a:lnTo>
                  <a:pt x="55292" y="34158"/>
                </a:lnTo>
                <a:lnTo>
                  <a:pt x="56096" y="23400"/>
                </a:lnTo>
                <a:lnTo>
                  <a:pt x="52101" y="12633"/>
                </a:lnTo>
                <a:lnTo>
                  <a:pt x="43947" y="4360"/>
                </a:lnTo>
                <a:lnTo>
                  <a:pt x="33734" y="136"/>
                </a:lnTo>
                <a:lnTo>
                  <a:pt x="228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43849" y="2601261"/>
            <a:ext cx="59690" cy="59055"/>
          </a:xfrm>
          <a:custGeom>
            <a:avLst/>
            <a:gdLst/>
            <a:ahLst/>
            <a:cxnLst/>
            <a:rect l="l" t="t" r="r" b="b"/>
            <a:pathLst>
              <a:path w="59690" h="59055">
                <a:moveTo>
                  <a:pt x="24239" y="0"/>
                </a:moveTo>
                <a:lnTo>
                  <a:pt x="13233" y="4270"/>
                </a:lnTo>
                <a:lnTo>
                  <a:pt x="4806" y="12487"/>
                </a:lnTo>
                <a:lnTo>
                  <a:pt x="295" y="23050"/>
                </a:lnTo>
                <a:lnTo>
                  <a:pt x="0" y="34542"/>
                </a:lnTo>
                <a:lnTo>
                  <a:pt x="4216" y="45545"/>
                </a:lnTo>
                <a:lnTo>
                  <a:pt x="12757" y="54455"/>
                </a:lnTo>
                <a:lnTo>
                  <a:pt x="23298" y="58912"/>
                </a:lnTo>
                <a:lnTo>
                  <a:pt x="34649" y="58939"/>
                </a:lnTo>
                <a:lnTo>
                  <a:pt x="45618" y="54562"/>
                </a:lnTo>
                <a:lnTo>
                  <a:pt x="54153" y="46505"/>
                </a:lnTo>
                <a:lnTo>
                  <a:pt x="58842" y="36210"/>
                </a:lnTo>
                <a:lnTo>
                  <a:pt x="59174" y="24772"/>
                </a:lnTo>
                <a:lnTo>
                  <a:pt x="54635" y="13287"/>
                </a:lnTo>
                <a:lnTo>
                  <a:pt x="46345" y="4841"/>
                </a:lnTo>
                <a:lnTo>
                  <a:pt x="35744" y="301"/>
                </a:lnTo>
                <a:lnTo>
                  <a:pt x="242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42089" y="2601261"/>
            <a:ext cx="59690" cy="59055"/>
          </a:xfrm>
          <a:custGeom>
            <a:avLst/>
            <a:gdLst/>
            <a:ahLst/>
            <a:cxnLst/>
            <a:rect l="l" t="t" r="r" b="b"/>
            <a:pathLst>
              <a:path w="59690" h="59055">
                <a:moveTo>
                  <a:pt x="24282" y="0"/>
                </a:moveTo>
                <a:lnTo>
                  <a:pt x="13280" y="4270"/>
                </a:lnTo>
                <a:lnTo>
                  <a:pt x="4830" y="12487"/>
                </a:lnTo>
                <a:lnTo>
                  <a:pt x="300" y="23050"/>
                </a:lnTo>
                <a:lnTo>
                  <a:pt x="0" y="34542"/>
                </a:lnTo>
                <a:lnTo>
                  <a:pt x="4237" y="45545"/>
                </a:lnTo>
                <a:lnTo>
                  <a:pt x="12786" y="54455"/>
                </a:lnTo>
                <a:lnTo>
                  <a:pt x="23324" y="58912"/>
                </a:lnTo>
                <a:lnTo>
                  <a:pt x="34650" y="58939"/>
                </a:lnTo>
                <a:lnTo>
                  <a:pt x="45563" y="54562"/>
                </a:lnTo>
                <a:lnTo>
                  <a:pt x="54102" y="46505"/>
                </a:lnTo>
                <a:lnTo>
                  <a:pt x="58798" y="36210"/>
                </a:lnTo>
                <a:lnTo>
                  <a:pt x="59134" y="24772"/>
                </a:lnTo>
                <a:lnTo>
                  <a:pt x="54593" y="13287"/>
                </a:lnTo>
                <a:lnTo>
                  <a:pt x="46348" y="4841"/>
                </a:lnTo>
                <a:lnTo>
                  <a:pt x="35775" y="301"/>
                </a:lnTo>
                <a:lnTo>
                  <a:pt x="242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549775"/>
      </p:ext>
    </p:extLst>
  </p:cSld>
  <p:clrMapOvr>
    <a:masterClrMapping/>
  </p:clrMapOvr>
</p:sld>
</file>

<file path=ppt/theme/theme1.xml><?xml version="1.0" encoding="utf-8"?>
<a:theme xmlns:a="http://schemas.openxmlformats.org/drawingml/2006/main" name="Fried Chicken Restaurant MK Plan by Slidesgo">
  <a:themeElements>
    <a:clrScheme name="Simple Light">
      <a:dk1>
        <a:srgbClr val="191919"/>
      </a:dk1>
      <a:lt1>
        <a:srgbClr val="FFFFFF"/>
      </a:lt1>
      <a:dk2>
        <a:srgbClr val="FC5B6B"/>
      </a:dk2>
      <a:lt2>
        <a:srgbClr val="5BD3D3"/>
      </a:lt2>
      <a:accent1>
        <a:srgbClr val="FC7800"/>
      </a:accent1>
      <a:accent2>
        <a:srgbClr val="FFBB4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ried Chicken Restaurant MK Plan by Slidesgo">
  <a:themeElements>
    <a:clrScheme name="Simple Light">
      <a:dk1>
        <a:srgbClr val="191919"/>
      </a:dk1>
      <a:lt1>
        <a:srgbClr val="FFFFFF"/>
      </a:lt1>
      <a:dk2>
        <a:srgbClr val="FC5B6B"/>
      </a:dk2>
      <a:lt2>
        <a:srgbClr val="5BD3D3"/>
      </a:lt2>
      <a:accent1>
        <a:srgbClr val="FC7800"/>
      </a:accent1>
      <a:accent2>
        <a:srgbClr val="FFBB4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325</Words>
  <Application>Microsoft Office PowerPoint</Application>
  <PresentationFormat>On-screen Show (16:9)</PresentationFormat>
  <Paragraphs>98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Verdana</vt:lpstr>
      <vt:lpstr>Mulish</vt:lpstr>
      <vt:lpstr>Trebuchet MS</vt:lpstr>
      <vt:lpstr>Arial</vt:lpstr>
      <vt:lpstr>Londrina Solid</vt:lpstr>
      <vt:lpstr>Bebas Neue</vt:lpstr>
      <vt:lpstr>Roboto Condensed Light</vt:lpstr>
      <vt:lpstr>Fried Chicken Restaurant MK Plan by Slidesgo</vt:lpstr>
      <vt:lpstr>Fried Chicken Restaurant MK Plan by Slidesgo</vt:lpstr>
      <vt:lpstr>Navigate Your Restaurant With Precision</vt:lpstr>
      <vt:lpstr>Md. Ashraful Kabir</vt:lpstr>
      <vt:lpstr>CTO &amp; Database Administrator</vt:lpstr>
      <vt:lpstr>Core Features &amp; Project Scope</vt:lpstr>
      <vt:lpstr>PowerPoint Presentation</vt:lpstr>
      <vt:lpstr>PowerPoint Presentation</vt:lpstr>
      <vt:lpstr>Technologies &amp; Tools</vt:lpstr>
      <vt:lpstr>PowerPoint Presentation</vt:lpstr>
      <vt:lpstr>PowerPoint Presentation</vt:lpstr>
      <vt:lpstr>TIMELINE</vt:lpstr>
      <vt:lpstr>Budget &amp; Resourcing</vt:lpstr>
      <vt:lpstr>Risks &amp; Safeguards</vt:lpstr>
      <vt:lpstr>Future Scope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Abul Hasnat</cp:lastModifiedBy>
  <cp:revision>3</cp:revision>
  <dcterms:modified xsi:type="dcterms:W3CDTF">2025-11-17T10:03:19Z</dcterms:modified>
</cp:coreProperties>
</file>